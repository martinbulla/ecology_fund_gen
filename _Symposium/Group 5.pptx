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Play"/>
      <p:regular r:id="rId22"/>
      <p:bold r:id="rId23"/>
    </p:embeddedFont>
    <p:embeddedFont>
      <p:font typeface="Inter"/>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Play-regular.fntdata"/><Relationship Id="rId21" Type="http://schemas.openxmlformats.org/officeDocument/2006/relationships/slide" Target="slides/slide16.xml"/><Relationship Id="rId24" Type="http://schemas.openxmlformats.org/officeDocument/2006/relationships/font" Target="fonts/Inter-regular.fntdata"/><Relationship Id="rId23" Type="http://schemas.openxmlformats.org/officeDocument/2006/relationships/font" Target="fonts/Play-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nter-italic.fntdata"/><Relationship Id="rId25" Type="http://schemas.openxmlformats.org/officeDocument/2006/relationships/font" Target="fonts/Inter-bold.fntdata"/><Relationship Id="rId27" Type="http://schemas.openxmlformats.org/officeDocument/2006/relationships/font" Target="fonts/Inter-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8" name="Shape 1558"/>
        <p:cNvGrpSpPr/>
        <p:nvPr/>
      </p:nvGrpSpPr>
      <p:grpSpPr>
        <a:xfrm>
          <a:off x="0" y="0"/>
          <a:ext cx="0" cy="0"/>
          <a:chOff x="0" y="0"/>
          <a:chExt cx="0" cy="0"/>
        </a:xfrm>
      </p:grpSpPr>
      <p:sp>
        <p:nvSpPr>
          <p:cNvPr id="1559" name="Google Shape;15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60" name="Google Shape;15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5" name="Shape 1565"/>
        <p:cNvGrpSpPr/>
        <p:nvPr/>
      </p:nvGrpSpPr>
      <p:grpSpPr>
        <a:xfrm>
          <a:off x="0" y="0"/>
          <a:ext cx="0" cy="0"/>
          <a:chOff x="0" y="0"/>
          <a:chExt cx="0" cy="0"/>
        </a:xfrm>
      </p:grpSpPr>
      <p:sp>
        <p:nvSpPr>
          <p:cNvPr id="1566" name="Google Shape;1566;h291029752e6c2f50_2_9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h291029752e6c2f50_2_93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7" name="Shape 1577"/>
        <p:cNvGrpSpPr/>
        <p:nvPr/>
      </p:nvGrpSpPr>
      <p:grpSpPr>
        <a:xfrm>
          <a:off x="0" y="0"/>
          <a:ext cx="0" cy="0"/>
          <a:chOff x="0" y="0"/>
          <a:chExt cx="0" cy="0"/>
        </a:xfrm>
      </p:grpSpPr>
      <p:sp>
        <p:nvSpPr>
          <p:cNvPr id="1578" name="Google Shape;1578;h42d33e1da8c4c96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9" name="Google Shape;1579;h42d33e1da8c4c96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de">
                <a:solidFill>
                  <a:schemeClr val="dk1"/>
                </a:solidFill>
              </a:rPr>
              <a:t>The Latitudinal Diversity Gradient, or LDG, is a general pattern in which biodiversity, especially species richness, is highest near the equator and generally decreases toward the North and South Poles.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de">
                <a:solidFill>
                  <a:schemeClr val="dk1"/>
                </a:solidFill>
              </a:rPr>
              <a:t>The pattern was observed by von Humboldt in the 19th century and later recognized by scientists  like Darwin and Wallace.</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de">
                <a:solidFill>
                  <a:schemeClr val="dk1"/>
                </a:solidFill>
              </a:rPr>
              <a:t>In the first picture you can see a scheme of this pattern. Tropical regions, such as the Amazon rainforest and parts of Central Africa and Southeast Asia, have particularly high species richness. In contrast, polar regions generally have fewer species. </a:t>
            </a:r>
            <a:r>
              <a:rPr lang="de">
                <a:solidFill>
                  <a:schemeClr val="dk1"/>
                </a:solidFill>
              </a:rPr>
              <a:t>This pattern has been observed in many groups of organisms, including plants, mammals, birds and marine organisms across multiple continents.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de">
                <a:solidFill>
                  <a:schemeClr val="dk1"/>
                </a:solidFill>
              </a:rPr>
              <a:t>But in the second picture you can see that there are exceptions to this pattern - like in North Africa (where the sahara desert is) and in Asia on the Arabian peninsula and also in central Asia.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spcBef>
                <a:spcPts val="0"/>
              </a:spcBef>
              <a:spcAft>
                <a:spcPts val="0"/>
              </a:spcAft>
              <a:buNone/>
            </a:pPr>
            <a:r>
              <a:rPr lang="de"/>
              <a:t>Willig et al. define the classical pattern on the Latitudinal diversity gradient as negative association between species richness, so the amount of different species in an area, and latitude meaning as latitude increases, biodiversity decreases.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7" name="Shape 1587"/>
        <p:cNvGrpSpPr/>
        <p:nvPr/>
      </p:nvGrpSpPr>
      <p:grpSpPr>
        <a:xfrm>
          <a:off x="0" y="0"/>
          <a:ext cx="0" cy="0"/>
          <a:chOff x="0" y="0"/>
          <a:chExt cx="0" cy="0"/>
        </a:xfrm>
      </p:grpSpPr>
      <p:sp>
        <p:nvSpPr>
          <p:cNvPr id="1588" name="Google Shape;1588;h291029752e6c2f50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9" name="Google Shape;1589;h291029752e6c2f50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de">
                <a:solidFill>
                  <a:schemeClr val="dk1"/>
                </a:solidFill>
              </a:rPr>
              <a:t>Biodiversity is more than just the number of species.There are many different ways of looking at biodiversity.</a:t>
            </a:r>
            <a:endParaRPr>
              <a:solidFill>
                <a:schemeClr val="dk1"/>
              </a:solidFill>
            </a:endParaRPr>
          </a:p>
          <a:p>
            <a:pPr indent="0" lvl="0" marL="0" rtl="0" algn="l">
              <a:lnSpc>
                <a:spcPct val="115000"/>
              </a:lnSpc>
              <a:spcBef>
                <a:spcPts val="1200"/>
              </a:spcBef>
              <a:spcAft>
                <a:spcPts val="0"/>
              </a:spcAft>
              <a:buNone/>
            </a:pPr>
            <a:r>
              <a:rPr lang="de" u="sng">
                <a:solidFill>
                  <a:schemeClr val="dk1"/>
                </a:solidFill>
              </a:rPr>
              <a:t>Biodiversity dimensions:</a:t>
            </a:r>
            <a:endParaRPr u="sng">
              <a:solidFill>
                <a:schemeClr val="dk1"/>
              </a:solidFill>
            </a:endParaRPr>
          </a:p>
          <a:p>
            <a:pPr indent="0" lvl="0" marL="0" rtl="0" algn="l">
              <a:lnSpc>
                <a:spcPct val="115000"/>
              </a:lnSpc>
              <a:spcBef>
                <a:spcPts val="1200"/>
              </a:spcBef>
              <a:spcAft>
                <a:spcPts val="0"/>
              </a:spcAft>
              <a:buNone/>
            </a:pPr>
            <a:r>
              <a:rPr lang="de">
                <a:solidFill>
                  <a:schemeClr val="dk1"/>
                </a:solidFill>
              </a:rPr>
              <a:t>Taxonomic - “counting species” → How many different species are there?</a:t>
            </a:r>
            <a:endParaRPr>
              <a:solidFill>
                <a:schemeClr val="dk1"/>
              </a:solidFill>
            </a:endParaRPr>
          </a:p>
          <a:p>
            <a:pPr indent="0" lvl="0" marL="0" rtl="0" algn="l">
              <a:lnSpc>
                <a:spcPct val="115000"/>
              </a:lnSpc>
              <a:spcBef>
                <a:spcPts val="1200"/>
              </a:spcBef>
              <a:spcAft>
                <a:spcPts val="0"/>
              </a:spcAft>
              <a:buNone/>
            </a:pPr>
            <a:r>
              <a:rPr lang="de">
                <a:solidFill>
                  <a:schemeClr val="dk1"/>
                </a:solidFill>
              </a:rPr>
              <a:t>Functional - “c</a:t>
            </a:r>
            <a:r>
              <a:rPr lang="de">
                <a:solidFill>
                  <a:schemeClr val="dk1"/>
                </a:solidFill>
              </a:rPr>
              <a:t>ounting jobs” → W</a:t>
            </a:r>
            <a:r>
              <a:rPr lang="de">
                <a:solidFill>
                  <a:schemeClr val="dk1"/>
                </a:solidFill>
              </a:rPr>
              <a:t>hat do these organisms do? We’re looking at present ecological traits and functions, like pollination, decomposition, predation, seed dispersal etc. The more, the higher the diversity.</a:t>
            </a:r>
            <a:endParaRPr>
              <a:solidFill>
                <a:schemeClr val="dk1"/>
              </a:solidFill>
            </a:endParaRPr>
          </a:p>
          <a:p>
            <a:pPr indent="0" lvl="0" marL="0" rtl="0" algn="l">
              <a:lnSpc>
                <a:spcPct val="115000"/>
              </a:lnSpc>
              <a:spcBef>
                <a:spcPts val="1200"/>
              </a:spcBef>
              <a:spcAft>
                <a:spcPts val="0"/>
              </a:spcAft>
              <a:buNone/>
            </a:pPr>
            <a:r>
              <a:rPr lang="de">
                <a:solidFill>
                  <a:schemeClr val="dk1"/>
                </a:solidFill>
              </a:rPr>
              <a:t>Phylogenetic - “measure historic relationships” → </a:t>
            </a:r>
            <a:r>
              <a:rPr lang="de">
                <a:solidFill>
                  <a:schemeClr val="dk1"/>
                </a:solidFill>
              </a:rPr>
              <a:t>how evolutionary different are the organisms or how closely related are the species in specific ecosystems. D</a:t>
            </a:r>
            <a:r>
              <a:rPr lang="de">
                <a:solidFill>
                  <a:schemeClr val="dk1"/>
                </a:solidFill>
              </a:rPr>
              <a:t>iversity of evolutionary relationships. </a:t>
            </a:r>
            <a:endParaRPr>
              <a:solidFill>
                <a:schemeClr val="dk1"/>
              </a:solidFill>
            </a:endParaRPr>
          </a:p>
          <a:p>
            <a:pPr indent="0" lvl="0" marL="0" rtl="0" algn="l">
              <a:lnSpc>
                <a:spcPct val="115000"/>
              </a:lnSpc>
              <a:spcBef>
                <a:spcPts val="1200"/>
              </a:spcBef>
              <a:spcAft>
                <a:spcPts val="0"/>
              </a:spcAft>
              <a:buNone/>
            </a:pPr>
            <a:r>
              <a:rPr lang="de">
                <a:solidFill>
                  <a:schemeClr val="dk1"/>
                </a:solidFill>
              </a:rPr>
              <a:t>This means, a habitat with fewer species can still be highly biodiverse if those species have very different functions and evolutionary histories. </a:t>
            </a:r>
            <a:r>
              <a:rPr lang="de">
                <a:solidFill>
                  <a:schemeClr val="dk1"/>
                </a:solidFill>
              </a:rPr>
              <a:t>Biodiversity is more complicated than simply counting species.</a:t>
            </a:r>
            <a:endParaRPr>
              <a:solidFill>
                <a:schemeClr val="dk1"/>
              </a:solidFill>
            </a:endParaRPr>
          </a:p>
          <a:p>
            <a:pPr indent="0" lvl="0" marL="0" rtl="0" algn="l">
              <a:lnSpc>
                <a:spcPct val="115000"/>
              </a:lnSpc>
              <a:spcBef>
                <a:spcPts val="1200"/>
              </a:spcBef>
              <a:spcAft>
                <a:spcPts val="0"/>
              </a:spcAft>
              <a:buNone/>
            </a:pPr>
            <a:r>
              <a:rPr lang="de" u="sng">
                <a:solidFill>
                  <a:schemeClr val="dk1"/>
                </a:solidFill>
              </a:rPr>
              <a:t>Spatial Scales:</a:t>
            </a:r>
            <a:endParaRPr u="sng">
              <a:solidFill>
                <a:schemeClr val="dk1"/>
              </a:solidFill>
            </a:endParaRPr>
          </a:p>
          <a:p>
            <a:pPr indent="0" lvl="0" marL="0" rtl="0" algn="l">
              <a:lnSpc>
                <a:spcPct val="115000"/>
              </a:lnSpc>
              <a:spcBef>
                <a:spcPts val="1200"/>
              </a:spcBef>
              <a:spcAft>
                <a:spcPts val="0"/>
              </a:spcAft>
              <a:buNone/>
            </a:pPr>
            <a:r>
              <a:rPr lang="de">
                <a:solidFill>
                  <a:schemeClr val="dk1"/>
                </a:solidFill>
              </a:rPr>
              <a:t>Point Diversity: Diversity at a single, small sampling point</a:t>
            </a:r>
            <a:endParaRPr>
              <a:solidFill>
                <a:schemeClr val="dk1"/>
              </a:solidFill>
            </a:endParaRPr>
          </a:p>
          <a:p>
            <a:pPr indent="0" lvl="0" marL="0" rtl="0" algn="l">
              <a:lnSpc>
                <a:spcPct val="115000"/>
              </a:lnSpc>
              <a:spcBef>
                <a:spcPts val="1200"/>
              </a:spcBef>
              <a:spcAft>
                <a:spcPts val="0"/>
              </a:spcAft>
              <a:buNone/>
            </a:pPr>
            <a:r>
              <a:rPr lang="de">
                <a:solidFill>
                  <a:schemeClr val="dk1"/>
                </a:solidFill>
              </a:rPr>
              <a:t>Alpha Diversity: Diversity looking at an entire community</a:t>
            </a:r>
            <a:endParaRPr>
              <a:solidFill>
                <a:schemeClr val="dk1"/>
              </a:solidFill>
            </a:endParaRPr>
          </a:p>
          <a:p>
            <a:pPr indent="0" lvl="0" marL="0" rtl="0" algn="l">
              <a:lnSpc>
                <a:spcPct val="115000"/>
              </a:lnSpc>
              <a:spcBef>
                <a:spcPts val="1200"/>
              </a:spcBef>
              <a:spcAft>
                <a:spcPts val="0"/>
              </a:spcAft>
              <a:buNone/>
            </a:pPr>
            <a:r>
              <a:rPr lang="de">
                <a:solidFill>
                  <a:schemeClr val="dk1"/>
                </a:solidFill>
              </a:rPr>
              <a:t>Beta Diversity: How does species composition change between measuring points (</a:t>
            </a:r>
            <a:r>
              <a:rPr lang="de">
                <a:solidFill>
                  <a:schemeClr val="dk1"/>
                </a:solidFill>
              </a:rPr>
              <a:t>time/space)</a:t>
            </a:r>
            <a:r>
              <a:rPr lang="de">
                <a:solidFill>
                  <a:schemeClr val="dk1"/>
                </a:solidFill>
              </a:rPr>
              <a:t>? </a:t>
            </a:r>
            <a:endParaRPr>
              <a:solidFill>
                <a:schemeClr val="dk1"/>
              </a:solidFill>
            </a:endParaRPr>
          </a:p>
          <a:p>
            <a:pPr indent="0" lvl="0" marL="0" rtl="0" algn="l">
              <a:lnSpc>
                <a:spcPct val="115000"/>
              </a:lnSpc>
              <a:spcBef>
                <a:spcPts val="1200"/>
              </a:spcBef>
              <a:spcAft>
                <a:spcPts val="0"/>
              </a:spcAft>
              <a:buNone/>
            </a:pPr>
            <a:r>
              <a:rPr lang="de">
                <a:solidFill>
                  <a:schemeClr val="dk1"/>
                </a:solidFill>
              </a:rPr>
              <a:t>Gamma Diversity: Diversity looking at several communities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rgbClr val="595959"/>
              </a:solidFill>
            </a:endParaRPr>
          </a:p>
          <a:p>
            <a:pPr indent="0" lvl="0" marL="0" rtl="0" algn="l">
              <a:lnSpc>
                <a:spcPct val="115000"/>
              </a:lnSpc>
              <a:spcBef>
                <a:spcPts val="1200"/>
              </a:spcBef>
              <a:spcAft>
                <a:spcPts val="1200"/>
              </a:spcAft>
              <a:buNone/>
            </a:pPr>
            <a:r>
              <a:t/>
            </a:r>
            <a:endParaRPr sz="1800">
              <a:solidFill>
                <a:srgbClr val="595959"/>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1" name="Shape 1621"/>
        <p:cNvGrpSpPr/>
        <p:nvPr/>
      </p:nvGrpSpPr>
      <p:grpSpPr>
        <a:xfrm>
          <a:off x="0" y="0"/>
          <a:ext cx="0" cy="0"/>
          <a:chOff x="0" y="0"/>
          <a:chExt cx="0" cy="0"/>
        </a:xfrm>
      </p:grpSpPr>
      <p:sp>
        <p:nvSpPr>
          <p:cNvPr id="1622" name="Google Shape;1622;h21a42a40cf041f32_84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3" name="Google Shape;1623;h21a42a40cf041f32_84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Because</a:t>
            </a:r>
            <a:r>
              <a:rPr lang="de"/>
              <a:t> there are so many ways to define diversity, measuring LDG becomes </a:t>
            </a:r>
            <a:r>
              <a:rPr lang="de"/>
              <a:t>difficult</a:t>
            </a:r>
            <a:r>
              <a:rPr lang="de"/>
              <a:t> to quantify. Ecologists struggle with whether to measure "area" as the total surface area of a zone like total tropical landmass, or the latitudinal area so the north-south span of a species or ecosystem which gets narrower at higher latitudes(older article explains). Another issue </a:t>
            </a:r>
            <a:r>
              <a:rPr lang="de"/>
              <a:t>scientists</a:t>
            </a:r>
            <a:r>
              <a:rPr lang="de"/>
              <a:t> face is </a:t>
            </a:r>
            <a:r>
              <a:rPr lang="de"/>
              <a:t>discrepancy</a:t>
            </a:r>
            <a:r>
              <a:rPr lang="de"/>
              <a:t> in sampling efforts. </a:t>
            </a:r>
            <a:r>
              <a:rPr lang="de"/>
              <a:t>Biodiversity sampling is more </a:t>
            </a:r>
            <a:r>
              <a:rPr lang="de"/>
              <a:t>heavily </a:t>
            </a:r>
            <a:r>
              <a:rPr lang="de"/>
              <a:t>concentrated in wealthy, temperate regions and the tropics are so diverse with species we have limited information on or the area is so remote, we have limited information about it. This is especially the case with marine </a:t>
            </a:r>
            <a:r>
              <a:rPr lang="de"/>
              <a:t>biodiversity. The third major issue is evolutionary rates. Counting species today doesn't tell us how they got there. We cannot easily see if the tropics have more species because new ones are born faster (a cradle), or because old ones live longer without dying out (a museum).</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9" name="Shape 1639"/>
        <p:cNvGrpSpPr/>
        <p:nvPr/>
      </p:nvGrpSpPr>
      <p:grpSpPr>
        <a:xfrm>
          <a:off x="0" y="0"/>
          <a:ext cx="0" cy="0"/>
          <a:chOff x="0" y="0"/>
          <a:chExt cx="0" cy="0"/>
        </a:xfrm>
      </p:grpSpPr>
      <p:sp>
        <p:nvSpPr>
          <p:cNvPr id="1640" name="Google Shape;1640;h6d86e04ec96b9502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1" name="Google Shape;1641;h6d86e04ec96b9502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solidFill>
                  <a:schemeClr val="dk1"/>
                </a:solidFill>
              </a:rPr>
              <a:t>So then, how do ecologists measure LDG? The main metric measured is species richness. This is calculated by counting the total number of species in a given area which can be a large task. Researchers sometimes count higher taxonomic groups, such as the total number of genera (plural of genus) or families in an area. This helps because missing a rare species is common but missing an entire genus is not. It also unlocks the fossil record where exact species are hard to identify, and proves the gradient is an ancient, deep-time evolutionary pattern rather than a temporary example. Evenness measures how equally individuals are distributed among those species. Unlike species richness, species evenness does not follow a predictable pattern from the equator to the poles and is often completely separated from the latitudinal gradient. In fact, tropical ecosystems can sometimes have lower evenness because they are dominated by a few highly abundant species along with many rare ones when there is so much diversity.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8" name="Shape 1658"/>
        <p:cNvGrpSpPr/>
        <p:nvPr/>
      </p:nvGrpSpPr>
      <p:grpSpPr>
        <a:xfrm>
          <a:off x="0" y="0"/>
          <a:ext cx="0" cy="0"/>
          <a:chOff x="0" y="0"/>
          <a:chExt cx="0" cy="0"/>
        </a:xfrm>
      </p:grpSpPr>
      <p:sp>
        <p:nvSpPr>
          <p:cNvPr id="1659" name="Google Shape;1659;h65f210d207aa5ccf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solidFill>
                  <a:schemeClr val="dk1"/>
                </a:solidFill>
              </a:rPr>
              <a:t>There is no single clear explanation. Instead, the pattern is shaped by a complex combination of interacting abiotic and biotic factors.</a:t>
            </a:r>
            <a:endParaRPr>
              <a:solidFill>
                <a:schemeClr val="dk1"/>
              </a:solidFill>
            </a:endParaRPr>
          </a:p>
          <a:p>
            <a:pPr indent="0" lvl="0" marL="0" rtl="0" algn="l">
              <a:spcBef>
                <a:spcPts val="0"/>
              </a:spcBef>
              <a:spcAft>
                <a:spcPts val="0"/>
              </a:spcAft>
              <a:buNone/>
            </a:pPr>
            <a:r>
              <a:rPr lang="de">
                <a:solidFill>
                  <a:schemeClr val="dk1"/>
                </a:solidFill>
              </a:rPr>
              <a:t>Among all of these, climate is the main overarching factor, influenced by amount of sunlight, average temperatures, precipitation, and seasonality.</a:t>
            </a:r>
            <a:endParaRPr>
              <a:solidFill>
                <a:schemeClr val="dk1"/>
              </a:solidFill>
            </a:endParaRPr>
          </a:p>
          <a:p>
            <a:pPr indent="0" lvl="0" marL="0" rtl="0" algn="l">
              <a:spcBef>
                <a:spcPts val="0"/>
              </a:spcBef>
              <a:spcAft>
                <a:spcPts val="0"/>
              </a:spcAft>
              <a:buNone/>
            </a:pPr>
            <a:r>
              <a:rPr lang="de">
                <a:solidFill>
                  <a:schemeClr val="dk1"/>
                </a:solidFill>
              </a:rPr>
              <a:t>We can see its impact clearly across geological time. During cooler periods, like our current climate, biodiversity peaks sharply at lower latitudes near the equator because higher latitudes become too harsh. However, during warmer periods in Earth's history, diversity was much more evenly distributed across the globe, simply because the equator became too hot for many species to survive.</a:t>
            </a:r>
            <a:endParaRPr>
              <a:solidFill>
                <a:schemeClr val="dk1"/>
              </a:solidFill>
            </a:endParaRPr>
          </a:p>
          <a:p>
            <a:pPr indent="0" lvl="0" marL="0" rtl="0" algn="l">
              <a:spcBef>
                <a:spcPts val="0"/>
              </a:spcBef>
              <a:spcAft>
                <a:spcPts val="0"/>
              </a:spcAft>
              <a:buNone/>
            </a:pPr>
            <a:r>
              <a:rPr lang="de">
                <a:solidFill>
                  <a:schemeClr val="dk1"/>
                </a:solidFill>
              </a:rPr>
              <a:t>Moving to the second factor in our priority order, Habitat Area, this follows a clear ecological chain: the tropics span a massive geographical area, which naturally supports greater habitat variety. More habitats provide more resources, which opens up more ecological niches and ultimately leads to less competition, supporting more species.</a:t>
            </a:r>
            <a:endParaRPr>
              <a:solidFill>
                <a:schemeClr val="dk1"/>
              </a:solidFill>
            </a:endParaRPr>
          </a:p>
          <a:p>
            <a:pPr indent="0" lvl="0" marL="0" rtl="0" algn="l">
              <a:spcBef>
                <a:spcPts val="0"/>
              </a:spcBef>
              <a:spcAft>
                <a:spcPts val="0"/>
              </a:spcAft>
              <a:buClr>
                <a:schemeClr val="dk1"/>
              </a:buClr>
              <a:buSzPts val="1100"/>
              <a:buFont typeface="Arial"/>
              <a:buNone/>
            </a:pPr>
            <a:r>
              <a:rPr lang="de">
                <a:solidFill>
                  <a:schemeClr val="dk1"/>
                </a:solidFill>
              </a:rPr>
              <a:t>Evolutionary History and Biotic Factors have only passing influence on biodiversity. Corresponding events have short-term effects only and can be compensated in short </a:t>
            </a:r>
            <a:r>
              <a:rPr lang="de">
                <a:solidFill>
                  <a:schemeClr val="dk1"/>
                </a:solidFill>
              </a:rPr>
              <a:t>(in relation to Earth History) </a:t>
            </a:r>
            <a:r>
              <a:rPr lang="de">
                <a:solidFill>
                  <a:schemeClr val="dk1"/>
                </a:solidFill>
              </a:rPr>
              <a:t>time periods.</a:t>
            </a:r>
            <a:endParaRPr>
              <a:solidFill>
                <a:schemeClr val="dk1"/>
              </a:solidFill>
            </a:endParaRPr>
          </a:p>
        </p:txBody>
      </p:sp>
      <p:sp>
        <p:nvSpPr>
          <p:cNvPr id="1660" name="Google Shape;1660;h65f210d207aa5ccf_11_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7" name="Shape 1687"/>
        <p:cNvGrpSpPr/>
        <p:nvPr/>
      </p:nvGrpSpPr>
      <p:grpSpPr>
        <a:xfrm>
          <a:off x="0" y="0"/>
          <a:ext cx="0" cy="0"/>
          <a:chOff x="0" y="0"/>
          <a:chExt cx="0" cy="0"/>
        </a:xfrm>
      </p:grpSpPr>
      <p:sp>
        <p:nvSpPr>
          <p:cNvPr id="1688" name="Google Shape;1688;h1e9e2b6850c1465e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9" name="Google Shape;1689;h1e9e2b6850c1465e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solidFill>
                  <a:schemeClr val="dk1"/>
                </a:solidFill>
              </a:rPr>
              <a:t>To truly understand the latitudinal diversity gradient, we have to look backward into Earth's history.</a:t>
            </a:r>
            <a:endParaRPr>
              <a:solidFill>
                <a:schemeClr val="dk1"/>
              </a:solidFill>
            </a:endParaRPr>
          </a:p>
          <a:p>
            <a:pPr indent="0" lvl="0" marL="0" rtl="0" algn="l">
              <a:spcBef>
                <a:spcPts val="0"/>
              </a:spcBef>
              <a:spcAft>
                <a:spcPts val="0"/>
              </a:spcAft>
              <a:buNone/>
            </a:pPr>
            <a:r>
              <a:rPr lang="de">
                <a:solidFill>
                  <a:schemeClr val="dk1"/>
                </a:solidFill>
              </a:rPr>
              <a:t>-</a:t>
            </a:r>
            <a:endParaRPr>
              <a:solidFill>
                <a:schemeClr val="dk1"/>
              </a:solidFill>
            </a:endParaRPr>
          </a:p>
          <a:p>
            <a:pPr indent="0" lvl="0" marL="0" rtl="0" algn="l">
              <a:spcBef>
                <a:spcPts val="0"/>
              </a:spcBef>
              <a:spcAft>
                <a:spcPts val="0"/>
              </a:spcAft>
              <a:buNone/>
            </a:pPr>
            <a:r>
              <a:rPr lang="de">
                <a:solidFill>
                  <a:schemeClr val="dk1"/>
                </a:solidFill>
              </a:rPr>
              <a:t>The 2023 paper by Brodie and Mannion compares historic climate models with geological data which shows that the sharp diversity peak we see today at the equator is not permanent. It only develops when the Earth is in a cooler phase. When the Earth was much hotter in the past, the difference in biodiversity between the tropics and the poles was much lower, leading to flat gradients or even peaks in temperate zones.</a:t>
            </a:r>
            <a:endParaRPr>
              <a:solidFill>
                <a:schemeClr val="dk1"/>
              </a:solidFill>
            </a:endParaRPr>
          </a:p>
          <a:p>
            <a:pPr indent="0" lvl="0" marL="0" rtl="0" algn="l">
              <a:spcBef>
                <a:spcPts val="0"/>
              </a:spcBef>
              <a:spcAft>
                <a:spcPts val="0"/>
              </a:spcAft>
              <a:buNone/>
            </a:pPr>
            <a:r>
              <a:rPr lang="de">
                <a:solidFill>
                  <a:schemeClr val="dk1"/>
                </a:solidFill>
              </a:rPr>
              <a:t>However, there is a temperature threshold; if it gets too hot, tropical biodiversity actually crashes because most organisms cannot survive extreme thermal stress.</a:t>
            </a:r>
            <a:endParaRPr>
              <a:solidFill>
                <a:schemeClr val="dk1"/>
              </a:solidFill>
            </a:endParaRPr>
          </a:p>
          <a:p>
            <a:pPr indent="0" lvl="0" marL="0" rtl="0" algn="l">
              <a:spcBef>
                <a:spcPts val="0"/>
              </a:spcBef>
              <a:spcAft>
                <a:spcPts val="0"/>
              </a:spcAft>
              <a:buNone/>
            </a:pPr>
            <a:r>
              <a:rPr lang="de">
                <a:solidFill>
                  <a:schemeClr val="dk1"/>
                </a:solidFill>
              </a:rPr>
              <a:t>-</a:t>
            </a:r>
            <a:endParaRPr>
              <a:solidFill>
                <a:schemeClr val="dk1"/>
              </a:solidFill>
            </a:endParaRPr>
          </a:p>
          <a:p>
            <a:pPr indent="0" lvl="0" marL="0" rtl="0" algn="l">
              <a:spcBef>
                <a:spcPts val="0"/>
              </a:spcBef>
              <a:spcAft>
                <a:spcPts val="0"/>
              </a:spcAft>
              <a:buNone/>
            </a:pPr>
            <a:r>
              <a:rPr lang="de">
                <a:solidFill>
                  <a:schemeClr val="dk1"/>
                </a:solidFill>
              </a:rPr>
              <a:t>This ties directly into the Tropical Conservatism Hypothesis. It suggests that because most ancient plant and animal groups originally evolved millions of years ago in warm, tropical conditions, they are biologically adapted to that warmth. Since the modern Earth is actually quite cool compared to its overall history, biodiversity has naturally stayed concentrated in the remaining warm, low-latitude areas.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de">
                <a:solidFill>
                  <a:schemeClr val="dk1"/>
                </a:solidFill>
              </a:rPr>
              <a:t>Investigating these historical patterns, however, comes with severe research hurdles. </a:t>
            </a:r>
            <a:endParaRPr>
              <a:solidFill>
                <a:schemeClr val="dk1"/>
              </a:solidFill>
            </a:endParaRPr>
          </a:p>
          <a:p>
            <a:pPr indent="0" lvl="0" marL="0" rtl="0" algn="l">
              <a:spcBef>
                <a:spcPts val="0"/>
              </a:spcBef>
              <a:spcAft>
                <a:spcPts val="0"/>
              </a:spcAft>
              <a:buNone/>
            </a:pPr>
            <a:r>
              <a:rPr lang="de">
                <a:solidFill>
                  <a:schemeClr val="dk1"/>
                </a:solidFill>
              </a:rPr>
              <a:t>-</a:t>
            </a:r>
            <a:endParaRPr>
              <a:solidFill>
                <a:schemeClr val="dk1"/>
              </a:solidFill>
            </a:endParaRPr>
          </a:p>
          <a:p>
            <a:pPr indent="0" lvl="0" marL="0" rtl="0" algn="l">
              <a:spcBef>
                <a:spcPts val="0"/>
              </a:spcBef>
              <a:spcAft>
                <a:spcPts val="0"/>
              </a:spcAft>
              <a:buNone/>
            </a:pPr>
            <a:r>
              <a:rPr lang="de">
                <a:solidFill>
                  <a:schemeClr val="dk1"/>
                </a:solidFill>
              </a:rPr>
              <a:t>Paleontological data is much more scattered than modern data, and the fossil record is heavily biased by several factors.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de">
                <a:solidFill>
                  <a:schemeClr val="dk1"/>
                </a:solidFill>
              </a:rPr>
              <a:t>First, there are morphological and mineralogical biases: soft-bodied organisms disappear entirely, and certain shell compositions dissolve easily over time.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de">
                <a:solidFill>
                  <a:schemeClr val="dk1"/>
                </a:solidFill>
              </a:rPr>
              <a:t>Second, we see size and habitat biases: larger fossils are more durable and easier to find, and marine organisms are much more likely to be preserved than land or freshwater animals.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de">
                <a:solidFill>
                  <a:schemeClr val="dk1"/>
                </a:solidFill>
              </a:rPr>
              <a:t>Finally, there is a population bias, meaning common species are far more likely to leave a fossil record than rare ones.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de">
                <a:solidFill>
                  <a:schemeClr val="dk1"/>
                </a:solidFill>
              </a:rPr>
              <a:t>Despite these massive structural hurdles, researchers have successfully proven that latitudinal gradients have shifted and existed across all three major eras of Earth's history: the Paleozoic, Mesozoic, and Cenozoic.</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3" name="Shape 1703"/>
        <p:cNvGrpSpPr/>
        <p:nvPr/>
      </p:nvGrpSpPr>
      <p:grpSpPr>
        <a:xfrm>
          <a:off x="0" y="0"/>
          <a:ext cx="0" cy="0"/>
          <a:chOff x="0" y="0"/>
          <a:chExt cx="0" cy="0"/>
        </a:xfrm>
      </p:grpSpPr>
      <p:sp>
        <p:nvSpPr>
          <p:cNvPr id="1704" name="Google Shape;1704;h2ee0356ee909263f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5" name="Google Shape;1705;h2ee0356ee909263f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To really understand the tropics, we have to look beyond just counting species. We have to look at the functional dimension: what species actually do, their physical traits, and how ecological jobs are distributed across the planet.</a:t>
            </a:r>
            <a:endParaRPr/>
          </a:p>
          <a:p>
            <a:pPr indent="0" lvl="0" marL="0" rtl="0" algn="l">
              <a:spcBef>
                <a:spcPts val="0"/>
              </a:spcBef>
              <a:spcAft>
                <a:spcPts val="0"/>
              </a:spcAft>
              <a:buNone/>
            </a:pPr>
            <a:r>
              <a:rPr lang="de"/>
              <a:t>As you move from the equator to the poles, you don't just lose total species numbers; you change how functional roles are filled. In stable, warm tropical environments, organisms can evolve into extreme specialists. Because each species occupies a narrower ecological niche, which means it relies on a very specific set of environmental conditions, a limited diet, or a restricted habitat to survive, many more species can 'pack' into a single community without crowding each other out. You can see this pattern directly on the maps on the slide: Map B shows global niche breadth. The dark blue shading across the tropics highlights how equatorial species have extremely narrow ecological niches, which is what allows for tight niche packing. Map A shows geographic range sizes, which expand toward the poles (shaded yellow and red) because high-latitude organisms must evolve bigger environmental tolerances to survive severe conditions like weather. Climate and environmental energy shape functional roles directly. In cold polar oceans, this gradient flips for specific groups like seabirds and seals. Here, instead of packing into tight, specialized niches like they do in the tropics, species switch to eating the massive amounts of food available. This happens because cold, nutrient-rich water rises to the surface, creating a huge buffet for everyone. Simply put: the tropics are crowded with specialists, while the poles are all about huge numbers of generalists who can adapt to anything</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2" name="Shape 1712"/>
        <p:cNvGrpSpPr/>
        <p:nvPr/>
      </p:nvGrpSpPr>
      <p:grpSpPr>
        <a:xfrm>
          <a:off x="0" y="0"/>
          <a:ext cx="0" cy="0"/>
          <a:chOff x="0" y="0"/>
          <a:chExt cx="0" cy="0"/>
        </a:xfrm>
      </p:grpSpPr>
      <p:sp>
        <p:nvSpPr>
          <p:cNvPr id="1713" name="Google Shape;1713;h1e9e2b6850c1465e_1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4" name="Google Shape;1714;h1e9e2b6850c1465e_1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de">
                <a:solidFill>
                  <a:schemeClr val="dk1"/>
                </a:solidFill>
              </a:rPr>
              <a:t>1</a:t>
            </a:r>
            <a:r>
              <a:rPr lang="de">
                <a:solidFill>
                  <a:schemeClr val="dk1"/>
                </a:solidFill>
              </a:rPr>
              <a:t>. Parasitic species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de">
                <a:solidFill>
                  <a:schemeClr val="dk1"/>
                </a:solidFill>
              </a:rPr>
              <a:t>The species richnesses of ecto- and endoparasites do not respond to latitude in a consistent fashion. This exception first discovered in parasitoidal Ichneumonidae. Further current studies indicate that ectoparasites in fish, birds, or mammals was unrelated to latitudinal variation.</a:t>
            </a:r>
            <a:endParaRPr>
              <a:solidFill>
                <a:schemeClr val="dk1"/>
              </a:solidFill>
            </a:endParaRPr>
          </a:p>
          <a:p>
            <a:pPr indent="0" lvl="0" marL="0" rtl="0" algn="l">
              <a:spcBef>
                <a:spcPts val="1200"/>
              </a:spcBef>
              <a:spcAft>
                <a:spcPts val="0"/>
              </a:spcAft>
              <a:buClr>
                <a:schemeClr val="dk1"/>
              </a:buClr>
              <a:buSzPts val="1100"/>
              <a:buFont typeface="Arial"/>
              <a:buNone/>
            </a:pPr>
            <a:r>
              <a:rPr lang="de">
                <a:solidFill>
                  <a:schemeClr val="dk1"/>
                </a:solidFill>
              </a:rPr>
              <a:t>Findings about Parasites can, however, be unreliable:</a:t>
            </a:r>
            <a:endParaRPr>
              <a:solidFill>
                <a:schemeClr val="dk1"/>
              </a:solidFill>
            </a:endParaRPr>
          </a:p>
          <a:p>
            <a:pPr indent="0" lvl="0" marL="0" rtl="0" algn="l">
              <a:spcBef>
                <a:spcPts val="0"/>
              </a:spcBef>
              <a:spcAft>
                <a:spcPts val="0"/>
              </a:spcAft>
              <a:buClr>
                <a:schemeClr val="dk1"/>
              </a:buClr>
              <a:buSzPts val="1100"/>
              <a:buFont typeface="Arial"/>
              <a:buNone/>
            </a:pPr>
            <a:r>
              <a:rPr lang="de">
                <a:solidFill>
                  <a:schemeClr val="dk1"/>
                </a:solidFill>
              </a:rPr>
              <a:t>a) More existing surveys of parasite diversity in temperate areas than in the tropics.</a:t>
            </a:r>
            <a:endParaRPr>
              <a:solidFill>
                <a:schemeClr val="dk1"/>
              </a:solidFill>
            </a:endParaRPr>
          </a:p>
          <a:p>
            <a:pPr indent="0" lvl="0" marL="0" rtl="0" algn="l">
              <a:spcBef>
                <a:spcPts val="0"/>
              </a:spcBef>
              <a:spcAft>
                <a:spcPts val="0"/>
              </a:spcAft>
              <a:buClr>
                <a:schemeClr val="dk1"/>
              </a:buClr>
              <a:buSzPts val="1100"/>
              <a:buFont typeface="Arial"/>
              <a:buNone/>
            </a:pPr>
            <a:r>
              <a:rPr lang="de">
                <a:solidFill>
                  <a:schemeClr val="dk1"/>
                </a:solidFill>
              </a:rPr>
              <a:t>b) Overall level of parasitological knowledge per host species is higher for temperate vertebrates than for tropical ones.</a:t>
            </a:r>
            <a:endParaRPr>
              <a:solidFill>
                <a:schemeClr val="dk1"/>
              </a:solidFill>
            </a:endParaRPr>
          </a:p>
          <a:p>
            <a:pPr indent="0" lvl="0" marL="0" rtl="0" algn="l">
              <a:spcBef>
                <a:spcPts val="0"/>
              </a:spcBef>
              <a:spcAft>
                <a:spcPts val="0"/>
              </a:spcAft>
              <a:buClr>
                <a:schemeClr val="dk1"/>
              </a:buClr>
              <a:buSzPts val="1100"/>
              <a:buFont typeface="Arial"/>
              <a:buNone/>
            </a:pPr>
            <a:r>
              <a:rPr lang="de">
                <a:solidFill>
                  <a:schemeClr val="dk1"/>
                </a:solidFill>
              </a:rPr>
              <a:t>c) Taxonomic resolution achieved per survey is also generally higher for temperate vertebrates than for tropical ones.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de">
                <a:solidFill>
                  <a:schemeClr val="dk1"/>
                </a:solidFill>
              </a:rPr>
              <a:t>→ Data from temperate and tropical regions are therefore not truly comparable at present, and it may be premature to attempt any large-scale test of the latitudinal diversity gradient hypothesis.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de">
                <a:solidFill>
                  <a:schemeClr val="dk1"/>
                </a:solidFill>
              </a:rPr>
              <a:t>2. Aquatic Flora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de">
                <a:solidFill>
                  <a:schemeClr val="dk1"/>
                </a:solidFill>
              </a:rPr>
              <a:t>With few exceptions, aquatic plants do not exhibit latitudinal gradients.</a:t>
            </a:r>
            <a:br>
              <a:rPr lang="de">
                <a:solidFill>
                  <a:schemeClr val="dk1"/>
                </a:solidFill>
              </a:rPr>
            </a:br>
            <a:r>
              <a:rPr lang="de">
                <a:solidFill>
                  <a:schemeClr val="dk1"/>
                </a:solidFill>
              </a:rPr>
              <a:t>Plants that emerge from water, like plants in swaps, follow the gradient more like terrestrial plants. Submerged plants peak in diversity at around 45°.</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de">
                <a:solidFill>
                  <a:schemeClr val="dk1"/>
                </a:solidFill>
              </a:rPr>
              <a:t>3. Secondary marine birds and mammals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de">
                <a:solidFill>
                  <a:schemeClr val="dk1"/>
                </a:solidFill>
              </a:rPr>
              <a:t>Those are taxa that have reverted to marine lifestyle after diverging from terrestrial ancestors.</a:t>
            </a:r>
            <a:br>
              <a:rPr lang="de">
                <a:solidFill>
                  <a:schemeClr val="dk1"/>
                </a:solidFill>
              </a:rPr>
            </a:br>
            <a:r>
              <a:rPr lang="de">
                <a:solidFill>
                  <a:schemeClr val="dk1"/>
                </a:solidFill>
              </a:rPr>
              <a:t>These taxa tend to show a temperate or polar peak.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de">
                <a:solidFill>
                  <a:schemeClr val="dk1"/>
                </a:solidFill>
              </a:rPr>
              <a:t>General Marine Biodiversity seems to peak around 15° and shows Equatorial Dip.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de">
                <a:solidFill>
                  <a:schemeClr val="dk1"/>
                </a:solidFill>
              </a:rPr>
              <a:t>4. Generally</a:t>
            </a:r>
            <a:endParaRPr>
              <a:solidFill>
                <a:schemeClr val="dk1"/>
              </a:solidFill>
            </a:endParaRPr>
          </a:p>
          <a:p>
            <a:pPr indent="0" lvl="0" marL="0" rtl="0" algn="l">
              <a:spcBef>
                <a:spcPts val="1200"/>
              </a:spcBef>
              <a:spcAft>
                <a:spcPts val="0"/>
              </a:spcAft>
              <a:buClr>
                <a:schemeClr val="dk1"/>
              </a:buClr>
              <a:buSzPts val="1100"/>
              <a:buFont typeface="Arial"/>
              <a:buNone/>
            </a:pPr>
            <a:r>
              <a:rPr lang="de">
                <a:solidFill>
                  <a:schemeClr val="dk1"/>
                </a:solidFill>
              </a:rPr>
              <a:t>Newer findings also differentiate taxonomically and show that depending on the species, LGDs can be varying.</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3" name="Shape 1733"/>
        <p:cNvGrpSpPr/>
        <p:nvPr/>
      </p:nvGrpSpPr>
      <p:grpSpPr>
        <a:xfrm>
          <a:off x="0" y="0"/>
          <a:ext cx="0" cy="0"/>
          <a:chOff x="0" y="0"/>
          <a:chExt cx="0" cy="0"/>
        </a:xfrm>
      </p:grpSpPr>
      <p:sp>
        <p:nvSpPr>
          <p:cNvPr id="1734" name="Google Shape;1734;h1e9e2b6850c1465e_1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5" name="Google Shape;1735;h1e9e2b6850c1465e_1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Understanding the LDG and species distribution patterns has several practical uses.</a:t>
            </a:r>
            <a:endParaRPr/>
          </a:p>
          <a:p>
            <a:pPr indent="0" lvl="0" marL="0" rtl="0" algn="l">
              <a:spcBef>
                <a:spcPts val="0"/>
              </a:spcBef>
              <a:spcAft>
                <a:spcPts val="0"/>
              </a:spcAft>
              <a:buNone/>
            </a:pPr>
            <a:r>
              <a:t/>
            </a:r>
            <a:endParaRPr/>
          </a:p>
          <a:p>
            <a:pPr indent="0" lvl="0" marL="0" rtl="0" algn="l">
              <a:spcBef>
                <a:spcPts val="0"/>
              </a:spcBef>
              <a:spcAft>
                <a:spcPts val="0"/>
              </a:spcAft>
              <a:buNone/>
            </a:pPr>
            <a:r>
              <a:rPr lang="de"/>
              <a:t>First, for climate and habitat. As temperatures rise, species may move to higher latitudes or elevations to find suitable conditions. Habitat loss can also reduce the space and resources they need. Understanding these patterns helps us predict which ecosystems are most at risk.</a:t>
            </a:r>
            <a:endParaRPr/>
          </a:p>
          <a:p>
            <a:pPr indent="0" lvl="0" marL="0" rtl="0" algn="l">
              <a:spcBef>
                <a:spcPts val="0"/>
              </a:spcBef>
              <a:spcAft>
                <a:spcPts val="0"/>
              </a:spcAft>
              <a:buNone/>
            </a:pPr>
            <a:r>
              <a:t/>
            </a:r>
            <a:endParaRPr/>
          </a:p>
          <a:p>
            <a:pPr indent="0" lvl="0" marL="0" rtl="0" algn="l">
              <a:spcBef>
                <a:spcPts val="0"/>
              </a:spcBef>
              <a:spcAft>
                <a:spcPts val="0"/>
              </a:spcAft>
              <a:buNone/>
            </a:pPr>
            <a:r>
              <a:rPr lang="de"/>
              <a:t>Second, for protection and risks. Biodiversity patterns help scientists identify areas with many species that need protection. They can also help predict where invasive species might spread and threaten native ecosystems.</a:t>
            </a:r>
            <a:endParaRPr/>
          </a:p>
          <a:p>
            <a:pPr indent="0" lvl="0" marL="0" rtl="0" algn="l">
              <a:spcBef>
                <a:spcPts val="0"/>
              </a:spcBef>
              <a:spcAft>
                <a:spcPts val="0"/>
              </a:spcAft>
              <a:buNone/>
            </a:pPr>
            <a:r>
              <a:t/>
            </a:r>
            <a:endParaRPr/>
          </a:p>
          <a:p>
            <a:pPr indent="0" lvl="0" marL="0" rtl="0" algn="l">
              <a:spcBef>
                <a:spcPts val="0"/>
              </a:spcBef>
              <a:spcAft>
                <a:spcPts val="0"/>
              </a:spcAft>
              <a:buNone/>
            </a:pPr>
            <a:r>
              <a:rPr lang="de"/>
              <a:t>Third, predicting future biodiversity. Scientists use models and environmental data to predict where species might live in the future. This helps with conservation planning and assessing the environmental impacts of new developments.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de"/>
              <a:t>Also it can be used in, astroecology. Where these ideas can help scientists understand how ecosystems might work on other planets.</a:t>
            </a:r>
            <a:endParaRPr sz="700">
              <a:solidFill>
                <a:srgbClr val="595959"/>
              </a:solidFill>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9" name="Shape 1749"/>
        <p:cNvGrpSpPr/>
        <p:nvPr/>
      </p:nvGrpSpPr>
      <p:grpSpPr>
        <a:xfrm>
          <a:off x="0" y="0"/>
          <a:ext cx="0" cy="0"/>
          <a:chOff x="0" y="0"/>
          <a:chExt cx="0" cy="0"/>
        </a:xfrm>
      </p:grpSpPr>
      <p:sp>
        <p:nvSpPr>
          <p:cNvPr id="1750" name="Google Shape;1750;he998179382d8388_1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1" name="Google Shape;1751;he998179382d8388_1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t/>
            </a:r>
            <a:endParaRPr sz="1800">
              <a:solidFill>
                <a:srgbClr val="595959"/>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1" name="Shape 1761"/>
        <p:cNvGrpSpPr/>
        <p:nvPr/>
      </p:nvGrpSpPr>
      <p:grpSpPr>
        <a:xfrm>
          <a:off x="0" y="0"/>
          <a:ext cx="0" cy="0"/>
          <a:chOff x="0" y="0"/>
          <a:chExt cx="0" cy="0"/>
        </a:xfrm>
      </p:grpSpPr>
      <p:sp>
        <p:nvSpPr>
          <p:cNvPr id="1762" name="Google Shape;1762;h6d86e04ec96b9502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3" name="Google Shape;1763;h6d86e04ec96b9502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7" name="Shape 1767"/>
        <p:cNvGrpSpPr/>
        <p:nvPr/>
      </p:nvGrpSpPr>
      <p:grpSpPr>
        <a:xfrm>
          <a:off x="0" y="0"/>
          <a:ext cx="0" cy="0"/>
          <a:chOff x="0" y="0"/>
          <a:chExt cx="0" cy="0"/>
        </a:xfrm>
      </p:grpSpPr>
      <p:sp>
        <p:nvSpPr>
          <p:cNvPr id="1768" name="Google Shape;1768;he998179382d8388_13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9" name="Google Shape;1769;he998179382d8388_13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3" name="Shape 1773"/>
        <p:cNvGrpSpPr/>
        <p:nvPr/>
      </p:nvGrpSpPr>
      <p:grpSpPr>
        <a:xfrm>
          <a:off x="0" y="0"/>
          <a:ext cx="0" cy="0"/>
          <a:chOff x="0" y="0"/>
          <a:chExt cx="0" cy="0"/>
        </a:xfrm>
      </p:grpSpPr>
      <p:sp>
        <p:nvSpPr>
          <p:cNvPr id="1774" name="Google Shape;1774;h7ce9bf5e7cb21e7d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5" name="Google Shape;1775;h7ce9bf5e7cb21e7d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0" name="Shape 1790"/>
        <p:cNvGrpSpPr/>
        <p:nvPr/>
      </p:nvGrpSpPr>
      <p:grpSpPr>
        <a:xfrm>
          <a:off x="0" y="0"/>
          <a:ext cx="0" cy="0"/>
          <a:chOff x="0" y="0"/>
          <a:chExt cx="0" cy="0"/>
        </a:xfrm>
      </p:grpSpPr>
      <p:sp>
        <p:nvSpPr>
          <p:cNvPr id="1791" name="Google Shape;1791;h716ef0e3807f8fa1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h716ef0e3807f8fa1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685800" y="860599"/>
            <a:ext cx="7772400" cy="7578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accent6"/>
              </a:buClr>
              <a:buSzPts val="4400"/>
              <a:buFont typeface="Calibri"/>
              <a:buNone/>
              <a:defRPr>
                <a:solidFill>
                  <a:schemeClr val="accent6"/>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371600" y="1402482"/>
            <a:ext cx="6400800" cy="593100"/>
          </a:xfrm>
          <a:prstGeom prst="rect">
            <a:avLst/>
          </a:prstGeom>
          <a:noFill/>
          <a:ln>
            <a:noFill/>
          </a:ln>
        </p:spPr>
        <p:txBody>
          <a:bodyPr anchorCtr="0" anchor="t" bIns="45700" lIns="91425" spcFirstLastPara="1" rIns="91425" wrap="square" tIns="45700">
            <a:normAutofit/>
          </a:bodyPr>
          <a:lstStyle>
            <a:lvl1pPr lvl="0" algn="ctr">
              <a:spcBef>
                <a:spcPts val="560"/>
              </a:spcBef>
              <a:spcAft>
                <a:spcPts val="0"/>
              </a:spcAft>
              <a:buClr>
                <a:schemeClr val="accent6"/>
              </a:buClr>
              <a:buSzPts val="2800"/>
              <a:buNone/>
              <a:defRPr sz="2800">
                <a:solidFill>
                  <a:schemeClr val="accent6"/>
                </a:solidFill>
                <a:latin typeface="Calibri"/>
                <a:ea typeface="Calibri"/>
                <a:cs typeface="Calibri"/>
                <a:sym typeface="Calibri"/>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2"/>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888888"/>
                </a:solidFill>
                <a:latin typeface="Calibri"/>
                <a:ea typeface="Calibri"/>
                <a:cs typeface="Calibri"/>
                <a:sym typeface="Calibri"/>
              </a:defRPr>
            </a:lvl1pPr>
            <a:lvl2pPr indent="0" lvl="1" marL="0" algn="r">
              <a:spcBef>
                <a:spcPts val="0"/>
              </a:spcBef>
              <a:buNone/>
              <a:defRPr b="0" i="0" sz="1200" u="none" cap="none" strike="noStrike">
                <a:solidFill>
                  <a:srgbClr val="888888"/>
                </a:solidFill>
                <a:latin typeface="Calibri"/>
                <a:ea typeface="Calibri"/>
                <a:cs typeface="Calibri"/>
                <a:sym typeface="Calibri"/>
              </a:defRPr>
            </a:lvl2pPr>
            <a:lvl3pPr indent="0" lvl="2" marL="0" algn="r">
              <a:spcBef>
                <a:spcPts val="0"/>
              </a:spcBef>
              <a:buNone/>
              <a:defRPr b="0" i="0" sz="1200" u="none" cap="none" strike="noStrike">
                <a:solidFill>
                  <a:srgbClr val="888888"/>
                </a:solidFill>
                <a:latin typeface="Calibri"/>
                <a:ea typeface="Calibri"/>
                <a:cs typeface="Calibri"/>
                <a:sym typeface="Calibri"/>
              </a:defRPr>
            </a:lvl3pPr>
            <a:lvl4pPr indent="0" lvl="3" marL="0" algn="r">
              <a:spcBef>
                <a:spcPts val="0"/>
              </a:spcBef>
              <a:buNone/>
              <a:defRPr b="0" i="0" sz="1200" u="none" cap="none" strike="noStrike">
                <a:solidFill>
                  <a:srgbClr val="888888"/>
                </a:solidFill>
                <a:latin typeface="Calibri"/>
                <a:ea typeface="Calibri"/>
                <a:cs typeface="Calibri"/>
                <a:sym typeface="Calibri"/>
              </a:defRPr>
            </a:lvl4pPr>
            <a:lvl5pPr indent="0" lvl="4" marL="0" algn="r">
              <a:spcBef>
                <a:spcPts val="0"/>
              </a:spcBef>
              <a:buNone/>
              <a:defRPr b="0" i="0" sz="1200" u="none" cap="none" strike="noStrike">
                <a:solidFill>
                  <a:srgbClr val="888888"/>
                </a:solidFill>
                <a:latin typeface="Calibri"/>
                <a:ea typeface="Calibri"/>
                <a:cs typeface="Calibri"/>
                <a:sym typeface="Calibri"/>
              </a:defRPr>
            </a:lvl5pPr>
            <a:lvl6pPr indent="0" lvl="5" marL="0" algn="r">
              <a:spcBef>
                <a:spcPts val="0"/>
              </a:spcBef>
              <a:buNone/>
              <a:defRPr b="0" i="0" sz="1200" u="none" cap="none" strike="noStrike">
                <a:solidFill>
                  <a:srgbClr val="888888"/>
                </a:solidFill>
                <a:latin typeface="Calibri"/>
                <a:ea typeface="Calibri"/>
                <a:cs typeface="Calibri"/>
                <a:sym typeface="Calibri"/>
              </a:defRPr>
            </a:lvl6pPr>
            <a:lvl7pPr indent="0" lvl="6" marL="0" algn="r">
              <a:spcBef>
                <a:spcPts val="0"/>
              </a:spcBef>
              <a:buNone/>
              <a:defRPr b="0" i="0" sz="1200" u="none" cap="none" strike="noStrike">
                <a:solidFill>
                  <a:srgbClr val="888888"/>
                </a:solidFill>
                <a:latin typeface="Calibri"/>
                <a:ea typeface="Calibri"/>
                <a:cs typeface="Calibri"/>
                <a:sym typeface="Calibri"/>
              </a:defRPr>
            </a:lvl7pPr>
            <a:lvl8pPr indent="0" lvl="7" marL="0" algn="r">
              <a:spcBef>
                <a:spcPts val="0"/>
              </a:spcBef>
              <a:buNone/>
              <a:defRPr b="0" i="0" sz="1200" u="none" cap="none" strike="noStrike">
                <a:solidFill>
                  <a:srgbClr val="888888"/>
                </a:solidFill>
                <a:latin typeface="Calibri"/>
                <a:ea typeface="Calibri"/>
                <a:cs typeface="Calibri"/>
                <a:sym typeface="Calibri"/>
              </a:defRPr>
            </a:lvl8pPr>
            <a:lvl9pPr indent="0" lvl="8" mar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ees Diagram">
  <p:cSld name="Trees Diagram">
    <p:spTree>
      <p:nvGrpSpPr>
        <p:cNvPr id="17" name="Shape 17"/>
        <p:cNvGrpSpPr/>
        <p:nvPr/>
      </p:nvGrpSpPr>
      <p:grpSpPr>
        <a:xfrm>
          <a:off x="0" y="0"/>
          <a:ext cx="0" cy="0"/>
          <a:chOff x="0" y="0"/>
          <a:chExt cx="0" cy="0"/>
        </a:xfrm>
      </p:grpSpPr>
      <p:grpSp>
        <p:nvGrpSpPr>
          <p:cNvPr id="18" name="Google Shape;18;p3"/>
          <p:cNvGrpSpPr/>
          <p:nvPr/>
        </p:nvGrpSpPr>
        <p:grpSpPr>
          <a:xfrm>
            <a:off x="3348040" y="2546351"/>
            <a:ext cx="973432" cy="1691418"/>
            <a:chOff x="2109" y="1604"/>
            <a:chExt cx="613" cy="1065"/>
          </a:xfrm>
        </p:grpSpPr>
        <p:sp>
          <p:nvSpPr>
            <p:cNvPr id="19" name="Google Shape;19;p3"/>
            <p:cNvSpPr/>
            <p:nvPr/>
          </p:nvSpPr>
          <p:spPr>
            <a:xfrm>
              <a:off x="2109" y="1604"/>
              <a:ext cx="307" cy="795"/>
            </a:xfrm>
            <a:custGeom>
              <a:rect b="b" l="l" r="r" t="t"/>
              <a:pathLst>
                <a:path extrusionOk="0" h="761" w="293">
                  <a:moveTo>
                    <a:pt x="293" y="0"/>
                  </a:moveTo>
                  <a:cubicBezTo>
                    <a:pt x="293" y="761"/>
                    <a:pt x="293" y="761"/>
                    <a:pt x="293" y="761"/>
                  </a:cubicBezTo>
                  <a:cubicBezTo>
                    <a:pt x="131" y="761"/>
                    <a:pt x="0" y="630"/>
                    <a:pt x="0" y="468"/>
                  </a:cubicBezTo>
                  <a:cubicBezTo>
                    <a:pt x="0" y="307"/>
                    <a:pt x="131" y="0"/>
                    <a:pt x="293" y="0"/>
                  </a:cubicBezTo>
                  <a:close/>
                </a:path>
              </a:pathLst>
            </a:custGeom>
            <a:solidFill>
              <a:srgbClr val="A6D35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3"/>
            <p:cNvSpPr/>
            <p:nvPr/>
          </p:nvSpPr>
          <p:spPr>
            <a:xfrm>
              <a:off x="2416" y="1604"/>
              <a:ext cx="306" cy="795"/>
            </a:xfrm>
            <a:custGeom>
              <a:rect b="b" l="l" r="r" t="t"/>
              <a:pathLst>
                <a:path extrusionOk="0" h="761" w="293">
                  <a:moveTo>
                    <a:pt x="293" y="468"/>
                  </a:moveTo>
                  <a:cubicBezTo>
                    <a:pt x="293" y="630"/>
                    <a:pt x="162" y="761"/>
                    <a:pt x="0" y="761"/>
                  </a:cubicBezTo>
                  <a:cubicBezTo>
                    <a:pt x="0" y="0"/>
                    <a:pt x="0" y="0"/>
                    <a:pt x="0" y="0"/>
                  </a:cubicBezTo>
                  <a:cubicBezTo>
                    <a:pt x="162" y="0"/>
                    <a:pt x="293" y="307"/>
                    <a:pt x="293" y="468"/>
                  </a:cubicBezTo>
                  <a:close/>
                </a:path>
              </a:pathLst>
            </a:custGeom>
            <a:solidFill>
              <a:srgbClr val="83B5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 name="Google Shape;21;p3"/>
            <p:cNvSpPr/>
            <p:nvPr/>
          </p:nvSpPr>
          <p:spPr>
            <a:xfrm>
              <a:off x="2110" y="2618"/>
              <a:ext cx="600" cy="0"/>
            </a:xfrm>
            <a:prstGeom prst="ellipse">
              <a:avLst/>
            </a:prstGeom>
            <a:solidFill>
              <a:srgbClr val="66A0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 name="Google Shape;22;p3"/>
            <p:cNvSpPr/>
            <p:nvPr/>
          </p:nvSpPr>
          <p:spPr>
            <a:xfrm>
              <a:off x="2410" y="2264"/>
              <a:ext cx="17" cy="405"/>
            </a:xfrm>
            <a:custGeom>
              <a:rect b="b" l="l" r="r" t="t"/>
              <a:pathLst>
                <a:path extrusionOk="0" h="388" w="16">
                  <a:moveTo>
                    <a:pt x="16" y="0"/>
                  </a:moveTo>
                  <a:cubicBezTo>
                    <a:pt x="16" y="388"/>
                    <a:pt x="16" y="388"/>
                    <a:pt x="16" y="388"/>
                  </a:cubicBezTo>
                  <a:cubicBezTo>
                    <a:pt x="0" y="388"/>
                    <a:pt x="0" y="388"/>
                    <a:pt x="0" y="388"/>
                  </a:cubicBezTo>
                  <a:cubicBezTo>
                    <a:pt x="0" y="6"/>
                    <a:pt x="0" y="6"/>
                    <a:pt x="0" y="6"/>
                  </a:cubicBezTo>
                  <a:cubicBezTo>
                    <a:pt x="1" y="5"/>
                    <a:pt x="3" y="4"/>
                    <a:pt x="5" y="3"/>
                  </a:cubicBezTo>
                  <a:cubicBezTo>
                    <a:pt x="6" y="2"/>
                    <a:pt x="8" y="1"/>
                    <a:pt x="10" y="0"/>
                  </a:cubicBezTo>
                  <a:lnTo>
                    <a:pt x="16" y="0"/>
                  </a:lnTo>
                  <a:close/>
                </a:path>
              </a:pathLst>
            </a:custGeom>
            <a:solidFill>
              <a:srgbClr val="7C69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 name="Google Shape;23;p3"/>
            <p:cNvSpPr/>
            <p:nvPr/>
          </p:nvSpPr>
          <p:spPr>
            <a:xfrm>
              <a:off x="2416" y="2241"/>
              <a:ext cx="40" cy="428"/>
            </a:xfrm>
            <a:custGeom>
              <a:rect b="b" l="l" r="r" t="t"/>
              <a:pathLst>
                <a:path extrusionOk="0" h="410" w="39">
                  <a:moveTo>
                    <a:pt x="39" y="0"/>
                  </a:moveTo>
                  <a:cubicBezTo>
                    <a:pt x="39" y="410"/>
                    <a:pt x="39" y="410"/>
                    <a:pt x="39" y="410"/>
                  </a:cubicBezTo>
                  <a:cubicBezTo>
                    <a:pt x="0" y="410"/>
                    <a:pt x="0" y="410"/>
                    <a:pt x="0" y="410"/>
                  </a:cubicBezTo>
                  <a:cubicBezTo>
                    <a:pt x="0" y="25"/>
                    <a:pt x="0" y="25"/>
                    <a:pt x="0" y="25"/>
                  </a:cubicBezTo>
                  <a:cubicBezTo>
                    <a:pt x="1" y="24"/>
                    <a:pt x="3" y="23"/>
                    <a:pt x="5" y="22"/>
                  </a:cubicBezTo>
                  <a:cubicBezTo>
                    <a:pt x="18" y="15"/>
                    <a:pt x="29" y="7"/>
                    <a:pt x="39" y="0"/>
                  </a:cubicBezTo>
                  <a:close/>
                </a:path>
              </a:pathLst>
            </a:custGeom>
            <a:solidFill>
              <a:srgbClr val="6D582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 name="Google Shape;24;p3"/>
            <p:cNvSpPr/>
            <p:nvPr/>
          </p:nvSpPr>
          <p:spPr>
            <a:xfrm>
              <a:off x="2375" y="2267"/>
              <a:ext cx="41" cy="402"/>
            </a:xfrm>
            <a:custGeom>
              <a:rect b="b" l="l" r="r" t="t"/>
              <a:pathLst>
                <a:path extrusionOk="0" h="385" w="39">
                  <a:moveTo>
                    <a:pt x="39" y="0"/>
                  </a:moveTo>
                  <a:cubicBezTo>
                    <a:pt x="39" y="385"/>
                    <a:pt x="39" y="385"/>
                    <a:pt x="39" y="385"/>
                  </a:cubicBezTo>
                  <a:cubicBezTo>
                    <a:pt x="0" y="385"/>
                    <a:pt x="0" y="385"/>
                    <a:pt x="0" y="385"/>
                  </a:cubicBezTo>
                  <a:cubicBezTo>
                    <a:pt x="0" y="19"/>
                    <a:pt x="0" y="19"/>
                    <a:pt x="0" y="19"/>
                  </a:cubicBezTo>
                  <a:cubicBezTo>
                    <a:pt x="12" y="14"/>
                    <a:pt x="23" y="9"/>
                    <a:pt x="34" y="3"/>
                  </a:cubicBezTo>
                  <a:cubicBezTo>
                    <a:pt x="35" y="2"/>
                    <a:pt x="37" y="1"/>
                    <a:pt x="39" y="0"/>
                  </a:cubicBezTo>
                  <a:close/>
                </a:path>
              </a:pathLst>
            </a:custGeom>
            <a:solidFill>
              <a:srgbClr val="7C69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 name="Google Shape;25;p3"/>
            <p:cNvSpPr/>
            <p:nvPr/>
          </p:nvSpPr>
          <p:spPr>
            <a:xfrm>
              <a:off x="2250" y="2284"/>
              <a:ext cx="147" cy="75"/>
            </a:xfrm>
            <a:custGeom>
              <a:rect b="b" l="l" r="r" t="t"/>
              <a:pathLst>
                <a:path extrusionOk="0" h="72" w="140">
                  <a:moveTo>
                    <a:pt x="140" y="30"/>
                  </a:moveTo>
                  <a:cubicBezTo>
                    <a:pt x="128" y="31"/>
                    <a:pt x="116" y="31"/>
                    <a:pt x="103" y="30"/>
                  </a:cubicBezTo>
                  <a:cubicBezTo>
                    <a:pt x="91" y="30"/>
                    <a:pt x="79" y="29"/>
                    <a:pt x="67" y="28"/>
                  </a:cubicBezTo>
                  <a:cubicBezTo>
                    <a:pt x="54" y="26"/>
                    <a:pt x="42" y="24"/>
                    <a:pt x="31" y="20"/>
                  </a:cubicBezTo>
                  <a:cubicBezTo>
                    <a:pt x="19" y="16"/>
                    <a:pt x="8" y="10"/>
                    <a:pt x="0" y="0"/>
                  </a:cubicBezTo>
                  <a:cubicBezTo>
                    <a:pt x="4" y="12"/>
                    <a:pt x="15" y="22"/>
                    <a:pt x="26" y="29"/>
                  </a:cubicBezTo>
                  <a:cubicBezTo>
                    <a:pt x="37" y="37"/>
                    <a:pt x="49" y="43"/>
                    <a:pt x="61" y="48"/>
                  </a:cubicBezTo>
                  <a:cubicBezTo>
                    <a:pt x="73" y="54"/>
                    <a:pt x="85" y="58"/>
                    <a:pt x="98" y="62"/>
                  </a:cubicBezTo>
                  <a:cubicBezTo>
                    <a:pt x="111" y="66"/>
                    <a:pt x="123" y="69"/>
                    <a:pt x="137" y="72"/>
                  </a:cubicBezTo>
                  <a:lnTo>
                    <a:pt x="140" y="30"/>
                  </a:lnTo>
                  <a:close/>
                </a:path>
              </a:pathLst>
            </a:custGeom>
            <a:solidFill>
              <a:srgbClr val="7C69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6" name="Google Shape;26;p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sp>
        <p:nvSpPr>
          <p:cNvPr id="29" name="Google Shape;29;p3"/>
          <p:cNvSpPr txBox="1"/>
          <p:nvPr>
            <p:ph idx="1" type="body"/>
          </p:nvPr>
        </p:nvSpPr>
        <p:spPr>
          <a:xfrm>
            <a:off x="467544" y="2377034"/>
            <a:ext cx="2592300" cy="1923000"/>
          </a:xfrm>
          <a:prstGeom prst="rect">
            <a:avLst/>
          </a:prstGeom>
          <a:noFill/>
          <a:ln>
            <a:noFill/>
          </a:ln>
        </p:spPr>
        <p:txBody>
          <a:bodyPr anchorCtr="0" anchor="t" bIns="45700" lIns="91425" spcFirstLastPara="1" rIns="91425" wrap="square" tIns="45700">
            <a:noAutofit/>
          </a:bodyPr>
          <a:lstStyle>
            <a:lvl1pPr indent="-228600" lvl="0" marL="457200" algn="r">
              <a:spcBef>
                <a:spcPts val="360"/>
              </a:spcBef>
              <a:spcAft>
                <a:spcPts val="0"/>
              </a:spcAft>
              <a:buClr>
                <a:schemeClr val="accent6"/>
              </a:buClr>
              <a:buSzPts val="1800"/>
              <a:buNone/>
              <a:defRPr sz="1800">
                <a:solidFill>
                  <a:schemeClr val="accent6"/>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 name="Google Shape;30;p3"/>
          <p:cNvSpPr txBox="1"/>
          <p:nvPr>
            <p:ph idx="2" type="body"/>
          </p:nvPr>
        </p:nvSpPr>
        <p:spPr>
          <a:xfrm>
            <a:off x="467544" y="2016994"/>
            <a:ext cx="2592300" cy="360000"/>
          </a:xfrm>
          <a:prstGeom prst="rect">
            <a:avLst/>
          </a:prstGeom>
          <a:noFill/>
          <a:ln>
            <a:noFill/>
          </a:ln>
        </p:spPr>
        <p:txBody>
          <a:bodyPr anchorCtr="0" anchor="t" bIns="45700" lIns="91425" spcFirstLastPara="1" rIns="91425" wrap="square" tIns="45700">
            <a:noAutofit/>
          </a:bodyPr>
          <a:lstStyle>
            <a:lvl1pPr indent="-228600" lvl="0" marL="457200" algn="r">
              <a:spcBef>
                <a:spcPts val="440"/>
              </a:spcBef>
              <a:spcAft>
                <a:spcPts val="0"/>
              </a:spcAft>
              <a:buClr>
                <a:schemeClr val="accent5"/>
              </a:buClr>
              <a:buSzPts val="2200"/>
              <a:buNone/>
              <a:defRPr b="0" sz="22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1" name="Google Shape;31;p3"/>
          <p:cNvSpPr txBox="1"/>
          <p:nvPr>
            <p:ph idx="3" type="body"/>
          </p:nvPr>
        </p:nvSpPr>
        <p:spPr>
          <a:xfrm>
            <a:off x="6012160" y="2377034"/>
            <a:ext cx="2592300" cy="1923000"/>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Clr>
                <a:schemeClr val="accent6"/>
              </a:buClr>
              <a:buSzPts val="1800"/>
              <a:buNone/>
              <a:defRPr sz="1800">
                <a:solidFill>
                  <a:schemeClr val="accent6"/>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 name="Google Shape;32;p3"/>
          <p:cNvSpPr txBox="1"/>
          <p:nvPr>
            <p:ph idx="4" type="body"/>
          </p:nvPr>
        </p:nvSpPr>
        <p:spPr>
          <a:xfrm>
            <a:off x="6012160" y="2016994"/>
            <a:ext cx="2592300" cy="360000"/>
          </a:xfrm>
          <a:prstGeom prst="rect">
            <a:avLst/>
          </a:prstGeom>
          <a:noFill/>
          <a:ln>
            <a:noFill/>
          </a:ln>
        </p:spPr>
        <p:txBody>
          <a:bodyPr anchorCtr="0" anchor="t" bIns="45700" lIns="91425" spcFirstLastPara="1" rIns="91425" wrap="square" tIns="45700">
            <a:noAutofit/>
          </a:bodyPr>
          <a:lstStyle>
            <a:lvl1pPr indent="-228600" lvl="0" marL="457200" algn="l">
              <a:spcBef>
                <a:spcPts val="440"/>
              </a:spcBef>
              <a:spcAft>
                <a:spcPts val="0"/>
              </a:spcAft>
              <a:buClr>
                <a:schemeClr val="accent5"/>
              </a:buClr>
              <a:buSzPts val="2200"/>
              <a:buNone/>
              <a:defRPr b="0" sz="22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3" name="Google Shape;33;p3"/>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Calibri"/>
              <a:buNone/>
              <a:defRPr sz="4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3"/>
          <p:cNvSpPr txBox="1"/>
          <p:nvPr>
            <p:ph idx="5" type="body"/>
          </p:nvPr>
        </p:nvSpPr>
        <p:spPr>
          <a:xfrm>
            <a:off x="468313" y="771550"/>
            <a:ext cx="8207400" cy="503700"/>
          </a:xfrm>
          <a:prstGeom prst="rect">
            <a:avLst/>
          </a:prstGeom>
          <a:noFill/>
          <a:ln>
            <a:noFill/>
          </a:ln>
        </p:spPr>
        <p:txBody>
          <a:bodyPr anchorCtr="0" anchor="t" bIns="45700" lIns="91425" spcFirstLastPara="1" rIns="91425" wrap="square" tIns="45700">
            <a:noAutofit/>
          </a:bodyPr>
          <a:lstStyle>
            <a:lvl1pPr indent="-228600" lvl="0" marL="457200" algn="l">
              <a:spcBef>
                <a:spcPts val="540"/>
              </a:spcBef>
              <a:spcAft>
                <a:spcPts val="0"/>
              </a:spcAft>
              <a:buClr>
                <a:schemeClr val="accent5"/>
              </a:buClr>
              <a:buSzPts val="2700"/>
              <a:buNone/>
              <a:defRPr sz="27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35" name="Google Shape;35;p3"/>
          <p:cNvGrpSpPr/>
          <p:nvPr/>
        </p:nvGrpSpPr>
        <p:grpSpPr>
          <a:xfrm>
            <a:off x="3960813" y="1465263"/>
            <a:ext cx="1904999" cy="3376613"/>
            <a:chOff x="2495" y="923"/>
            <a:chExt cx="1200" cy="2127"/>
          </a:xfrm>
        </p:grpSpPr>
        <p:sp>
          <p:nvSpPr>
            <p:cNvPr id="36" name="Google Shape;36;p3"/>
            <p:cNvSpPr/>
            <p:nvPr/>
          </p:nvSpPr>
          <p:spPr>
            <a:xfrm>
              <a:off x="2495" y="2750"/>
              <a:ext cx="1200" cy="300"/>
            </a:xfrm>
            <a:prstGeom prst="ellipse">
              <a:avLst/>
            </a:prstGeom>
            <a:solidFill>
              <a:srgbClr val="66A0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 name="Google Shape;37;p3"/>
            <p:cNvSpPr/>
            <p:nvPr/>
          </p:nvSpPr>
          <p:spPr>
            <a:xfrm>
              <a:off x="2495" y="923"/>
              <a:ext cx="556" cy="1374"/>
            </a:xfrm>
            <a:custGeom>
              <a:rect b="b" l="l" r="r" t="t"/>
              <a:pathLst>
                <a:path extrusionOk="0" h="1485" w="601">
                  <a:moveTo>
                    <a:pt x="601" y="0"/>
                  </a:moveTo>
                  <a:cubicBezTo>
                    <a:pt x="601" y="1485"/>
                    <a:pt x="601" y="1485"/>
                    <a:pt x="601" y="1485"/>
                  </a:cubicBezTo>
                  <a:cubicBezTo>
                    <a:pt x="510" y="1485"/>
                    <a:pt x="433" y="1422"/>
                    <a:pt x="412" y="1338"/>
                  </a:cubicBezTo>
                  <a:cubicBezTo>
                    <a:pt x="386" y="1350"/>
                    <a:pt x="357" y="1358"/>
                    <a:pt x="327" y="1358"/>
                  </a:cubicBezTo>
                  <a:cubicBezTo>
                    <a:pt x="220" y="1358"/>
                    <a:pt x="133" y="1271"/>
                    <a:pt x="133" y="1164"/>
                  </a:cubicBezTo>
                  <a:cubicBezTo>
                    <a:pt x="133" y="1126"/>
                    <a:pt x="144" y="1090"/>
                    <a:pt x="164" y="1060"/>
                  </a:cubicBezTo>
                  <a:cubicBezTo>
                    <a:pt x="125" y="1019"/>
                    <a:pt x="101" y="965"/>
                    <a:pt x="99" y="905"/>
                  </a:cubicBezTo>
                  <a:cubicBezTo>
                    <a:pt x="39" y="864"/>
                    <a:pt x="0" y="795"/>
                    <a:pt x="0" y="717"/>
                  </a:cubicBezTo>
                  <a:cubicBezTo>
                    <a:pt x="0" y="592"/>
                    <a:pt x="101" y="490"/>
                    <a:pt x="227" y="490"/>
                  </a:cubicBezTo>
                  <a:cubicBezTo>
                    <a:pt x="254" y="490"/>
                    <a:pt x="281" y="495"/>
                    <a:pt x="305" y="504"/>
                  </a:cubicBezTo>
                  <a:cubicBezTo>
                    <a:pt x="310" y="440"/>
                    <a:pt x="348" y="382"/>
                    <a:pt x="406" y="352"/>
                  </a:cubicBezTo>
                  <a:cubicBezTo>
                    <a:pt x="389" y="329"/>
                    <a:pt x="378" y="301"/>
                    <a:pt x="378" y="271"/>
                  </a:cubicBezTo>
                  <a:cubicBezTo>
                    <a:pt x="378" y="201"/>
                    <a:pt x="433" y="143"/>
                    <a:pt x="502" y="138"/>
                  </a:cubicBezTo>
                  <a:cubicBezTo>
                    <a:pt x="498" y="127"/>
                    <a:pt x="496" y="116"/>
                    <a:pt x="496" y="104"/>
                  </a:cubicBezTo>
                  <a:cubicBezTo>
                    <a:pt x="496" y="47"/>
                    <a:pt x="543" y="0"/>
                    <a:pt x="601" y="0"/>
                  </a:cubicBezTo>
                  <a:close/>
                </a:path>
              </a:pathLst>
            </a:custGeom>
            <a:solidFill>
              <a:srgbClr val="A6D35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 name="Google Shape;38;p3"/>
            <p:cNvSpPr/>
            <p:nvPr/>
          </p:nvSpPr>
          <p:spPr>
            <a:xfrm>
              <a:off x="3051" y="923"/>
              <a:ext cx="556" cy="1374"/>
            </a:xfrm>
            <a:custGeom>
              <a:rect b="b" l="l" r="r" t="t"/>
              <a:pathLst>
                <a:path extrusionOk="0" h="1485" w="599">
                  <a:moveTo>
                    <a:pt x="390" y="1139"/>
                  </a:moveTo>
                  <a:cubicBezTo>
                    <a:pt x="391" y="1147"/>
                    <a:pt x="391" y="1155"/>
                    <a:pt x="391" y="1164"/>
                  </a:cubicBezTo>
                  <a:cubicBezTo>
                    <a:pt x="391" y="1276"/>
                    <a:pt x="301" y="1366"/>
                    <a:pt x="189" y="1366"/>
                  </a:cubicBezTo>
                  <a:cubicBezTo>
                    <a:pt x="186" y="1366"/>
                    <a:pt x="183" y="1366"/>
                    <a:pt x="179" y="1365"/>
                  </a:cubicBezTo>
                  <a:cubicBezTo>
                    <a:pt x="150" y="1436"/>
                    <a:pt x="80" y="1485"/>
                    <a:pt x="0" y="1485"/>
                  </a:cubicBezTo>
                  <a:cubicBezTo>
                    <a:pt x="0" y="0"/>
                    <a:pt x="0" y="0"/>
                    <a:pt x="0" y="0"/>
                  </a:cubicBezTo>
                  <a:cubicBezTo>
                    <a:pt x="57" y="0"/>
                    <a:pt x="104" y="47"/>
                    <a:pt x="104" y="104"/>
                  </a:cubicBezTo>
                  <a:cubicBezTo>
                    <a:pt x="104" y="127"/>
                    <a:pt x="97" y="147"/>
                    <a:pt x="85" y="164"/>
                  </a:cubicBezTo>
                  <a:cubicBezTo>
                    <a:pt x="95" y="162"/>
                    <a:pt x="105" y="161"/>
                    <a:pt x="116" y="161"/>
                  </a:cubicBezTo>
                  <a:cubicBezTo>
                    <a:pt x="215" y="161"/>
                    <a:pt x="295" y="242"/>
                    <a:pt x="295" y="341"/>
                  </a:cubicBezTo>
                  <a:cubicBezTo>
                    <a:pt x="295" y="404"/>
                    <a:pt x="262" y="460"/>
                    <a:pt x="213" y="491"/>
                  </a:cubicBezTo>
                  <a:cubicBezTo>
                    <a:pt x="228" y="489"/>
                    <a:pt x="244" y="488"/>
                    <a:pt x="261" y="488"/>
                  </a:cubicBezTo>
                  <a:cubicBezTo>
                    <a:pt x="448" y="488"/>
                    <a:pt x="599" y="639"/>
                    <a:pt x="599" y="826"/>
                  </a:cubicBezTo>
                  <a:cubicBezTo>
                    <a:pt x="599" y="967"/>
                    <a:pt x="512" y="1088"/>
                    <a:pt x="390" y="1139"/>
                  </a:cubicBezTo>
                  <a:close/>
                </a:path>
              </a:pathLst>
            </a:custGeom>
            <a:solidFill>
              <a:srgbClr val="83B5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3"/>
            <p:cNvSpPr/>
            <p:nvPr/>
          </p:nvSpPr>
          <p:spPr>
            <a:xfrm>
              <a:off x="3038" y="2093"/>
              <a:ext cx="35" cy="750"/>
            </a:xfrm>
            <a:custGeom>
              <a:rect b="b" l="l" r="r" t="t"/>
              <a:pathLst>
                <a:path extrusionOk="0" h="811" w="38">
                  <a:moveTo>
                    <a:pt x="38" y="20"/>
                  </a:moveTo>
                  <a:cubicBezTo>
                    <a:pt x="38" y="811"/>
                    <a:pt x="38" y="811"/>
                    <a:pt x="38" y="811"/>
                  </a:cubicBezTo>
                  <a:cubicBezTo>
                    <a:pt x="0" y="811"/>
                    <a:pt x="0" y="811"/>
                    <a:pt x="0" y="811"/>
                  </a:cubicBezTo>
                  <a:cubicBezTo>
                    <a:pt x="0" y="0"/>
                    <a:pt x="0" y="0"/>
                    <a:pt x="0" y="0"/>
                  </a:cubicBezTo>
                  <a:cubicBezTo>
                    <a:pt x="5" y="3"/>
                    <a:pt x="9" y="5"/>
                    <a:pt x="14" y="8"/>
                  </a:cubicBezTo>
                  <a:cubicBezTo>
                    <a:pt x="21" y="12"/>
                    <a:pt x="29" y="16"/>
                    <a:pt x="38" y="20"/>
                  </a:cubicBezTo>
                  <a:close/>
                </a:path>
              </a:pathLst>
            </a:custGeom>
            <a:solidFill>
              <a:srgbClr val="6D582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 name="Google Shape;40;p3"/>
            <p:cNvSpPr/>
            <p:nvPr/>
          </p:nvSpPr>
          <p:spPr>
            <a:xfrm>
              <a:off x="3006" y="2071"/>
              <a:ext cx="44" cy="772"/>
            </a:xfrm>
            <a:custGeom>
              <a:rect b="b" l="l" r="r" t="t"/>
              <a:pathLst>
                <a:path extrusionOk="0" h="835" w="48">
                  <a:moveTo>
                    <a:pt x="48" y="32"/>
                  </a:moveTo>
                  <a:cubicBezTo>
                    <a:pt x="48" y="835"/>
                    <a:pt x="48" y="835"/>
                    <a:pt x="48" y="835"/>
                  </a:cubicBezTo>
                  <a:cubicBezTo>
                    <a:pt x="0" y="835"/>
                    <a:pt x="0" y="835"/>
                    <a:pt x="0" y="835"/>
                  </a:cubicBezTo>
                  <a:cubicBezTo>
                    <a:pt x="0" y="0"/>
                    <a:pt x="0" y="0"/>
                    <a:pt x="0" y="0"/>
                  </a:cubicBezTo>
                  <a:cubicBezTo>
                    <a:pt x="10" y="8"/>
                    <a:pt x="21" y="16"/>
                    <a:pt x="34" y="24"/>
                  </a:cubicBezTo>
                  <a:cubicBezTo>
                    <a:pt x="34" y="24"/>
                    <a:pt x="34" y="24"/>
                    <a:pt x="34" y="24"/>
                  </a:cubicBezTo>
                  <a:cubicBezTo>
                    <a:pt x="39" y="27"/>
                    <a:pt x="43" y="29"/>
                    <a:pt x="48" y="32"/>
                  </a:cubicBezTo>
                  <a:close/>
                </a:path>
              </a:pathLst>
            </a:custGeom>
            <a:solidFill>
              <a:srgbClr val="7C69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 name="Google Shape;41;p3"/>
            <p:cNvSpPr/>
            <p:nvPr/>
          </p:nvSpPr>
          <p:spPr>
            <a:xfrm>
              <a:off x="3050" y="2100"/>
              <a:ext cx="44" cy="743"/>
            </a:xfrm>
            <a:custGeom>
              <a:rect b="b" l="l" r="r" t="t"/>
              <a:pathLst>
                <a:path extrusionOk="0" h="803" w="47">
                  <a:moveTo>
                    <a:pt x="47" y="23"/>
                  </a:moveTo>
                  <a:cubicBezTo>
                    <a:pt x="47" y="803"/>
                    <a:pt x="47" y="803"/>
                    <a:pt x="47" y="803"/>
                  </a:cubicBezTo>
                  <a:cubicBezTo>
                    <a:pt x="0" y="803"/>
                    <a:pt x="0" y="803"/>
                    <a:pt x="0" y="803"/>
                  </a:cubicBezTo>
                  <a:cubicBezTo>
                    <a:pt x="0" y="0"/>
                    <a:pt x="0" y="0"/>
                    <a:pt x="0" y="0"/>
                  </a:cubicBezTo>
                  <a:cubicBezTo>
                    <a:pt x="7" y="4"/>
                    <a:pt x="15" y="8"/>
                    <a:pt x="24" y="12"/>
                  </a:cubicBezTo>
                  <a:cubicBezTo>
                    <a:pt x="31" y="16"/>
                    <a:pt x="39" y="20"/>
                    <a:pt x="47" y="23"/>
                  </a:cubicBezTo>
                  <a:close/>
                </a:path>
              </a:pathLst>
            </a:custGeom>
            <a:solidFill>
              <a:srgbClr val="6D582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 name="Google Shape;42;p3"/>
            <p:cNvSpPr/>
            <p:nvPr/>
          </p:nvSpPr>
          <p:spPr>
            <a:xfrm>
              <a:off x="3071" y="2119"/>
              <a:ext cx="160" cy="81"/>
            </a:xfrm>
            <a:custGeom>
              <a:rect b="b" l="l" r="r" t="t"/>
              <a:pathLst>
                <a:path extrusionOk="0" h="88" w="173">
                  <a:moveTo>
                    <a:pt x="0" y="36"/>
                  </a:moveTo>
                  <a:cubicBezTo>
                    <a:pt x="14" y="37"/>
                    <a:pt x="30" y="37"/>
                    <a:pt x="45" y="37"/>
                  </a:cubicBezTo>
                  <a:cubicBezTo>
                    <a:pt x="60" y="36"/>
                    <a:pt x="75" y="35"/>
                    <a:pt x="90" y="33"/>
                  </a:cubicBezTo>
                  <a:cubicBezTo>
                    <a:pt x="105" y="31"/>
                    <a:pt x="120" y="28"/>
                    <a:pt x="134" y="24"/>
                  </a:cubicBezTo>
                  <a:cubicBezTo>
                    <a:pt x="149" y="19"/>
                    <a:pt x="163" y="12"/>
                    <a:pt x="173" y="0"/>
                  </a:cubicBezTo>
                  <a:cubicBezTo>
                    <a:pt x="167" y="14"/>
                    <a:pt x="154" y="26"/>
                    <a:pt x="140" y="35"/>
                  </a:cubicBezTo>
                  <a:cubicBezTo>
                    <a:pt x="127" y="45"/>
                    <a:pt x="112" y="52"/>
                    <a:pt x="97" y="59"/>
                  </a:cubicBezTo>
                  <a:cubicBezTo>
                    <a:pt x="82" y="65"/>
                    <a:pt x="67" y="71"/>
                    <a:pt x="51" y="75"/>
                  </a:cubicBezTo>
                  <a:cubicBezTo>
                    <a:pt x="36" y="80"/>
                    <a:pt x="20" y="85"/>
                    <a:pt x="4" y="88"/>
                  </a:cubicBezTo>
                  <a:lnTo>
                    <a:pt x="0" y="36"/>
                  </a:lnTo>
                  <a:close/>
                </a:path>
              </a:pathLst>
            </a:custGeom>
            <a:solidFill>
              <a:srgbClr val="6D582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 name="Google Shape;43;p3"/>
            <p:cNvSpPr/>
            <p:nvPr/>
          </p:nvSpPr>
          <p:spPr>
            <a:xfrm>
              <a:off x="2799" y="2050"/>
              <a:ext cx="246" cy="118"/>
            </a:xfrm>
            <a:custGeom>
              <a:rect b="b" l="l" r="r" t="t"/>
              <a:pathLst>
                <a:path extrusionOk="0" h="128" w="266">
                  <a:moveTo>
                    <a:pt x="230" y="128"/>
                  </a:moveTo>
                  <a:cubicBezTo>
                    <a:pt x="229" y="125"/>
                    <a:pt x="226" y="120"/>
                    <a:pt x="224" y="116"/>
                  </a:cubicBezTo>
                  <a:cubicBezTo>
                    <a:pt x="221" y="112"/>
                    <a:pt x="218" y="108"/>
                    <a:pt x="214" y="104"/>
                  </a:cubicBezTo>
                  <a:cubicBezTo>
                    <a:pt x="207" y="96"/>
                    <a:pt x="199" y="89"/>
                    <a:pt x="190" y="83"/>
                  </a:cubicBezTo>
                  <a:cubicBezTo>
                    <a:pt x="173" y="70"/>
                    <a:pt x="152" y="60"/>
                    <a:pt x="130" y="53"/>
                  </a:cubicBezTo>
                  <a:cubicBezTo>
                    <a:pt x="108" y="47"/>
                    <a:pt x="84" y="42"/>
                    <a:pt x="61" y="35"/>
                  </a:cubicBezTo>
                  <a:cubicBezTo>
                    <a:pt x="50" y="32"/>
                    <a:pt x="38" y="28"/>
                    <a:pt x="27" y="23"/>
                  </a:cubicBezTo>
                  <a:cubicBezTo>
                    <a:pt x="22" y="21"/>
                    <a:pt x="16" y="18"/>
                    <a:pt x="11" y="14"/>
                  </a:cubicBezTo>
                  <a:cubicBezTo>
                    <a:pt x="6" y="10"/>
                    <a:pt x="3" y="5"/>
                    <a:pt x="0" y="0"/>
                  </a:cubicBezTo>
                  <a:cubicBezTo>
                    <a:pt x="4" y="5"/>
                    <a:pt x="8" y="9"/>
                    <a:pt x="13" y="12"/>
                  </a:cubicBezTo>
                  <a:cubicBezTo>
                    <a:pt x="18" y="15"/>
                    <a:pt x="23" y="17"/>
                    <a:pt x="29" y="18"/>
                  </a:cubicBezTo>
                  <a:cubicBezTo>
                    <a:pt x="40" y="22"/>
                    <a:pt x="52" y="24"/>
                    <a:pt x="63" y="25"/>
                  </a:cubicBezTo>
                  <a:cubicBezTo>
                    <a:pt x="87" y="29"/>
                    <a:pt x="110" y="31"/>
                    <a:pt x="134" y="34"/>
                  </a:cubicBezTo>
                  <a:cubicBezTo>
                    <a:pt x="167" y="40"/>
                    <a:pt x="195" y="52"/>
                    <a:pt x="206" y="57"/>
                  </a:cubicBezTo>
                  <a:cubicBezTo>
                    <a:pt x="217" y="63"/>
                    <a:pt x="228" y="71"/>
                    <a:pt x="238" y="79"/>
                  </a:cubicBezTo>
                  <a:cubicBezTo>
                    <a:pt x="243" y="83"/>
                    <a:pt x="248" y="88"/>
                    <a:pt x="253" y="93"/>
                  </a:cubicBezTo>
                  <a:cubicBezTo>
                    <a:pt x="257" y="99"/>
                    <a:pt x="261" y="103"/>
                    <a:pt x="266" y="111"/>
                  </a:cubicBezTo>
                  <a:lnTo>
                    <a:pt x="230" y="128"/>
                  </a:lnTo>
                  <a:close/>
                </a:path>
              </a:pathLst>
            </a:custGeom>
            <a:solidFill>
              <a:srgbClr val="7C69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and Trees">
  <p:cSld name="Milestones and Trees">
    <p:spTree>
      <p:nvGrpSpPr>
        <p:cNvPr id="44" name="Shape 44"/>
        <p:cNvGrpSpPr/>
        <p:nvPr/>
      </p:nvGrpSpPr>
      <p:grpSpPr>
        <a:xfrm>
          <a:off x="0" y="0"/>
          <a:ext cx="0" cy="0"/>
          <a:chOff x="0" y="0"/>
          <a:chExt cx="0" cy="0"/>
        </a:xfrm>
      </p:grpSpPr>
      <p:sp>
        <p:nvSpPr>
          <p:cNvPr id="45" name="Google Shape;45;p4"/>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6"/>
              </a:buClr>
              <a:buSzPts val="4000"/>
              <a:buFont typeface="Calibri"/>
              <a:buNone/>
              <a:defRPr b="0" sz="4000">
                <a:solidFill>
                  <a:schemeClr val="accent6"/>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4"/>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sz="1200">
                <a:solidFill>
                  <a:srgbClr val="888888"/>
                </a:solidFill>
                <a:latin typeface="Calibri"/>
                <a:ea typeface="Calibri"/>
                <a:cs typeface="Calibri"/>
                <a:sym typeface="Calibri"/>
              </a:defRPr>
            </a:lvl1pPr>
            <a:lvl2pPr indent="0" lvl="1" marL="0" algn="r">
              <a:spcBef>
                <a:spcPts val="0"/>
              </a:spcBef>
              <a:buNone/>
              <a:defRPr b="0" sz="1200">
                <a:solidFill>
                  <a:srgbClr val="888888"/>
                </a:solidFill>
                <a:latin typeface="Calibri"/>
                <a:ea typeface="Calibri"/>
                <a:cs typeface="Calibri"/>
                <a:sym typeface="Calibri"/>
              </a:defRPr>
            </a:lvl2pPr>
            <a:lvl3pPr indent="0" lvl="2" marL="0" algn="r">
              <a:spcBef>
                <a:spcPts val="0"/>
              </a:spcBef>
              <a:buNone/>
              <a:defRPr b="0" sz="1200">
                <a:solidFill>
                  <a:srgbClr val="888888"/>
                </a:solidFill>
                <a:latin typeface="Calibri"/>
                <a:ea typeface="Calibri"/>
                <a:cs typeface="Calibri"/>
                <a:sym typeface="Calibri"/>
              </a:defRPr>
            </a:lvl3pPr>
            <a:lvl4pPr indent="0" lvl="3" marL="0" algn="r">
              <a:spcBef>
                <a:spcPts val="0"/>
              </a:spcBef>
              <a:buNone/>
              <a:defRPr b="0" sz="1200">
                <a:solidFill>
                  <a:srgbClr val="888888"/>
                </a:solidFill>
                <a:latin typeface="Calibri"/>
                <a:ea typeface="Calibri"/>
                <a:cs typeface="Calibri"/>
                <a:sym typeface="Calibri"/>
              </a:defRPr>
            </a:lvl4pPr>
            <a:lvl5pPr indent="0" lvl="4" marL="0" algn="r">
              <a:spcBef>
                <a:spcPts val="0"/>
              </a:spcBef>
              <a:buNone/>
              <a:defRPr b="0" sz="1200">
                <a:solidFill>
                  <a:srgbClr val="888888"/>
                </a:solidFill>
                <a:latin typeface="Calibri"/>
                <a:ea typeface="Calibri"/>
                <a:cs typeface="Calibri"/>
                <a:sym typeface="Calibri"/>
              </a:defRPr>
            </a:lvl5pPr>
            <a:lvl6pPr indent="0" lvl="5" marL="0" algn="r">
              <a:spcBef>
                <a:spcPts val="0"/>
              </a:spcBef>
              <a:buNone/>
              <a:defRPr b="0" sz="1200">
                <a:solidFill>
                  <a:srgbClr val="888888"/>
                </a:solidFill>
                <a:latin typeface="Calibri"/>
                <a:ea typeface="Calibri"/>
                <a:cs typeface="Calibri"/>
                <a:sym typeface="Calibri"/>
              </a:defRPr>
            </a:lvl6pPr>
            <a:lvl7pPr indent="0" lvl="6" marL="0" algn="r">
              <a:spcBef>
                <a:spcPts val="0"/>
              </a:spcBef>
              <a:buNone/>
              <a:defRPr b="0" sz="1200">
                <a:solidFill>
                  <a:srgbClr val="888888"/>
                </a:solidFill>
                <a:latin typeface="Calibri"/>
                <a:ea typeface="Calibri"/>
                <a:cs typeface="Calibri"/>
                <a:sym typeface="Calibri"/>
              </a:defRPr>
            </a:lvl7pPr>
            <a:lvl8pPr indent="0" lvl="7" marL="0" algn="r">
              <a:spcBef>
                <a:spcPts val="0"/>
              </a:spcBef>
              <a:buNone/>
              <a:defRPr b="0" sz="1200">
                <a:solidFill>
                  <a:srgbClr val="888888"/>
                </a:solidFill>
                <a:latin typeface="Calibri"/>
                <a:ea typeface="Calibri"/>
                <a:cs typeface="Calibri"/>
                <a:sym typeface="Calibri"/>
              </a:defRPr>
            </a:lvl8pPr>
            <a:lvl9pPr indent="0" lvl="8" marL="0" algn="r">
              <a:spcBef>
                <a:spcPts val="0"/>
              </a:spcBef>
              <a:buNone/>
              <a:defRPr b="0"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sp>
        <p:nvSpPr>
          <p:cNvPr id="49" name="Google Shape;49;p4"/>
          <p:cNvSpPr txBox="1"/>
          <p:nvPr>
            <p:ph idx="1" type="body"/>
          </p:nvPr>
        </p:nvSpPr>
        <p:spPr>
          <a:xfrm>
            <a:off x="468313" y="771550"/>
            <a:ext cx="8207400" cy="504900"/>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540"/>
              </a:spcBef>
              <a:spcAft>
                <a:spcPts val="0"/>
              </a:spcAft>
              <a:buClr>
                <a:schemeClr val="accent5"/>
              </a:buClr>
              <a:buSzPts val="2700"/>
              <a:buFont typeface="Arial"/>
              <a:buNone/>
              <a:defRPr b="0" sz="27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0" name="Google Shape;50;p4"/>
          <p:cNvSpPr txBox="1"/>
          <p:nvPr>
            <p:ph idx="2" type="body"/>
          </p:nvPr>
        </p:nvSpPr>
        <p:spPr>
          <a:xfrm>
            <a:off x="395536" y="2944527"/>
            <a:ext cx="1296000" cy="3600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chemeClr val="accent5"/>
              </a:buClr>
              <a:buSzPts val="2000"/>
              <a:buNone/>
              <a:defRPr b="0" sz="20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1" name="Google Shape;51;p4"/>
          <p:cNvSpPr txBox="1"/>
          <p:nvPr>
            <p:ph idx="3" type="body"/>
          </p:nvPr>
        </p:nvSpPr>
        <p:spPr>
          <a:xfrm>
            <a:off x="7452320" y="2944527"/>
            <a:ext cx="1296000" cy="3600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chemeClr val="accent5"/>
              </a:buClr>
              <a:buSzPts val="2000"/>
              <a:buNone/>
              <a:defRPr b="0" sz="20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2" name="Google Shape;52;p4"/>
          <p:cNvSpPr txBox="1"/>
          <p:nvPr>
            <p:ph idx="4" type="body"/>
          </p:nvPr>
        </p:nvSpPr>
        <p:spPr>
          <a:xfrm>
            <a:off x="1682360" y="1851670"/>
            <a:ext cx="1746900" cy="3600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chemeClr val="accent5"/>
              </a:buClr>
              <a:buSzPts val="2000"/>
              <a:buNone/>
              <a:defRPr b="0" sz="20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3" name="Google Shape;53;p4"/>
          <p:cNvSpPr txBox="1"/>
          <p:nvPr>
            <p:ph idx="5" type="body"/>
          </p:nvPr>
        </p:nvSpPr>
        <p:spPr>
          <a:xfrm>
            <a:off x="3076600" y="4011910"/>
            <a:ext cx="1746900" cy="3600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chemeClr val="accent5"/>
              </a:buClr>
              <a:buSzPts val="2000"/>
              <a:buNone/>
              <a:defRPr b="0" sz="20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4" name="Google Shape;54;p4"/>
          <p:cNvSpPr txBox="1"/>
          <p:nvPr>
            <p:ph idx="6" type="body"/>
          </p:nvPr>
        </p:nvSpPr>
        <p:spPr>
          <a:xfrm>
            <a:off x="4346656" y="1851670"/>
            <a:ext cx="1746900" cy="3600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chemeClr val="accent5"/>
              </a:buClr>
              <a:buSzPts val="2000"/>
              <a:buNone/>
              <a:defRPr b="0" sz="20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5" name="Google Shape;55;p4"/>
          <p:cNvSpPr txBox="1"/>
          <p:nvPr>
            <p:ph idx="7" type="body"/>
          </p:nvPr>
        </p:nvSpPr>
        <p:spPr>
          <a:xfrm>
            <a:off x="5740896" y="4011910"/>
            <a:ext cx="1746900" cy="3600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chemeClr val="accent5"/>
              </a:buClr>
              <a:buSzPts val="2000"/>
              <a:buNone/>
              <a:defRPr b="0" sz="20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56" name="Google Shape;56;p4"/>
          <p:cNvGrpSpPr/>
          <p:nvPr/>
        </p:nvGrpSpPr>
        <p:grpSpPr>
          <a:xfrm>
            <a:off x="6042025" y="1973214"/>
            <a:ext cx="978247" cy="1316174"/>
            <a:chOff x="6042025" y="1973214"/>
            <a:chExt cx="978247" cy="1316174"/>
          </a:xfrm>
        </p:grpSpPr>
        <p:grpSp>
          <p:nvGrpSpPr>
            <p:cNvPr id="57" name="Google Shape;57;p4"/>
            <p:cNvGrpSpPr/>
            <p:nvPr/>
          </p:nvGrpSpPr>
          <p:grpSpPr>
            <a:xfrm>
              <a:off x="6042025" y="2419348"/>
              <a:ext cx="476250" cy="695801"/>
              <a:chOff x="3806" y="1524"/>
              <a:chExt cx="300" cy="438"/>
            </a:xfrm>
          </p:grpSpPr>
          <p:sp>
            <p:nvSpPr>
              <p:cNvPr id="58" name="Google Shape;58;p4"/>
              <p:cNvSpPr/>
              <p:nvPr/>
            </p:nvSpPr>
            <p:spPr>
              <a:xfrm>
                <a:off x="3806" y="1524"/>
                <a:ext cx="126" cy="327"/>
              </a:xfrm>
              <a:custGeom>
                <a:rect b="b" l="l" r="r" t="t"/>
                <a:pathLst>
                  <a:path extrusionOk="0" h="761" w="293">
                    <a:moveTo>
                      <a:pt x="293" y="0"/>
                    </a:moveTo>
                    <a:cubicBezTo>
                      <a:pt x="293" y="761"/>
                      <a:pt x="293" y="761"/>
                      <a:pt x="293" y="761"/>
                    </a:cubicBezTo>
                    <a:cubicBezTo>
                      <a:pt x="131" y="761"/>
                      <a:pt x="0" y="630"/>
                      <a:pt x="0" y="468"/>
                    </a:cubicBezTo>
                    <a:cubicBezTo>
                      <a:pt x="0" y="307"/>
                      <a:pt x="131" y="0"/>
                      <a:pt x="293" y="0"/>
                    </a:cubicBezTo>
                    <a:close/>
                  </a:path>
                </a:pathLst>
              </a:custGeom>
              <a:solidFill>
                <a:srgbClr val="A6D35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sz="1800">
                  <a:solidFill>
                    <a:schemeClr val="dk1"/>
                  </a:solidFill>
                  <a:latin typeface="Calibri"/>
                  <a:ea typeface="Calibri"/>
                  <a:cs typeface="Calibri"/>
                  <a:sym typeface="Calibri"/>
                </a:endParaRPr>
              </a:p>
            </p:txBody>
          </p:sp>
          <p:sp>
            <p:nvSpPr>
              <p:cNvPr id="59" name="Google Shape;59;p4"/>
              <p:cNvSpPr/>
              <p:nvPr/>
            </p:nvSpPr>
            <p:spPr>
              <a:xfrm>
                <a:off x="3932" y="1524"/>
                <a:ext cx="126" cy="327"/>
              </a:xfrm>
              <a:custGeom>
                <a:rect b="b" l="l" r="r" t="t"/>
                <a:pathLst>
                  <a:path extrusionOk="0" h="761" w="293">
                    <a:moveTo>
                      <a:pt x="293" y="468"/>
                    </a:moveTo>
                    <a:cubicBezTo>
                      <a:pt x="293" y="630"/>
                      <a:pt x="162" y="761"/>
                      <a:pt x="0" y="761"/>
                    </a:cubicBezTo>
                    <a:cubicBezTo>
                      <a:pt x="0" y="0"/>
                      <a:pt x="0" y="0"/>
                      <a:pt x="0" y="0"/>
                    </a:cubicBezTo>
                    <a:cubicBezTo>
                      <a:pt x="162" y="0"/>
                      <a:pt x="293" y="307"/>
                      <a:pt x="293" y="468"/>
                    </a:cubicBezTo>
                    <a:close/>
                  </a:path>
                </a:pathLst>
              </a:custGeom>
              <a:solidFill>
                <a:srgbClr val="83B5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sz="1800">
                  <a:solidFill>
                    <a:schemeClr val="dk1"/>
                  </a:solidFill>
                  <a:latin typeface="Calibri"/>
                  <a:ea typeface="Calibri"/>
                  <a:cs typeface="Calibri"/>
                  <a:sym typeface="Calibri"/>
                </a:endParaRPr>
              </a:p>
            </p:txBody>
          </p:sp>
          <p:sp>
            <p:nvSpPr>
              <p:cNvPr id="60" name="Google Shape;60;p4"/>
              <p:cNvSpPr/>
              <p:nvPr/>
            </p:nvSpPr>
            <p:spPr>
              <a:xfrm>
                <a:off x="3806" y="1938"/>
                <a:ext cx="300" cy="0"/>
              </a:xfrm>
              <a:prstGeom prst="ellipse">
                <a:avLst/>
              </a:prstGeom>
              <a:solidFill>
                <a:srgbClr val="66A0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sz="1800">
                  <a:solidFill>
                    <a:schemeClr val="dk1"/>
                  </a:solidFill>
                  <a:latin typeface="Calibri"/>
                  <a:ea typeface="Calibri"/>
                  <a:cs typeface="Calibri"/>
                  <a:sym typeface="Calibri"/>
                </a:endParaRPr>
              </a:p>
            </p:txBody>
          </p:sp>
          <p:sp>
            <p:nvSpPr>
              <p:cNvPr id="61" name="Google Shape;61;p4"/>
              <p:cNvSpPr/>
              <p:nvPr/>
            </p:nvSpPr>
            <p:spPr>
              <a:xfrm>
                <a:off x="3930" y="1796"/>
                <a:ext cx="7" cy="166"/>
              </a:xfrm>
              <a:custGeom>
                <a:rect b="b" l="l" r="r" t="t"/>
                <a:pathLst>
                  <a:path extrusionOk="0" h="388" w="16">
                    <a:moveTo>
                      <a:pt x="16" y="0"/>
                    </a:moveTo>
                    <a:cubicBezTo>
                      <a:pt x="16" y="388"/>
                      <a:pt x="16" y="388"/>
                      <a:pt x="16" y="388"/>
                    </a:cubicBezTo>
                    <a:cubicBezTo>
                      <a:pt x="0" y="388"/>
                      <a:pt x="0" y="388"/>
                      <a:pt x="0" y="388"/>
                    </a:cubicBezTo>
                    <a:cubicBezTo>
                      <a:pt x="0" y="6"/>
                      <a:pt x="0" y="6"/>
                      <a:pt x="0" y="6"/>
                    </a:cubicBezTo>
                    <a:cubicBezTo>
                      <a:pt x="1" y="5"/>
                      <a:pt x="3" y="4"/>
                      <a:pt x="5" y="3"/>
                    </a:cubicBezTo>
                    <a:cubicBezTo>
                      <a:pt x="6" y="2"/>
                      <a:pt x="8" y="1"/>
                      <a:pt x="10" y="0"/>
                    </a:cubicBezTo>
                    <a:lnTo>
                      <a:pt x="16" y="0"/>
                    </a:lnTo>
                    <a:close/>
                  </a:path>
                </a:pathLst>
              </a:custGeom>
              <a:solidFill>
                <a:srgbClr val="7C69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sz="1800">
                  <a:solidFill>
                    <a:schemeClr val="dk1"/>
                  </a:solidFill>
                  <a:latin typeface="Calibri"/>
                  <a:ea typeface="Calibri"/>
                  <a:cs typeface="Calibri"/>
                  <a:sym typeface="Calibri"/>
                </a:endParaRPr>
              </a:p>
            </p:txBody>
          </p:sp>
          <p:sp>
            <p:nvSpPr>
              <p:cNvPr id="62" name="Google Shape;62;p4"/>
              <p:cNvSpPr/>
              <p:nvPr/>
            </p:nvSpPr>
            <p:spPr>
              <a:xfrm>
                <a:off x="3932" y="1786"/>
                <a:ext cx="17" cy="176"/>
              </a:xfrm>
              <a:custGeom>
                <a:rect b="b" l="l" r="r" t="t"/>
                <a:pathLst>
                  <a:path extrusionOk="0" h="410" w="39">
                    <a:moveTo>
                      <a:pt x="39" y="0"/>
                    </a:moveTo>
                    <a:cubicBezTo>
                      <a:pt x="39" y="410"/>
                      <a:pt x="39" y="410"/>
                      <a:pt x="39" y="410"/>
                    </a:cubicBezTo>
                    <a:cubicBezTo>
                      <a:pt x="0" y="410"/>
                      <a:pt x="0" y="410"/>
                      <a:pt x="0" y="410"/>
                    </a:cubicBezTo>
                    <a:cubicBezTo>
                      <a:pt x="0" y="25"/>
                      <a:pt x="0" y="25"/>
                      <a:pt x="0" y="25"/>
                    </a:cubicBezTo>
                    <a:cubicBezTo>
                      <a:pt x="1" y="24"/>
                      <a:pt x="3" y="23"/>
                      <a:pt x="5" y="22"/>
                    </a:cubicBezTo>
                    <a:cubicBezTo>
                      <a:pt x="18" y="15"/>
                      <a:pt x="29" y="7"/>
                      <a:pt x="39" y="0"/>
                    </a:cubicBezTo>
                    <a:close/>
                  </a:path>
                </a:pathLst>
              </a:custGeom>
              <a:solidFill>
                <a:srgbClr val="6D582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sz="1800">
                  <a:solidFill>
                    <a:schemeClr val="dk1"/>
                  </a:solidFill>
                  <a:latin typeface="Calibri"/>
                  <a:ea typeface="Calibri"/>
                  <a:cs typeface="Calibri"/>
                  <a:sym typeface="Calibri"/>
                </a:endParaRPr>
              </a:p>
            </p:txBody>
          </p:sp>
          <p:sp>
            <p:nvSpPr>
              <p:cNvPr id="63" name="Google Shape;63;p4"/>
              <p:cNvSpPr/>
              <p:nvPr/>
            </p:nvSpPr>
            <p:spPr>
              <a:xfrm>
                <a:off x="3915" y="1797"/>
                <a:ext cx="17" cy="165"/>
              </a:xfrm>
              <a:custGeom>
                <a:rect b="b" l="l" r="r" t="t"/>
                <a:pathLst>
                  <a:path extrusionOk="0" h="385" w="39">
                    <a:moveTo>
                      <a:pt x="39" y="0"/>
                    </a:moveTo>
                    <a:cubicBezTo>
                      <a:pt x="39" y="385"/>
                      <a:pt x="39" y="385"/>
                      <a:pt x="39" y="385"/>
                    </a:cubicBezTo>
                    <a:cubicBezTo>
                      <a:pt x="0" y="385"/>
                      <a:pt x="0" y="385"/>
                      <a:pt x="0" y="385"/>
                    </a:cubicBezTo>
                    <a:cubicBezTo>
                      <a:pt x="0" y="19"/>
                      <a:pt x="0" y="19"/>
                      <a:pt x="0" y="19"/>
                    </a:cubicBezTo>
                    <a:cubicBezTo>
                      <a:pt x="12" y="14"/>
                      <a:pt x="23" y="9"/>
                      <a:pt x="34" y="3"/>
                    </a:cubicBezTo>
                    <a:cubicBezTo>
                      <a:pt x="35" y="2"/>
                      <a:pt x="37" y="1"/>
                      <a:pt x="39" y="0"/>
                    </a:cubicBezTo>
                    <a:close/>
                  </a:path>
                </a:pathLst>
              </a:custGeom>
              <a:solidFill>
                <a:srgbClr val="7C69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sz="1800">
                  <a:solidFill>
                    <a:schemeClr val="dk1"/>
                  </a:solidFill>
                  <a:latin typeface="Calibri"/>
                  <a:ea typeface="Calibri"/>
                  <a:cs typeface="Calibri"/>
                  <a:sym typeface="Calibri"/>
                </a:endParaRPr>
              </a:p>
            </p:txBody>
          </p:sp>
          <p:sp>
            <p:nvSpPr>
              <p:cNvPr id="64" name="Google Shape;64;p4"/>
              <p:cNvSpPr/>
              <p:nvPr/>
            </p:nvSpPr>
            <p:spPr>
              <a:xfrm>
                <a:off x="3864" y="1804"/>
                <a:ext cx="60" cy="31"/>
              </a:xfrm>
              <a:custGeom>
                <a:rect b="b" l="l" r="r" t="t"/>
                <a:pathLst>
                  <a:path extrusionOk="0" h="72" w="140">
                    <a:moveTo>
                      <a:pt x="140" y="30"/>
                    </a:moveTo>
                    <a:cubicBezTo>
                      <a:pt x="128" y="31"/>
                      <a:pt x="116" y="31"/>
                      <a:pt x="103" y="30"/>
                    </a:cubicBezTo>
                    <a:cubicBezTo>
                      <a:pt x="91" y="30"/>
                      <a:pt x="79" y="29"/>
                      <a:pt x="67" y="28"/>
                    </a:cubicBezTo>
                    <a:cubicBezTo>
                      <a:pt x="54" y="26"/>
                      <a:pt x="42" y="24"/>
                      <a:pt x="31" y="20"/>
                    </a:cubicBezTo>
                    <a:cubicBezTo>
                      <a:pt x="19" y="16"/>
                      <a:pt x="8" y="10"/>
                      <a:pt x="0" y="0"/>
                    </a:cubicBezTo>
                    <a:cubicBezTo>
                      <a:pt x="4" y="12"/>
                      <a:pt x="15" y="22"/>
                      <a:pt x="26" y="29"/>
                    </a:cubicBezTo>
                    <a:cubicBezTo>
                      <a:pt x="37" y="37"/>
                      <a:pt x="49" y="43"/>
                      <a:pt x="61" y="48"/>
                    </a:cubicBezTo>
                    <a:cubicBezTo>
                      <a:pt x="73" y="54"/>
                      <a:pt x="85" y="58"/>
                      <a:pt x="98" y="62"/>
                    </a:cubicBezTo>
                    <a:cubicBezTo>
                      <a:pt x="111" y="66"/>
                      <a:pt x="123" y="69"/>
                      <a:pt x="137" y="72"/>
                    </a:cubicBezTo>
                    <a:lnTo>
                      <a:pt x="140" y="30"/>
                    </a:lnTo>
                    <a:close/>
                  </a:path>
                </a:pathLst>
              </a:custGeom>
              <a:solidFill>
                <a:srgbClr val="7C69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sz="1800">
                  <a:solidFill>
                    <a:schemeClr val="dk1"/>
                  </a:solidFill>
                  <a:latin typeface="Calibri"/>
                  <a:ea typeface="Calibri"/>
                  <a:cs typeface="Calibri"/>
                  <a:sym typeface="Calibri"/>
                </a:endParaRPr>
              </a:p>
            </p:txBody>
          </p:sp>
        </p:grpSp>
        <p:pic>
          <p:nvPicPr>
            <p:cNvPr id="65" name="Google Shape;65;p4"/>
            <p:cNvPicPr preferRelativeResize="0"/>
            <p:nvPr/>
          </p:nvPicPr>
          <p:blipFill rotWithShape="1">
            <a:blip r:embed="rId2">
              <a:alphaModFix/>
            </a:blip>
            <a:srcRect b="0" l="0" r="0" t="0"/>
            <a:stretch/>
          </p:blipFill>
          <p:spPr>
            <a:xfrm>
              <a:off x="6294295" y="1973214"/>
              <a:ext cx="725977" cy="1316174"/>
            </a:xfrm>
            <a:prstGeom prst="rect">
              <a:avLst/>
            </a:prstGeom>
            <a:noFill/>
            <a:ln>
              <a:noFill/>
            </a:ln>
          </p:spPr>
        </p:pic>
      </p:grpSp>
      <p:grpSp>
        <p:nvGrpSpPr>
          <p:cNvPr id="66" name="Google Shape;66;p4"/>
          <p:cNvGrpSpPr/>
          <p:nvPr/>
        </p:nvGrpSpPr>
        <p:grpSpPr>
          <a:xfrm>
            <a:off x="3702050" y="2484438"/>
            <a:ext cx="476251" cy="670163"/>
            <a:chOff x="2332" y="1565"/>
            <a:chExt cx="300" cy="422"/>
          </a:xfrm>
        </p:grpSpPr>
        <p:sp>
          <p:nvSpPr>
            <p:cNvPr id="67" name="Google Shape;67;p4"/>
            <p:cNvSpPr/>
            <p:nvPr/>
          </p:nvSpPr>
          <p:spPr>
            <a:xfrm>
              <a:off x="2332" y="1565"/>
              <a:ext cx="122" cy="316"/>
            </a:xfrm>
            <a:custGeom>
              <a:rect b="b" l="l" r="r" t="t"/>
              <a:pathLst>
                <a:path extrusionOk="0" h="761" w="293">
                  <a:moveTo>
                    <a:pt x="293" y="0"/>
                  </a:moveTo>
                  <a:cubicBezTo>
                    <a:pt x="293" y="761"/>
                    <a:pt x="293" y="761"/>
                    <a:pt x="293" y="761"/>
                  </a:cubicBezTo>
                  <a:cubicBezTo>
                    <a:pt x="131" y="761"/>
                    <a:pt x="0" y="630"/>
                    <a:pt x="0" y="468"/>
                  </a:cubicBezTo>
                  <a:cubicBezTo>
                    <a:pt x="0" y="307"/>
                    <a:pt x="131" y="0"/>
                    <a:pt x="293" y="0"/>
                  </a:cubicBezTo>
                  <a:close/>
                </a:path>
              </a:pathLst>
            </a:custGeom>
            <a:solidFill>
              <a:srgbClr val="A6D35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 name="Google Shape;68;p4"/>
            <p:cNvSpPr/>
            <p:nvPr/>
          </p:nvSpPr>
          <p:spPr>
            <a:xfrm>
              <a:off x="2454" y="1565"/>
              <a:ext cx="121" cy="316"/>
            </a:xfrm>
            <a:custGeom>
              <a:rect b="b" l="l" r="r" t="t"/>
              <a:pathLst>
                <a:path extrusionOk="0" h="761" w="293">
                  <a:moveTo>
                    <a:pt x="293" y="468"/>
                  </a:moveTo>
                  <a:cubicBezTo>
                    <a:pt x="293" y="630"/>
                    <a:pt x="162" y="761"/>
                    <a:pt x="0" y="761"/>
                  </a:cubicBezTo>
                  <a:cubicBezTo>
                    <a:pt x="0" y="0"/>
                    <a:pt x="0" y="0"/>
                    <a:pt x="0" y="0"/>
                  </a:cubicBezTo>
                  <a:cubicBezTo>
                    <a:pt x="162" y="0"/>
                    <a:pt x="293" y="307"/>
                    <a:pt x="293" y="468"/>
                  </a:cubicBezTo>
                  <a:close/>
                </a:path>
              </a:pathLst>
            </a:custGeom>
            <a:solidFill>
              <a:srgbClr val="83B5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 name="Google Shape;69;p4"/>
            <p:cNvSpPr/>
            <p:nvPr/>
          </p:nvSpPr>
          <p:spPr>
            <a:xfrm>
              <a:off x="2332" y="1952"/>
              <a:ext cx="300" cy="0"/>
            </a:xfrm>
            <a:prstGeom prst="ellipse">
              <a:avLst/>
            </a:prstGeom>
            <a:solidFill>
              <a:srgbClr val="66A0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 name="Google Shape;70;p4"/>
            <p:cNvSpPr/>
            <p:nvPr/>
          </p:nvSpPr>
          <p:spPr>
            <a:xfrm>
              <a:off x="2452" y="1826"/>
              <a:ext cx="6" cy="161"/>
            </a:xfrm>
            <a:custGeom>
              <a:rect b="b" l="l" r="r" t="t"/>
              <a:pathLst>
                <a:path extrusionOk="0" h="388" w="16">
                  <a:moveTo>
                    <a:pt x="16" y="0"/>
                  </a:moveTo>
                  <a:cubicBezTo>
                    <a:pt x="16" y="388"/>
                    <a:pt x="16" y="388"/>
                    <a:pt x="16" y="388"/>
                  </a:cubicBezTo>
                  <a:cubicBezTo>
                    <a:pt x="0" y="388"/>
                    <a:pt x="0" y="388"/>
                    <a:pt x="0" y="388"/>
                  </a:cubicBezTo>
                  <a:cubicBezTo>
                    <a:pt x="0" y="6"/>
                    <a:pt x="0" y="6"/>
                    <a:pt x="0" y="6"/>
                  </a:cubicBezTo>
                  <a:cubicBezTo>
                    <a:pt x="1" y="5"/>
                    <a:pt x="3" y="4"/>
                    <a:pt x="5" y="3"/>
                  </a:cubicBezTo>
                  <a:cubicBezTo>
                    <a:pt x="6" y="2"/>
                    <a:pt x="8" y="1"/>
                    <a:pt x="10" y="0"/>
                  </a:cubicBezTo>
                  <a:lnTo>
                    <a:pt x="16" y="0"/>
                  </a:lnTo>
                  <a:close/>
                </a:path>
              </a:pathLst>
            </a:custGeom>
            <a:solidFill>
              <a:srgbClr val="7C69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 name="Google Shape;71;p4"/>
            <p:cNvSpPr/>
            <p:nvPr/>
          </p:nvSpPr>
          <p:spPr>
            <a:xfrm>
              <a:off x="2454" y="1817"/>
              <a:ext cx="16" cy="170"/>
            </a:xfrm>
            <a:custGeom>
              <a:rect b="b" l="l" r="r" t="t"/>
              <a:pathLst>
                <a:path extrusionOk="0" h="410" w="39">
                  <a:moveTo>
                    <a:pt x="39" y="0"/>
                  </a:moveTo>
                  <a:cubicBezTo>
                    <a:pt x="39" y="410"/>
                    <a:pt x="39" y="410"/>
                    <a:pt x="39" y="410"/>
                  </a:cubicBezTo>
                  <a:cubicBezTo>
                    <a:pt x="0" y="410"/>
                    <a:pt x="0" y="410"/>
                    <a:pt x="0" y="410"/>
                  </a:cubicBezTo>
                  <a:cubicBezTo>
                    <a:pt x="0" y="25"/>
                    <a:pt x="0" y="25"/>
                    <a:pt x="0" y="25"/>
                  </a:cubicBezTo>
                  <a:cubicBezTo>
                    <a:pt x="1" y="24"/>
                    <a:pt x="3" y="23"/>
                    <a:pt x="5" y="22"/>
                  </a:cubicBezTo>
                  <a:cubicBezTo>
                    <a:pt x="18" y="15"/>
                    <a:pt x="29" y="7"/>
                    <a:pt x="39" y="0"/>
                  </a:cubicBezTo>
                  <a:close/>
                </a:path>
              </a:pathLst>
            </a:custGeom>
            <a:solidFill>
              <a:srgbClr val="6D582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 name="Google Shape;72;p4"/>
            <p:cNvSpPr/>
            <p:nvPr/>
          </p:nvSpPr>
          <p:spPr>
            <a:xfrm>
              <a:off x="2438" y="1827"/>
              <a:ext cx="16" cy="160"/>
            </a:xfrm>
            <a:custGeom>
              <a:rect b="b" l="l" r="r" t="t"/>
              <a:pathLst>
                <a:path extrusionOk="0" h="385" w="39">
                  <a:moveTo>
                    <a:pt x="39" y="0"/>
                  </a:moveTo>
                  <a:cubicBezTo>
                    <a:pt x="39" y="385"/>
                    <a:pt x="39" y="385"/>
                    <a:pt x="39" y="385"/>
                  </a:cubicBezTo>
                  <a:cubicBezTo>
                    <a:pt x="0" y="385"/>
                    <a:pt x="0" y="385"/>
                    <a:pt x="0" y="385"/>
                  </a:cubicBezTo>
                  <a:cubicBezTo>
                    <a:pt x="0" y="19"/>
                    <a:pt x="0" y="19"/>
                    <a:pt x="0" y="19"/>
                  </a:cubicBezTo>
                  <a:cubicBezTo>
                    <a:pt x="12" y="14"/>
                    <a:pt x="23" y="9"/>
                    <a:pt x="34" y="3"/>
                  </a:cubicBezTo>
                  <a:cubicBezTo>
                    <a:pt x="35" y="2"/>
                    <a:pt x="37" y="1"/>
                    <a:pt x="39" y="0"/>
                  </a:cubicBezTo>
                  <a:close/>
                </a:path>
              </a:pathLst>
            </a:custGeom>
            <a:solidFill>
              <a:srgbClr val="7C69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 name="Google Shape;73;p4"/>
            <p:cNvSpPr/>
            <p:nvPr/>
          </p:nvSpPr>
          <p:spPr>
            <a:xfrm>
              <a:off x="2388" y="1834"/>
              <a:ext cx="58" cy="30"/>
            </a:xfrm>
            <a:custGeom>
              <a:rect b="b" l="l" r="r" t="t"/>
              <a:pathLst>
                <a:path extrusionOk="0" h="72" w="140">
                  <a:moveTo>
                    <a:pt x="140" y="30"/>
                  </a:moveTo>
                  <a:cubicBezTo>
                    <a:pt x="128" y="31"/>
                    <a:pt x="116" y="31"/>
                    <a:pt x="103" y="30"/>
                  </a:cubicBezTo>
                  <a:cubicBezTo>
                    <a:pt x="91" y="30"/>
                    <a:pt x="79" y="29"/>
                    <a:pt x="67" y="28"/>
                  </a:cubicBezTo>
                  <a:cubicBezTo>
                    <a:pt x="54" y="26"/>
                    <a:pt x="42" y="24"/>
                    <a:pt x="31" y="20"/>
                  </a:cubicBezTo>
                  <a:cubicBezTo>
                    <a:pt x="19" y="16"/>
                    <a:pt x="8" y="10"/>
                    <a:pt x="0" y="0"/>
                  </a:cubicBezTo>
                  <a:cubicBezTo>
                    <a:pt x="4" y="12"/>
                    <a:pt x="15" y="22"/>
                    <a:pt x="26" y="29"/>
                  </a:cubicBezTo>
                  <a:cubicBezTo>
                    <a:pt x="37" y="37"/>
                    <a:pt x="49" y="43"/>
                    <a:pt x="61" y="48"/>
                  </a:cubicBezTo>
                  <a:cubicBezTo>
                    <a:pt x="73" y="54"/>
                    <a:pt x="85" y="58"/>
                    <a:pt x="98" y="62"/>
                  </a:cubicBezTo>
                  <a:cubicBezTo>
                    <a:pt x="111" y="66"/>
                    <a:pt x="123" y="69"/>
                    <a:pt x="137" y="72"/>
                  </a:cubicBezTo>
                  <a:lnTo>
                    <a:pt x="140" y="30"/>
                  </a:lnTo>
                  <a:close/>
                </a:path>
              </a:pathLst>
            </a:custGeom>
            <a:solidFill>
              <a:srgbClr val="7C69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74" name="Google Shape;74;p4"/>
          <p:cNvGrpSpPr/>
          <p:nvPr/>
        </p:nvGrpSpPr>
        <p:grpSpPr>
          <a:xfrm>
            <a:off x="1831975" y="2366963"/>
            <a:ext cx="5476558" cy="1536914"/>
            <a:chOff x="1154" y="1491"/>
            <a:chExt cx="3450" cy="968"/>
          </a:xfrm>
        </p:grpSpPr>
        <p:sp>
          <p:nvSpPr>
            <p:cNvPr id="75" name="Google Shape;75;p4"/>
            <p:cNvSpPr/>
            <p:nvPr/>
          </p:nvSpPr>
          <p:spPr>
            <a:xfrm>
              <a:off x="1983" y="1975"/>
              <a:ext cx="964" cy="484"/>
            </a:xfrm>
            <a:custGeom>
              <a:rect b="b" l="l" r="r" t="t"/>
              <a:pathLst>
                <a:path extrusionOk="0" h="244" w="488">
                  <a:moveTo>
                    <a:pt x="244" y="244"/>
                  </a:moveTo>
                  <a:cubicBezTo>
                    <a:pt x="378" y="244"/>
                    <a:pt x="488" y="134"/>
                    <a:pt x="488" y="0"/>
                  </a:cubicBezTo>
                  <a:cubicBezTo>
                    <a:pt x="420" y="0"/>
                    <a:pt x="420" y="0"/>
                    <a:pt x="420" y="0"/>
                  </a:cubicBezTo>
                  <a:cubicBezTo>
                    <a:pt x="420" y="97"/>
                    <a:pt x="341" y="175"/>
                    <a:pt x="244" y="175"/>
                  </a:cubicBezTo>
                  <a:cubicBezTo>
                    <a:pt x="147" y="175"/>
                    <a:pt x="68" y="97"/>
                    <a:pt x="68" y="0"/>
                  </a:cubicBezTo>
                  <a:cubicBezTo>
                    <a:pt x="0" y="0"/>
                    <a:pt x="0" y="0"/>
                    <a:pt x="0" y="0"/>
                  </a:cubicBezTo>
                  <a:cubicBezTo>
                    <a:pt x="0" y="134"/>
                    <a:pt x="109" y="244"/>
                    <a:pt x="244" y="244"/>
                  </a:cubicBezTo>
                  <a:close/>
                </a:path>
              </a:pathLst>
            </a:custGeom>
            <a:solidFill>
              <a:srgbClr val="66A0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 name="Google Shape;76;p4"/>
            <p:cNvSpPr/>
            <p:nvPr/>
          </p:nvSpPr>
          <p:spPr>
            <a:xfrm>
              <a:off x="2813" y="1491"/>
              <a:ext cx="962" cy="484"/>
            </a:xfrm>
            <a:custGeom>
              <a:rect b="b" l="l" r="r" t="t"/>
              <a:pathLst>
                <a:path extrusionOk="0" h="244" w="487">
                  <a:moveTo>
                    <a:pt x="243" y="0"/>
                  </a:moveTo>
                  <a:cubicBezTo>
                    <a:pt x="109" y="0"/>
                    <a:pt x="0" y="109"/>
                    <a:pt x="0" y="244"/>
                  </a:cubicBezTo>
                  <a:cubicBezTo>
                    <a:pt x="68" y="244"/>
                    <a:pt x="68" y="244"/>
                    <a:pt x="68" y="244"/>
                  </a:cubicBezTo>
                  <a:cubicBezTo>
                    <a:pt x="68" y="147"/>
                    <a:pt x="147" y="68"/>
                    <a:pt x="243" y="68"/>
                  </a:cubicBezTo>
                  <a:cubicBezTo>
                    <a:pt x="340" y="68"/>
                    <a:pt x="419" y="147"/>
                    <a:pt x="419" y="244"/>
                  </a:cubicBezTo>
                  <a:cubicBezTo>
                    <a:pt x="487" y="244"/>
                    <a:pt x="487" y="244"/>
                    <a:pt x="487" y="244"/>
                  </a:cubicBezTo>
                  <a:cubicBezTo>
                    <a:pt x="487" y="109"/>
                    <a:pt x="378" y="0"/>
                    <a:pt x="243" y="0"/>
                  </a:cubicBezTo>
                  <a:close/>
                </a:path>
              </a:pathLst>
            </a:custGeom>
            <a:solidFill>
              <a:srgbClr val="AED6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 name="Google Shape;77;p4"/>
            <p:cNvSpPr/>
            <p:nvPr/>
          </p:nvSpPr>
          <p:spPr>
            <a:xfrm>
              <a:off x="3640" y="1908"/>
              <a:ext cx="964" cy="551"/>
            </a:xfrm>
            <a:custGeom>
              <a:rect b="b" l="l" r="r" t="t"/>
              <a:pathLst>
                <a:path extrusionOk="0" h="278" w="488">
                  <a:moveTo>
                    <a:pt x="488" y="34"/>
                  </a:moveTo>
                  <a:cubicBezTo>
                    <a:pt x="488" y="15"/>
                    <a:pt x="473" y="0"/>
                    <a:pt x="454" y="0"/>
                  </a:cubicBezTo>
                  <a:cubicBezTo>
                    <a:pt x="435" y="0"/>
                    <a:pt x="420" y="15"/>
                    <a:pt x="420" y="34"/>
                  </a:cubicBezTo>
                  <a:cubicBezTo>
                    <a:pt x="420" y="34"/>
                    <a:pt x="420" y="34"/>
                    <a:pt x="420" y="34"/>
                  </a:cubicBezTo>
                  <a:cubicBezTo>
                    <a:pt x="420" y="131"/>
                    <a:pt x="341" y="209"/>
                    <a:pt x="244" y="209"/>
                  </a:cubicBezTo>
                  <a:cubicBezTo>
                    <a:pt x="147" y="209"/>
                    <a:pt x="68" y="131"/>
                    <a:pt x="68" y="34"/>
                  </a:cubicBezTo>
                  <a:cubicBezTo>
                    <a:pt x="0" y="34"/>
                    <a:pt x="0" y="34"/>
                    <a:pt x="0" y="34"/>
                  </a:cubicBezTo>
                  <a:cubicBezTo>
                    <a:pt x="0" y="168"/>
                    <a:pt x="110" y="278"/>
                    <a:pt x="244" y="278"/>
                  </a:cubicBezTo>
                  <a:cubicBezTo>
                    <a:pt x="378" y="278"/>
                    <a:pt x="487" y="169"/>
                    <a:pt x="488" y="35"/>
                  </a:cubicBezTo>
                  <a:cubicBezTo>
                    <a:pt x="488" y="35"/>
                    <a:pt x="488" y="34"/>
                    <a:pt x="488" y="34"/>
                  </a:cubicBezTo>
                  <a:close/>
                </a:path>
              </a:pathLst>
            </a:custGeom>
            <a:solidFill>
              <a:srgbClr val="D2E8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 name="Google Shape;78;p4"/>
            <p:cNvSpPr/>
            <p:nvPr/>
          </p:nvSpPr>
          <p:spPr>
            <a:xfrm>
              <a:off x="1154" y="1491"/>
              <a:ext cx="964" cy="551"/>
            </a:xfrm>
            <a:custGeom>
              <a:rect b="b" l="l" r="r" t="t"/>
              <a:pathLst>
                <a:path extrusionOk="0" h="278" w="488">
                  <a:moveTo>
                    <a:pt x="244" y="0"/>
                  </a:moveTo>
                  <a:cubicBezTo>
                    <a:pt x="110" y="0"/>
                    <a:pt x="0" y="109"/>
                    <a:pt x="0" y="244"/>
                  </a:cubicBezTo>
                  <a:cubicBezTo>
                    <a:pt x="0" y="263"/>
                    <a:pt x="16" y="278"/>
                    <a:pt x="35" y="278"/>
                  </a:cubicBezTo>
                  <a:cubicBezTo>
                    <a:pt x="53" y="278"/>
                    <a:pt x="69" y="263"/>
                    <a:pt x="69" y="244"/>
                  </a:cubicBezTo>
                  <a:cubicBezTo>
                    <a:pt x="69" y="243"/>
                    <a:pt x="69" y="243"/>
                    <a:pt x="69" y="243"/>
                  </a:cubicBezTo>
                  <a:cubicBezTo>
                    <a:pt x="69" y="146"/>
                    <a:pt x="148" y="68"/>
                    <a:pt x="244" y="68"/>
                  </a:cubicBezTo>
                  <a:cubicBezTo>
                    <a:pt x="341" y="68"/>
                    <a:pt x="420" y="147"/>
                    <a:pt x="420" y="244"/>
                  </a:cubicBezTo>
                  <a:cubicBezTo>
                    <a:pt x="488" y="244"/>
                    <a:pt x="488" y="244"/>
                    <a:pt x="488" y="244"/>
                  </a:cubicBezTo>
                  <a:cubicBezTo>
                    <a:pt x="488" y="109"/>
                    <a:pt x="379" y="0"/>
                    <a:pt x="244" y="0"/>
                  </a:cubicBezTo>
                  <a:close/>
                </a:path>
              </a:pathLst>
            </a:custGeom>
            <a:solidFill>
              <a:srgbClr val="35532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p with Drop of Water ">
  <p:cSld name="Tap with Drop of Water ">
    <p:spTree>
      <p:nvGrpSpPr>
        <p:cNvPr id="79" name="Shape 79"/>
        <p:cNvGrpSpPr/>
        <p:nvPr/>
      </p:nvGrpSpPr>
      <p:grpSpPr>
        <a:xfrm>
          <a:off x="0" y="0"/>
          <a:ext cx="0" cy="0"/>
          <a:chOff x="0" y="0"/>
          <a:chExt cx="0" cy="0"/>
        </a:xfrm>
      </p:grpSpPr>
      <p:sp>
        <p:nvSpPr>
          <p:cNvPr id="80" name="Google Shape;80;p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5"/>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grpSp>
        <p:nvGrpSpPr>
          <p:cNvPr id="83" name="Google Shape;83;p5"/>
          <p:cNvGrpSpPr/>
          <p:nvPr/>
        </p:nvGrpSpPr>
        <p:grpSpPr>
          <a:xfrm flipH="1">
            <a:off x="5071026" y="1496632"/>
            <a:ext cx="3160782" cy="1998745"/>
            <a:chOff x="2068" y="1214"/>
            <a:chExt cx="1628" cy="1029"/>
          </a:xfrm>
        </p:grpSpPr>
        <p:sp>
          <p:nvSpPr>
            <p:cNvPr id="84" name="Google Shape;84;p5"/>
            <p:cNvSpPr/>
            <p:nvPr/>
          </p:nvSpPr>
          <p:spPr>
            <a:xfrm>
              <a:off x="2448" y="1214"/>
              <a:ext cx="707" cy="346"/>
            </a:xfrm>
            <a:custGeom>
              <a:rect b="b" l="l" r="r" t="t"/>
              <a:pathLst>
                <a:path extrusionOk="0" h="582" w="1183">
                  <a:moveTo>
                    <a:pt x="116" y="231"/>
                  </a:moveTo>
                  <a:cubicBezTo>
                    <a:pt x="163" y="231"/>
                    <a:pt x="406" y="202"/>
                    <a:pt x="526" y="161"/>
                  </a:cubicBezTo>
                  <a:cubicBezTo>
                    <a:pt x="526" y="411"/>
                    <a:pt x="526" y="411"/>
                    <a:pt x="526" y="411"/>
                  </a:cubicBezTo>
                  <a:cubicBezTo>
                    <a:pt x="440" y="411"/>
                    <a:pt x="440" y="411"/>
                    <a:pt x="440" y="411"/>
                  </a:cubicBezTo>
                  <a:cubicBezTo>
                    <a:pt x="415" y="411"/>
                    <a:pt x="395" y="431"/>
                    <a:pt x="395" y="457"/>
                  </a:cubicBezTo>
                  <a:cubicBezTo>
                    <a:pt x="395" y="470"/>
                    <a:pt x="401" y="483"/>
                    <a:pt x="410" y="491"/>
                  </a:cubicBezTo>
                  <a:cubicBezTo>
                    <a:pt x="410" y="491"/>
                    <a:pt x="410" y="491"/>
                    <a:pt x="410" y="491"/>
                  </a:cubicBezTo>
                  <a:cubicBezTo>
                    <a:pt x="358" y="513"/>
                    <a:pt x="311" y="544"/>
                    <a:pt x="271" y="582"/>
                  </a:cubicBezTo>
                  <a:cubicBezTo>
                    <a:pt x="526" y="582"/>
                    <a:pt x="526" y="582"/>
                    <a:pt x="526" y="582"/>
                  </a:cubicBezTo>
                  <a:cubicBezTo>
                    <a:pt x="657" y="582"/>
                    <a:pt x="657" y="582"/>
                    <a:pt x="657" y="582"/>
                  </a:cubicBezTo>
                  <a:cubicBezTo>
                    <a:pt x="895" y="582"/>
                    <a:pt x="895" y="582"/>
                    <a:pt x="895" y="582"/>
                  </a:cubicBezTo>
                  <a:cubicBezTo>
                    <a:pt x="855" y="544"/>
                    <a:pt x="808" y="513"/>
                    <a:pt x="756" y="491"/>
                  </a:cubicBezTo>
                  <a:cubicBezTo>
                    <a:pt x="756" y="491"/>
                    <a:pt x="756" y="491"/>
                    <a:pt x="756" y="491"/>
                  </a:cubicBezTo>
                  <a:cubicBezTo>
                    <a:pt x="765" y="483"/>
                    <a:pt x="771" y="470"/>
                    <a:pt x="771" y="457"/>
                  </a:cubicBezTo>
                  <a:cubicBezTo>
                    <a:pt x="771" y="431"/>
                    <a:pt x="751" y="411"/>
                    <a:pt x="725" y="411"/>
                  </a:cubicBezTo>
                  <a:cubicBezTo>
                    <a:pt x="657" y="411"/>
                    <a:pt x="657" y="411"/>
                    <a:pt x="657" y="411"/>
                  </a:cubicBezTo>
                  <a:cubicBezTo>
                    <a:pt x="657" y="161"/>
                    <a:pt x="657" y="161"/>
                    <a:pt x="657" y="161"/>
                  </a:cubicBezTo>
                  <a:cubicBezTo>
                    <a:pt x="777" y="202"/>
                    <a:pt x="1020" y="231"/>
                    <a:pt x="1067" y="231"/>
                  </a:cubicBezTo>
                  <a:cubicBezTo>
                    <a:pt x="1131" y="231"/>
                    <a:pt x="1183" y="179"/>
                    <a:pt x="1183" y="116"/>
                  </a:cubicBezTo>
                  <a:cubicBezTo>
                    <a:pt x="1183" y="52"/>
                    <a:pt x="1131" y="0"/>
                    <a:pt x="1067" y="0"/>
                  </a:cubicBezTo>
                  <a:cubicBezTo>
                    <a:pt x="1020" y="0"/>
                    <a:pt x="777" y="29"/>
                    <a:pt x="657" y="70"/>
                  </a:cubicBezTo>
                  <a:cubicBezTo>
                    <a:pt x="657" y="63"/>
                    <a:pt x="657" y="63"/>
                    <a:pt x="657" y="63"/>
                  </a:cubicBezTo>
                  <a:cubicBezTo>
                    <a:pt x="526" y="63"/>
                    <a:pt x="526" y="63"/>
                    <a:pt x="526" y="63"/>
                  </a:cubicBezTo>
                  <a:cubicBezTo>
                    <a:pt x="526" y="70"/>
                    <a:pt x="526" y="70"/>
                    <a:pt x="526" y="70"/>
                  </a:cubicBezTo>
                  <a:cubicBezTo>
                    <a:pt x="406" y="29"/>
                    <a:pt x="163" y="0"/>
                    <a:pt x="116" y="0"/>
                  </a:cubicBezTo>
                  <a:cubicBezTo>
                    <a:pt x="52" y="0"/>
                    <a:pt x="0" y="52"/>
                    <a:pt x="0" y="116"/>
                  </a:cubicBezTo>
                  <a:cubicBezTo>
                    <a:pt x="0" y="179"/>
                    <a:pt x="52" y="231"/>
                    <a:pt x="116" y="231"/>
                  </a:cubicBezTo>
                  <a:close/>
                </a:path>
              </a:pathLst>
            </a:custGeom>
            <a:solidFill>
              <a:srgbClr val="D8D8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 name="Google Shape;85;p5"/>
            <p:cNvSpPr/>
            <p:nvPr/>
          </p:nvSpPr>
          <p:spPr>
            <a:xfrm>
              <a:off x="2068" y="1531"/>
              <a:ext cx="1628" cy="712"/>
            </a:xfrm>
            <a:custGeom>
              <a:rect b="b" l="l" r="r" t="t"/>
              <a:pathLst>
                <a:path extrusionOk="0" h="1192" w="2724">
                  <a:moveTo>
                    <a:pt x="2636" y="1016"/>
                  </a:moveTo>
                  <a:cubicBezTo>
                    <a:pt x="2627" y="1016"/>
                    <a:pt x="2627" y="1016"/>
                    <a:pt x="2627" y="1016"/>
                  </a:cubicBezTo>
                  <a:cubicBezTo>
                    <a:pt x="2616" y="853"/>
                    <a:pt x="2575" y="710"/>
                    <a:pt x="2503" y="589"/>
                  </a:cubicBezTo>
                  <a:cubicBezTo>
                    <a:pt x="2489" y="565"/>
                    <a:pt x="2473" y="541"/>
                    <a:pt x="2456" y="518"/>
                  </a:cubicBezTo>
                  <a:cubicBezTo>
                    <a:pt x="2378" y="414"/>
                    <a:pt x="2275" y="330"/>
                    <a:pt x="2149" y="268"/>
                  </a:cubicBezTo>
                  <a:cubicBezTo>
                    <a:pt x="1984" y="186"/>
                    <a:pt x="1791" y="147"/>
                    <a:pt x="1597" y="129"/>
                  </a:cubicBezTo>
                  <a:cubicBezTo>
                    <a:pt x="1585" y="110"/>
                    <a:pt x="1571" y="92"/>
                    <a:pt x="1556" y="75"/>
                  </a:cubicBezTo>
                  <a:cubicBezTo>
                    <a:pt x="1295" y="75"/>
                    <a:pt x="1295" y="75"/>
                    <a:pt x="1295" y="75"/>
                  </a:cubicBezTo>
                  <a:cubicBezTo>
                    <a:pt x="1164" y="75"/>
                    <a:pt x="1164" y="75"/>
                    <a:pt x="1164" y="75"/>
                  </a:cubicBezTo>
                  <a:cubicBezTo>
                    <a:pt x="886" y="75"/>
                    <a:pt x="886" y="75"/>
                    <a:pt x="886" y="75"/>
                  </a:cubicBezTo>
                  <a:cubicBezTo>
                    <a:pt x="870" y="92"/>
                    <a:pt x="856" y="111"/>
                    <a:pt x="843" y="131"/>
                  </a:cubicBezTo>
                  <a:cubicBezTo>
                    <a:pt x="176" y="131"/>
                    <a:pt x="176" y="131"/>
                    <a:pt x="176" y="131"/>
                  </a:cubicBezTo>
                  <a:cubicBezTo>
                    <a:pt x="176" y="88"/>
                    <a:pt x="176" y="88"/>
                    <a:pt x="176" y="88"/>
                  </a:cubicBezTo>
                  <a:cubicBezTo>
                    <a:pt x="176" y="40"/>
                    <a:pt x="136" y="0"/>
                    <a:pt x="88" y="0"/>
                  </a:cubicBezTo>
                  <a:cubicBezTo>
                    <a:pt x="39" y="0"/>
                    <a:pt x="0" y="40"/>
                    <a:pt x="0" y="88"/>
                  </a:cubicBezTo>
                  <a:cubicBezTo>
                    <a:pt x="0" y="696"/>
                    <a:pt x="0" y="696"/>
                    <a:pt x="0" y="696"/>
                  </a:cubicBezTo>
                  <a:cubicBezTo>
                    <a:pt x="0" y="745"/>
                    <a:pt x="39" y="784"/>
                    <a:pt x="88" y="784"/>
                  </a:cubicBezTo>
                  <a:cubicBezTo>
                    <a:pt x="136" y="784"/>
                    <a:pt x="176" y="745"/>
                    <a:pt x="176" y="696"/>
                  </a:cubicBezTo>
                  <a:cubicBezTo>
                    <a:pt x="176" y="645"/>
                    <a:pt x="176" y="645"/>
                    <a:pt x="176" y="645"/>
                  </a:cubicBezTo>
                  <a:cubicBezTo>
                    <a:pt x="862" y="645"/>
                    <a:pt x="862" y="645"/>
                    <a:pt x="862" y="645"/>
                  </a:cubicBezTo>
                  <a:cubicBezTo>
                    <a:pt x="944" y="753"/>
                    <a:pt x="1074" y="823"/>
                    <a:pt x="1221" y="823"/>
                  </a:cubicBezTo>
                  <a:cubicBezTo>
                    <a:pt x="1365" y="823"/>
                    <a:pt x="1494" y="755"/>
                    <a:pt x="1576" y="649"/>
                  </a:cubicBezTo>
                  <a:cubicBezTo>
                    <a:pt x="1704" y="663"/>
                    <a:pt x="1826" y="688"/>
                    <a:pt x="1918" y="734"/>
                  </a:cubicBezTo>
                  <a:cubicBezTo>
                    <a:pt x="2005" y="777"/>
                    <a:pt x="2085" y="842"/>
                    <a:pt x="2105" y="1016"/>
                  </a:cubicBezTo>
                  <a:cubicBezTo>
                    <a:pt x="2090" y="1016"/>
                    <a:pt x="2090" y="1016"/>
                    <a:pt x="2090" y="1016"/>
                  </a:cubicBezTo>
                  <a:cubicBezTo>
                    <a:pt x="2066" y="1016"/>
                    <a:pt x="2044" y="1025"/>
                    <a:pt x="2028" y="1041"/>
                  </a:cubicBezTo>
                  <a:cubicBezTo>
                    <a:pt x="2012" y="1057"/>
                    <a:pt x="2002" y="1079"/>
                    <a:pt x="2002" y="1104"/>
                  </a:cubicBezTo>
                  <a:cubicBezTo>
                    <a:pt x="2002" y="1152"/>
                    <a:pt x="2041" y="1192"/>
                    <a:pt x="2090" y="1192"/>
                  </a:cubicBezTo>
                  <a:cubicBezTo>
                    <a:pt x="2636" y="1192"/>
                    <a:pt x="2636" y="1192"/>
                    <a:pt x="2636" y="1192"/>
                  </a:cubicBezTo>
                  <a:cubicBezTo>
                    <a:pt x="2684" y="1192"/>
                    <a:pt x="2724" y="1152"/>
                    <a:pt x="2724" y="1104"/>
                  </a:cubicBezTo>
                  <a:cubicBezTo>
                    <a:pt x="2724" y="1055"/>
                    <a:pt x="2684" y="1016"/>
                    <a:pt x="2636" y="1016"/>
                  </a:cubicBezTo>
                  <a:close/>
                </a:path>
              </a:pathLst>
            </a:custGeom>
            <a:solidFill>
              <a:srgbClr val="D8D8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B5D7D8"/>
                </a:solidFill>
                <a:latin typeface="Calibri"/>
                <a:ea typeface="Calibri"/>
                <a:cs typeface="Calibri"/>
                <a:sym typeface="Calibri"/>
              </a:endParaRPr>
            </a:p>
          </p:txBody>
        </p:sp>
      </p:grpSp>
      <p:sp>
        <p:nvSpPr>
          <p:cNvPr id="86" name="Google Shape;86;p5"/>
          <p:cNvSpPr txBox="1"/>
          <p:nvPr>
            <p:ph idx="1" type="body"/>
          </p:nvPr>
        </p:nvSpPr>
        <p:spPr>
          <a:xfrm>
            <a:off x="467544" y="2377034"/>
            <a:ext cx="3600300" cy="1923000"/>
          </a:xfrm>
          <a:prstGeom prst="rect">
            <a:avLst/>
          </a:prstGeom>
          <a:noFill/>
          <a:ln>
            <a:noFill/>
          </a:ln>
        </p:spPr>
        <p:txBody>
          <a:bodyPr anchorCtr="0" anchor="t" bIns="45700" lIns="91425" spcFirstLastPara="1" rIns="91425" wrap="square" tIns="45700">
            <a:noAutofit/>
          </a:bodyPr>
          <a:lstStyle>
            <a:lvl1pPr indent="-228600" lvl="0" marL="457200" algn="r">
              <a:spcBef>
                <a:spcPts val="360"/>
              </a:spcBef>
              <a:spcAft>
                <a:spcPts val="0"/>
              </a:spcAft>
              <a:buClr>
                <a:schemeClr val="accent6"/>
              </a:buClr>
              <a:buSzPts val="1800"/>
              <a:buNone/>
              <a:defRPr sz="1800">
                <a:solidFill>
                  <a:schemeClr val="accent6"/>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7" name="Google Shape;87;p5"/>
          <p:cNvSpPr txBox="1"/>
          <p:nvPr>
            <p:ph idx="2" type="body"/>
          </p:nvPr>
        </p:nvSpPr>
        <p:spPr>
          <a:xfrm>
            <a:off x="467544" y="2016994"/>
            <a:ext cx="3600300" cy="360000"/>
          </a:xfrm>
          <a:prstGeom prst="rect">
            <a:avLst/>
          </a:prstGeom>
          <a:noFill/>
          <a:ln>
            <a:noFill/>
          </a:ln>
        </p:spPr>
        <p:txBody>
          <a:bodyPr anchorCtr="0" anchor="t" bIns="45700" lIns="91425" spcFirstLastPara="1" rIns="91425" wrap="square" tIns="45700">
            <a:noAutofit/>
          </a:bodyPr>
          <a:lstStyle>
            <a:lvl1pPr indent="-228600" lvl="0" marL="457200" algn="r">
              <a:spcBef>
                <a:spcPts val="440"/>
              </a:spcBef>
              <a:spcAft>
                <a:spcPts val="0"/>
              </a:spcAft>
              <a:buClr>
                <a:schemeClr val="accent5"/>
              </a:buClr>
              <a:buSzPts val="2200"/>
              <a:buNone/>
              <a:defRPr b="0" sz="22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88" name="Google Shape;88;p5"/>
          <p:cNvGrpSpPr/>
          <p:nvPr/>
        </p:nvGrpSpPr>
        <p:grpSpPr>
          <a:xfrm flipH="1">
            <a:off x="5163446" y="3553210"/>
            <a:ext cx="685526" cy="1067627"/>
            <a:chOff x="5163446" y="3553210"/>
            <a:chExt cx="685526" cy="1067627"/>
          </a:xfrm>
        </p:grpSpPr>
        <p:sp>
          <p:nvSpPr>
            <p:cNvPr id="89" name="Google Shape;89;p5"/>
            <p:cNvSpPr/>
            <p:nvPr/>
          </p:nvSpPr>
          <p:spPr>
            <a:xfrm>
              <a:off x="5163446" y="3553210"/>
              <a:ext cx="685526" cy="1062273"/>
            </a:xfrm>
            <a:custGeom>
              <a:rect b="b" l="l" r="r" t="t"/>
              <a:pathLst>
                <a:path extrusionOk="0" h="917" w="592">
                  <a:moveTo>
                    <a:pt x="592" y="621"/>
                  </a:moveTo>
                  <a:cubicBezTo>
                    <a:pt x="592" y="785"/>
                    <a:pt x="459" y="917"/>
                    <a:pt x="296" y="917"/>
                  </a:cubicBezTo>
                  <a:cubicBezTo>
                    <a:pt x="132" y="917"/>
                    <a:pt x="0" y="785"/>
                    <a:pt x="0" y="621"/>
                  </a:cubicBezTo>
                  <a:cubicBezTo>
                    <a:pt x="0" y="458"/>
                    <a:pt x="296" y="0"/>
                    <a:pt x="296" y="0"/>
                  </a:cubicBezTo>
                  <a:cubicBezTo>
                    <a:pt x="296" y="0"/>
                    <a:pt x="592" y="458"/>
                    <a:pt x="592" y="621"/>
                  </a:cubicBezTo>
                  <a:close/>
                </a:path>
              </a:pathLst>
            </a:custGeom>
            <a:solidFill>
              <a:srgbClr val="7DC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 name="Google Shape;90;p5"/>
            <p:cNvSpPr/>
            <p:nvPr/>
          </p:nvSpPr>
          <p:spPr>
            <a:xfrm rot="-4499996">
              <a:off x="5450400" y="4293112"/>
              <a:ext cx="349560" cy="252460"/>
            </a:xfrm>
            <a:custGeom>
              <a:rect b="b" l="l" r="r" t="t"/>
              <a:pathLst>
                <a:path extrusionOk="0" h="218" w="302">
                  <a:moveTo>
                    <a:pt x="216" y="196"/>
                  </a:moveTo>
                  <a:cubicBezTo>
                    <a:pt x="189" y="188"/>
                    <a:pt x="163" y="176"/>
                    <a:pt x="142" y="160"/>
                  </a:cubicBezTo>
                  <a:cubicBezTo>
                    <a:pt x="120" y="144"/>
                    <a:pt x="102" y="125"/>
                    <a:pt x="91" y="103"/>
                  </a:cubicBezTo>
                  <a:cubicBezTo>
                    <a:pt x="86" y="92"/>
                    <a:pt x="82" y="80"/>
                    <a:pt x="79" y="69"/>
                  </a:cubicBezTo>
                  <a:cubicBezTo>
                    <a:pt x="78" y="63"/>
                    <a:pt x="77" y="57"/>
                    <a:pt x="76" y="51"/>
                  </a:cubicBezTo>
                  <a:cubicBezTo>
                    <a:pt x="76" y="49"/>
                    <a:pt x="76" y="46"/>
                    <a:pt x="76" y="43"/>
                  </a:cubicBezTo>
                  <a:cubicBezTo>
                    <a:pt x="76" y="41"/>
                    <a:pt x="76" y="40"/>
                    <a:pt x="76" y="38"/>
                  </a:cubicBezTo>
                  <a:cubicBezTo>
                    <a:pt x="76" y="37"/>
                    <a:pt x="76" y="37"/>
                    <a:pt x="76" y="37"/>
                  </a:cubicBezTo>
                  <a:cubicBezTo>
                    <a:pt x="76" y="37"/>
                    <a:pt x="76" y="36"/>
                    <a:pt x="76" y="37"/>
                  </a:cubicBezTo>
                  <a:cubicBezTo>
                    <a:pt x="76" y="37"/>
                    <a:pt x="76" y="37"/>
                    <a:pt x="76" y="37"/>
                  </a:cubicBezTo>
                  <a:cubicBezTo>
                    <a:pt x="76" y="16"/>
                    <a:pt x="59" y="0"/>
                    <a:pt x="38" y="0"/>
                  </a:cubicBezTo>
                  <a:cubicBezTo>
                    <a:pt x="17" y="0"/>
                    <a:pt x="0" y="17"/>
                    <a:pt x="0" y="38"/>
                  </a:cubicBezTo>
                  <a:cubicBezTo>
                    <a:pt x="0" y="38"/>
                    <a:pt x="0" y="39"/>
                    <a:pt x="0" y="39"/>
                  </a:cubicBezTo>
                  <a:cubicBezTo>
                    <a:pt x="0" y="39"/>
                    <a:pt x="0" y="39"/>
                    <a:pt x="0" y="39"/>
                  </a:cubicBezTo>
                  <a:cubicBezTo>
                    <a:pt x="0" y="40"/>
                    <a:pt x="0" y="40"/>
                    <a:pt x="0" y="41"/>
                  </a:cubicBezTo>
                  <a:cubicBezTo>
                    <a:pt x="0" y="43"/>
                    <a:pt x="1" y="45"/>
                    <a:pt x="1" y="47"/>
                  </a:cubicBezTo>
                  <a:cubicBezTo>
                    <a:pt x="1" y="47"/>
                    <a:pt x="1" y="47"/>
                    <a:pt x="1" y="47"/>
                  </a:cubicBezTo>
                  <a:cubicBezTo>
                    <a:pt x="2" y="50"/>
                    <a:pt x="2" y="52"/>
                    <a:pt x="3" y="54"/>
                  </a:cubicBezTo>
                  <a:cubicBezTo>
                    <a:pt x="4" y="59"/>
                    <a:pt x="5" y="63"/>
                    <a:pt x="6" y="67"/>
                  </a:cubicBezTo>
                  <a:cubicBezTo>
                    <a:pt x="9" y="76"/>
                    <a:pt x="12" y="84"/>
                    <a:pt x="16" y="92"/>
                  </a:cubicBezTo>
                  <a:cubicBezTo>
                    <a:pt x="24" y="108"/>
                    <a:pt x="33" y="122"/>
                    <a:pt x="44" y="135"/>
                  </a:cubicBezTo>
                  <a:cubicBezTo>
                    <a:pt x="55" y="148"/>
                    <a:pt x="68" y="160"/>
                    <a:pt x="81" y="169"/>
                  </a:cubicBezTo>
                  <a:cubicBezTo>
                    <a:pt x="94" y="179"/>
                    <a:pt x="108" y="187"/>
                    <a:pt x="123" y="193"/>
                  </a:cubicBezTo>
                  <a:cubicBezTo>
                    <a:pt x="152" y="206"/>
                    <a:pt x="183" y="212"/>
                    <a:pt x="213" y="215"/>
                  </a:cubicBezTo>
                  <a:cubicBezTo>
                    <a:pt x="243" y="218"/>
                    <a:pt x="272" y="217"/>
                    <a:pt x="302" y="213"/>
                  </a:cubicBezTo>
                  <a:cubicBezTo>
                    <a:pt x="272" y="210"/>
                    <a:pt x="244" y="205"/>
                    <a:pt x="216" y="196"/>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91" name="Google Shape;91;p5"/>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Calibri"/>
              <a:buNone/>
              <a:defRPr sz="4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5"/>
          <p:cNvSpPr txBox="1"/>
          <p:nvPr>
            <p:ph idx="3" type="body"/>
          </p:nvPr>
        </p:nvSpPr>
        <p:spPr>
          <a:xfrm>
            <a:off x="468313" y="771550"/>
            <a:ext cx="8207400" cy="503700"/>
          </a:xfrm>
          <a:prstGeom prst="rect">
            <a:avLst/>
          </a:prstGeom>
          <a:noFill/>
          <a:ln>
            <a:noFill/>
          </a:ln>
        </p:spPr>
        <p:txBody>
          <a:bodyPr anchorCtr="0" anchor="t" bIns="45700" lIns="91425" spcFirstLastPara="1" rIns="91425" wrap="square" tIns="45700">
            <a:noAutofit/>
          </a:bodyPr>
          <a:lstStyle>
            <a:lvl1pPr indent="-228600" lvl="0" marL="457200" algn="l">
              <a:spcBef>
                <a:spcPts val="540"/>
              </a:spcBef>
              <a:spcAft>
                <a:spcPts val="0"/>
              </a:spcAft>
              <a:buClr>
                <a:schemeClr val="accent5"/>
              </a:buClr>
              <a:buSzPts val="2700"/>
              <a:buNone/>
              <a:defRPr sz="27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ter Drops">
  <p:cSld name="Water Drops">
    <p:spTree>
      <p:nvGrpSpPr>
        <p:cNvPr id="93" name="Shape 93"/>
        <p:cNvGrpSpPr/>
        <p:nvPr/>
      </p:nvGrpSpPr>
      <p:grpSpPr>
        <a:xfrm>
          <a:off x="0" y="0"/>
          <a:ext cx="0" cy="0"/>
          <a:chOff x="0" y="0"/>
          <a:chExt cx="0" cy="0"/>
        </a:xfrm>
      </p:grpSpPr>
      <p:sp>
        <p:nvSpPr>
          <p:cNvPr id="94" name="Google Shape;94;p6"/>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6"/>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6"/>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sp>
        <p:nvSpPr>
          <p:cNvPr id="97" name="Google Shape;97;p6"/>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Calibri"/>
              <a:buNone/>
              <a:defRPr sz="4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6"/>
          <p:cNvSpPr txBox="1"/>
          <p:nvPr>
            <p:ph idx="1" type="body"/>
          </p:nvPr>
        </p:nvSpPr>
        <p:spPr>
          <a:xfrm>
            <a:off x="468313" y="771550"/>
            <a:ext cx="8207400" cy="503700"/>
          </a:xfrm>
          <a:prstGeom prst="rect">
            <a:avLst/>
          </a:prstGeom>
          <a:noFill/>
          <a:ln>
            <a:noFill/>
          </a:ln>
        </p:spPr>
        <p:txBody>
          <a:bodyPr anchorCtr="0" anchor="t" bIns="45700" lIns="91425" spcFirstLastPara="1" rIns="91425" wrap="square" tIns="45700">
            <a:noAutofit/>
          </a:bodyPr>
          <a:lstStyle>
            <a:lvl1pPr indent="-228600" lvl="0" marL="457200" algn="l">
              <a:spcBef>
                <a:spcPts val="540"/>
              </a:spcBef>
              <a:spcAft>
                <a:spcPts val="0"/>
              </a:spcAft>
              <a:buClr>
                <a:schemeClr val="accent5"/>
              </a:buClr>
              <a:buSzPts val="2700"/>
              <a:buNone/>
              <a:defRPr sz="27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99" name="Google Shape;99;p6"/>
          <p:cNvGrpSpPr/>
          <p:nvPr/>
        </p:nvGrpSpPr>
        <p:grpSpPr>
          <a:xfrm>
            <a:off x="1041387" y="1662054"/>
            <a:ext cx="853556" cy="1357278"/>
            <a:chOff x="294" y="911"/>
            <a:chExt cx="998" cy="1587"/>
          </a:xfrm>
        </p:grpSpPr>
        <p:sp>
          <p:nvSpPr>
            <p:cNvPr id="100" name="Google Shape;100;p6"/>
            <p:cNvSpPr/>
            <p:nvPr/>
          </p:nvSpPr>
          <p:spPr>
            <a:xfrm>
              <a:off x="720" y="2341"/>
              <a:ext cx="262" cy="115"/>
            </a:xfrm>
            <a:custGeom>
              <a:rect b="b" l="l" r="r" t="t"/>
              <a:pathLst>
                <a:path extrusionOk="0" h="137" w="309">
                  <a:moveTo>
                    <a:pt x="309" y="95"/>
                  </a:moveTo>
                  <a:cubicBezTo>
                    <a:pt x="232" y="122"/>
                    <a:pt x="150" y="137"/>
                    <a:pt x="66" y="137"/>
                  </a:cubicBezTo>
                  <a:cubicBezTo>
                    <a:pt x="44" y="137"/>
                    <a:pt x="22" y="136"/>
                    <a:pt x="0" y="134"/>
                  </a:cubicBezTo>
                  <a:cubicBezTo>
                    <a:pt x="66" y="99"/>
                    <a:pt x="83" y="0"/>
                    <a:pt x="177" y="0"/>
                  </a:cubicBezTo>
                  <a:cubicBezTo>
                    <a:pt x="246" y="0"/>
                    <a:pt x="273" y="53"/>
                    <a:pt x="309" y="95"/>
                  </a:cubicBezTo>
                  <a:close/>
                </a:path>
              </a:pathLst>
            </a:custGeom>
            <a:solidFill>
              <a:srgbClr val="6ABAD5"/>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1" name="Google Shape;101;p6"/>
            <p:cNvSpPr/>
            <p:nvPr/>
          </p:nvSpPr>
          <p:spPr>
            <a:xfrm>
              <a:off x="523" y="2344"/>
              <a:ext cx="167" cy="91"/>
            </a:xfrm>
            <a:custGeom>
              <a:rect b="b" l="l" r="r" t="t"/>
              <a:pathLst>
                <a:path extrusionOk="0" h="108" w="197">
                  <a:moveTo>
                    <a:pt x="197" y="108"/>
                  </a:moveTo>
                  <a:cubicBezTo>
                    <a:pt x="128" y="87"/>
                    <a:pt x="61" y="55"/>
                    <a:pt x="0" y="14"/>
                  </a:cubicBezTo>
                  <a:cubicBezTo>
                    <a:pt x="15" y="6"/>
                    <a:pt x="33" y="0"/>
                    <a:pt x="54" y="0"/>
                  </a:cubicBezTo>
                  <a:cubicBezTo>
                    <a:pt x="130" y="0"/>
                    <a:pt x="156" y="64"/>
                    <a:pt x="197" y="108"/>
                  </a:cubicBezTo>
                  <a:close/>
                </a:path>
              </a:pathLst>
            </a:custGeom>
            <a:solidFill>
              <a:srgbClr val="6ABAD5"/>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6"/>
            <p:cNvSpPr/>
            <p:nvPr/>
          </p:nvSpPr>
          <p:spPr>
            <a:xfrm>
              <a:off x="294" y="911"/>
              <a:ext cx="998" cy="1587"/>
            </a:xfrm>
            <a:custGeom>
              <a:rect b="b" l="l" r="r" t="t"/>
              <a:pathLst>
                <a:path extrusionOk="0" h="2549" w="1603">
                  <a:moveTo>
                    <a:pt x="801" y="0"/>
                  </a:moveTo>
                  <a:cubicBezTo>
                    <a:pt x="801" y="0"/>
                    <a:pt x="80" y="1173"/>
                    <a:pt x="6" y="1672"/>
                  </a:cubicBezTo>
                  <a:cubicBezTo>
                    <a:pt x="2" y="1699"/>
                    <a:pt x="0" y="1724"/>
                    <a:pt x="0" y="1747"/>
                  </a:cubicBezTo>
                  <a:cubicBezTo>
                    <a:pt x="0" y="1787"/>
                    <a:pt x="2" y="1826"/>
                    <a:pt x="8" y="1864"/>
                  </a:cubicBezTo>
                  <a:cubicBezTo>
                    <a:pt x="65" y="2251"/>
                    <a:pt x="398" y="2549"/>
                    <a:pt x="801" y="2549"/>
                  </a:cubicBezTo>
                  <a:cubicBezTo>
                    <a:pt x="1155" y="2549"/>
                    <a:pt x="1455" y="2320"/>
                    <a:pt x="1561" y="2002"/>
                  </a:cubicBezTo>
                  <a:cubicBezTo>
                    <a:pt x="1581" y="1944"/>
                    <a:pt x="1594" y="1882"/>
                    <a:pt x="1599" y="1818"/>
                  </a:cubicBezTo>
                  <a:cubicBezTo>
                    <a:pt x="1602" y="1795"/>
                    <a:pt x="1603" y="1771"/>
                    <a:pt x="1603" y="1747"/>
                  </a:cubicBezTo>
                  <a:cubicBezTo>
                    <a:pt x="1603" y="1305"/>
                    <a:pt x="801" y="0"/>
                    <a:pt x="801" y="0"/>
                  </a:cubicBezTo>
                  <a:close/>
                  <a:moveTo>
                    <a:pt x="1514" y="1776"/>
                  </a:moveTo>
                  <a:cubicBezTo>
                    <a:pt x="1513" y="1787"/>
                    <a:pt x="1513" y="1799"/>
                    <a:pt x="1512" y="1809"/>
                  </a:cubicBezTo>
                  <a:cubicBezTo>
                    <a:pt x="1508" y="1853"/>
                    <a:pt x="1500" y="1896"/>
                    <a:pt x="1489" y="1937"/>
                  </a:cubicBezTo>
                  <a:cubicBezTo>
                    <a:pt x="1485" y="1949"/>
                    <a:pt x="1482" y="1961"/>
                    <a:pt x="1478" y="1973"/>
                  </a:cubicBezTo>
                  <a:cubicBezTo>
                    <a:pt x="1381" y="2263"/>
                    <a:pt x="1110" y="2457"/>
                    <a:pt x="804" y="2457"/>
                  </a:cubicBezTo>
                  <a:cubicBezTo>
                    <a:pt x="633" y="2457"/>
                    <a:pt x="467" y="2395"/>
                    <a:pt x="338" y="2283"/>
                  </a:cubicBezTo>
                  <a:cubicBezTo>
                    <a:pt x="235" y="2193"/>
                    <a:pt x="161" y="2077"/>
                    <a:pt x="123" y="1948"/>
                  </a:cubicBezTo>
                  <a:cubicBezTo>
                    <a:pt x="114" y="1916"/>
                    <a:pt x="106" y="1884"/>
                    <a:pt x="102" y="1851"/>
                  </a:cubicBezTo>
                  <a:cubicBezTo>
                    <a:pt x="97" y="1817"/>
                    <a:pt x="94" y="1782"/>
                    <a:pt x="94" y="1747"/>
                  </a:cubicBezTo>
                  <a:cubicBezTo>
                    <a:pt x="94" y="1739"/>
                    <a:pt x="94" y="1731"/>
                    <a:pt x="95" y="1722"/>
                  </a:cubicBezTo>
                  <a:cubicBezTo>
                    <a:pt x="96" y="1710"/>
                    <a:pt x="97" y="1698"/>
                    <a:pt x="99" y="1686"/>
                  </a:cubicBezTo>
                  <a:cubicBezTo>
                    <a:pt x="156" y="1306"/>
                    <a:pt x="618" y="494"/>
                    <a:pt x="804" y="177"/>
                  </a:cubicBezTo>
                  <a:cubicBezTo>
                    <a:pt x="1057" y="604"/>
                    <a:pt x="1514" y="1441"/>
                    <a:pt x="1514" y="1747"/>
                  </a:cubicBezTo>
                  <a:cubicBezTo>
                    <a:pt x="1514" y="1757"/>
                    <a:pt x="1514" y="1767"/>
                    <a:pt x="1514" y="1776"/>
                  </a:cubicBezTo>
                  <a:close/>
                </a:path>
              </a:pathLst>
            </a:custGeom>
            <a:solidFill>
              <a:srgbClr val="C1EAF4"/>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3" name="Google Shape;103;p6"/>
            <p:cNvSpPr/>
            <p:nvPr/>
          </p:nvSpPr>
          <p:spPr>
            <a:xfrm>
              <a:off x="294" y="911"/>
              <a:ext cx="998" cy="1587"/>
            </a:xfrm>
            <a:custGeom>
              <a:rect b="b" l="l" r="r" t="t"/>
              <a:pathLst>
                <a:path extrusionOk="0" h="2549" w="1603">
                  <a:moveTo>
                    <a:pt x="801" y="0"/>
                  </a:moveTo>
                  <a:cubicBezTo>
                    <a:pt x="801" y="0"/>
                    <a:pt x="80" y="1173"/>
                    <a:pt x="6" y="1672"/>
                  </a:cubicBezTo>
                  <a:cubicBezTo>
                    <a:pt x="2" y="1699"/>
                    <a:pt x="0" y="1724"/>
                    <a:pt x="0" y="1747"/>
                  </a:cubicBezTo>
                  <a:cubicBezTo>
                    <a:pt x="0" y="1787"/>
                    <a:pt x="2" y="1826"/>
                    <a:pt x="8" y="1864"/>
                  </a:cubicBezTo>
                  <a:cubicBezTo>
                    <a:pt x="65" y="2251"/>
                    <a:pt x="398" y="2549"/>
                    <a:pt x="801" y="2549"/>
                  </a:cubicBezTo>
                  <a:cubicBezTo>
                    <a:pt x="1155" y="2549"/>
                    <a:pt x="1455" y="2320"/>
                    <a:pt x="1561" y="2002"/>
                  </a:cubicBezTo>
                  <a:cubicBezTo>
                    <a:pt x="1581" y="1944"/>
                    <a:pt x="1594" y="1882"/>
                    <a:pt x="1599" y="1818"/>
                  </a:cubicBezTo>
                  <a:cubicBezTo>
                    <a:pt x="1602" y="1795"/>
                    <a:pt x="1603" y="1771"/>
                    <a:pt x="1603" y="1747"/>
                  </a:cubicBezTo>
                  <a:cubicBezTo>
                    <a:pt x="1603" y="1305"/>
                    <a:pt x="801" y="0"/>
                    <a:pt x="801" y="0"/>
                  </a:cubicBezTo>
                  <a:close/>
                  <a:moveTo>
                    <a:pt x="1514" y="1776"/>
                  </a:moveTo>
                  <a:cubicBezTo>
                    <a:pt x="1513" y="1787"/>
                    <a:pt x="1513" y="1799"/>
                    <a:pt x="1512" y="1809"/>
                  </a:cubicBezTo>
                  <a:cubicBezTo>
                    <a:pt x="1508" y="1853"/>
                    <a:pt x="1500" y="1896"/>
                    <a:pt x="1489" y="1937"/>
                  </a:cubicBezTo>
                  <a:cubicBezTo>
                    <a:pt x="1485" y="1949"/>
                    <a:pt x="1482" y="1961"/>
                    <a:pt x="1478" y="1973"/>
                  </a:cubicBezTo>
                  <a:cubicBezTo>
                    <a:pt x="1381" y="2263"/>
                    <a:pt x="1110" y="2457"/>
                    <a:pt x="804" y="2457"/>
                  </a:cubicBezTo>
                  <a:cubicBezTo>
                    <a:pt x="633" y="2457"/>
                    <a:pt x="467" y="2395"/>
                    <a:pt x="338" y="2283"/>
                  </a:cubicBezTo>
                  <a:cubicBezTo>
                    <a:pt x="235" y="2193"/>
                    <a:pt x="161" y="2077"/>
                    <a:pt x="123" y="1948"/>
                  </a:cubicBezTo>
                  <a:cubicBezTo>
                    <a:pt x="114" y="1916"/>
                    <a:pt x="106" y="1884"/>
                    <a:pt x="102" y="1851"/>
                  </a:cubicBezTo>
                  <a:cubicBezTo>
                    <a:pt x="97" y="1817"/>
                    <a:pt x="94" y="1782"/>
                    <a:pt x="94" y="1747"/>
                  </a:cubicBezTo>
                  <a:cubicBezTo>
                    <a:pt x="94" y="1739"/>
                    <a:pt x="94" y="1731"/>
                    <a:pt x="95" y="1722"/>
                  </a:cubicBezTo>
                  <a:cubicBezTo>
                    <a:pt x="96" y="1710"/>
                    <a:pt x="97" y="1698"/>
                    <a:pt x="99" y="1686"/>
                  </a:cubicBezTo>
                  <a:cubicBezTo>
                    <a:pt x="156" y="1306"/>
                    <a:pt x="618" y="494"/>
                    <a:pt x="804" y="177"/>
                  </a:cubicBezTo>
                  <a:cubicBezTo>
                    <a:pt x="1057" y="604"/>
                    <a:pt x="1514" y="1441"/>
                    <a:pt x="1514" y="1747"/>
                  </a:cubicBezTo>
                  <a:cubicBezTo>
                    <a:pt x="1514" y="1757"/>
                    <a:pt x="1514" y="1767"/>
                    <a:pt x="1514" y="1776"/>
                  </a:cubicBezTo>
                  <a:close/>
                </a:path>
              </a:pathLst>
            </a:custGeom>
            <a:solidFill>
              <a:srgbClr val="C1EAF4"/>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6"/>
            <p:cNvSpPr/>
            <p:nvPr/>
          </p:nvSpPr>
          <p:spPr>
            <a:xfrm>
              <a:off x="482" y="2237"/>
              <a:ext cx="685" cy="202"/>
            </a:xfrm>
            <a:custGeom>
              <a:rect b="b" l="l" r="r" t="t"/>
              <a:pathLst>
                <a:path extrusionOk="0" h="325" w="1100">
                  <a:moveTo>
                    <a:pt x="1100" y="3"/>
                  </a:moveTo>
                  <a:cubicBezTo>
                    <a:pt x="1016" y="134"/>
                    <a:pt x="891" y="233"/>
                    <a:pt x="746" y="286"/>
                  </a:cubicBezTo>
                  <a:cubicBezTo>
                    <a:pt x="710" y="244"/>
                    <a:pt x="683" y="191"/>
                    <a:pt x="614" y="191"/>
                  </a:cubicBezTo>
                  <a:cubicBezTo>
                    <a:pt x="520" y="191"/>
                    <a:pt x="503" y="290"/>
                    <a:pt x="437" y="325"/>
                  </a:cubicBezTo>
                  <a:cubicBezTo>
                    <a:pt x="390" y="321"/>
                    <a:pt x="344" y="312"/>
                    <a:pt x="299" y="299"/>
                  </a:cubicBezTo>
                  <a:cubicBezTo>
                    <a:pt x="258" y="255"/>
                    <a:pt x="232" y="191"/>
                    <a:pt x="156" y="191"/>
                  </a:cubicBezTo>
                  <a:cubicBezTo>
                    <a:pt x="135" y="191"/>
                    <a:pt x="117" y="197"/>
                    <a:pt x="102" y="205"/>
                  </a:cubicBezTo>
                  <a:cubicBezTo>
                    <a:pt x="80" y="189"/>
                    <a:pt x="57" y="172"/>
                    <a:pt x="36" y="154"/>
                  </a:cubicBezTo>
                  <a:cubicBezTo>
                    <a:pt x="24" y="143"/>
                    <a:pt x="11" y="131"/>
                    <a:pt x="0" y="119"/>
                  </a:cubicBezTo>
                  <a:cubicBezTo>
                    <a:pt x="50" y="77"/>
                    <a:pt x="73" y="0"/>
                    <a:pt x="156" y="0"/>
                  </a:cubicBezTo>
                  <a:cubicBezTo>
                    <a:pt x="271" y="0"/>
                    <a:pt x="271" y="146"/>
                    <a:pt x="385" y="146"/>
                  </a:cubicBezTo>
                  <a:cubicBezTo>
                    <a:pt x="500" y="146"/>
                    <a:pt x="500" y="0"/>
                    <a:pt x="614" y="0"/>
                  </a:cubicBezTo>
                  <a:cubicBezTo>
                    <a:pt x="729" y="0"/>
                    <a:pt x="729" y="146"/>
                    <a:pt x="843" y="146"/>
                  </a:cubicBezTo>
                  <a:cubicBezTo>
                    <a:pt x="958" y="146"/>
                    <a:pt x="958" y="0"/>
                    <a:pt x="1072" y="0"/>
                  </a:cubicBezTo>
                  <a:cubicBezTo>
                    <a:pt x="1082" y="0"/>
                    <a:pt x="1092" y="1"/>
                    <a:pt x="1100" y="3"/>
                  </a:cubicBezTo>
                  <a:close/>
                </a:path>
              </a:pathLst>
            </a:custGeom>
            <a:solidFill>
              <a:srgbClr val="32AAC6"/>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5" name="Google Shape;105;p6"/>
          <p:cNvGrpSpPr/>
          <p:nvPr/>
        </p:nvGrpSpPr>
        <p:grpSpPr>
          <a:xfrm>
            <a:off x="3022680" y="1661019"/>
            <a:ext cx="853556" cy="1357277"/>
            <a:chOff x="1428" y="948"/>
            <a:chExt cx="998" cy="1587"/>
          </a:xfrm>
        </p:grpSpPr>
        <p:sp>
          <p:nvSpPr>
            <p:cNvPr id="106" name="Google Shape;106;p6"/>
            <p:cNvSpPr/>
            <p:nvPr/>
          </p:nvSpPr>
          <p:spPr>
            <a:xfrm>
              <a:off x="1488" y="2085"/>
              <a:ext cx="884" cy="399"/>
            </a:xfrm>
            <a:custGeom>
              <a:rect b="b" l="l" r="r" t="t"/>
              <a:pathLst>
                <a:path extrusionOk="0" h="593" w="1365">
                  <a:moveTo>
                    <a:pt x="1365" y="73"/>
                  </a:moveTo>
                  <a:cubicBezTo>
                    <a:pt x="1362" y="85"/>
                    <a:pt x="1358" y="97"/>
                    <a:pt x="1354" y="109"/>
                  </a:cubicBezTo>
                  <a:cubicBezTo>
                    <a:pt x="1257" y="399"/>
                    <a:pt x="987" y="593"/>
                    <a:pt x="681" y="593"/>
                  </a:cubicBezTo>
                  <a:cubicBezTo>
                    <a:pt x="509" y="593"/>
                    <a:pt x="344" y="531"/>
                    <a:pt x="214" y="419"/>
                  </a:cubicBezTo>
                  <a:cubicBezTo>
                    <a:pt x="112" y="329"/>
                    <a:pt x="37" y="213"/>
                    <a:pt x="0" y="84"/>
                  </a:cubicBezTo>
                  <a:cubicBezTo>
                    <a:pt x="25" y="116"/>
                    <a:pt x="54" y="146"/>
                    <a:pt x="105" y="146"/>
                  </a:cubicBezTo>
                  <a:cubicBezTo>
                    <a:pt x="220" y="146"/>
                    <a:pt x="220" y="0"/>
                    <a:pt x="334" y="0"/>
                  </a:cubicBezTo>
                  <a:cubicBezTo>
                    <a:pt x="449" y="0"/>
                    <a:pt x="449" y="146"/>
                    <a:pt x="563" y="146"/>
                  </a:cubicBezTo>
                  <a:cubicBezTo>
                    <a:pt x="678" y="146"/>
                    <a:pt x="678" y="0"/>
                    <a:pt x="792" y="0"/>
                  </a:cubicBezTo>
                  <a:cubicBezTo>
                    <a:pt x="907" y="0"/>
                    <a:pt x="907" y="146"/>
                    <a:pt x="1021" y="146"/>
                  </a:cubicBezTo>
                  <a:cubicBezTo>
                    <a:pt x="1136" y="146"/>
                    <a:pt x="1136" y="0"/>
                    <a:pt x="1250" y="0"/>
                  </a:cubicBezTo>
                  <a:cubicBezTo>
                    <a:pt x="1308" y="0"/>
                    <a:pt x="1336" y="37"/>
                    <a:pt x="1365" y="73"/>
                  </a:cubicBezTo>
                  <a:close/>
                </a:path>
              </a:pathLst>
            </a:custGeom>
            <a:solidFill>
              <a:srgbClr val="6ABAD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 name="Google Shape;107;p6"/>
            <p:cNvSpPr/>
            <p:nvPr/>
          </p:nvSpPr>
          <p:spPr>
            <a:xfrm>
              <a:off x="1488" y="1990"/>
              <a:ext cx="883" cy="211"/>
            </a:xfrm>
            <a:custGeom>
              <a:rect b="b" l="l" r="r" t="t"/>
              <a:pathLst>
                <a:path extrusionOk="0" h="338" w="1419">
                  <a:moveTo>
                    <a:pt x="1419" y="104"/>
                  </a:moveTo>
                  <a:cubicBezTo>
                    <a:pt x="1419" y="115"/>
                    <a:pt x="1418" y="127"/>
                    <a:pt x="1417" y="137"/>
                  </a:cubicBezTo>
                  <a:cubicBezTo>
                    <a:pt x="1414" y="181"/>
                    <a:pt x="1406" y="224"/>
                    <a:pt x="1394" y="265"/>
                  </a:cubicBezTo>
                  <a:cubicBezTo>
                    <a:pt x="1365" y="229"/>
                    <a:pt x="1337" y="192"/>
                    <a:pt x="1279" y="192"/>
                  </a:cubicBezTo>
                  <a:cubicBezTo>
                    <a:pt x="1165" y="192"/>
                    <a:pt x="1165" y="338"/>
                    <a:pt x="1050" y="338"/>
                  </a:cubicBezTo>
                  <a:cubicBezTo>
                    <a:pt x="936" y="338"/>
                    <a:pt x="936" y="192"/>
                    <a:pt x="821" y="192"/>
                  </a:cubicBezTo>
                  <a:cubicBezTo>
                    <a:pt x="707" y="192"/>
                    <a:pt x="707" y="338"/>
                    <a:pt x="592" y="338"/>
                  </a:cubicBezTo>
                  <a:cubicBezTo>
                    <a:pt x="478" y="338"/>
                    <a:pt x="478" y="192"/>
                    <a:pt x="363" y="192"/>
                  </a:cubicBezTo>
                  <a:cubicBezTo>
                    <a:pt x="249" y="192"/>
                    <a:pt x="249" y="338"/>
                    <a:pt x="134" y="338"/>
                  </a:cubicBezTo>
                  <a:cubicBezTo>
                    <a:pt x="83" y="338"/>
                    <a:pt x="54" y="308"/>
                    <a:pt x="29" y="276"/>
                  </a:cubicBezTo>
                  <a:cubicBezTo>
                    <a:pt x="19" y="244"/>
                    <a:pt x="12" y="212"/>
                    <a:pt x="7" y="179"/>
                  </a:cubicBezTo>
                  <a:cubicBezTo>
                    <a:pt x="2" y="145"/>
                    <a:pt x="0" y="110"/>
                    <a:pt x="0" y="75"/>
                  </a:cubicBezTo>
                  <a:cubicBezTo>
                    <a:pt x="0" y="67"/>
                    <a:pt x="0" y="59"/>
                    <a:pt x="1" y="50"/>
                  </a:cubicBezTo>
                  <a:cubicBezTo>
                    <a:pt x="37" y="92"/>
                    <a:pt x="64" y="146"/>
                    <a:pt x="134" y="146"/>
                  </a:cubicBezTo>
                  <a:cubicBezTo>
                    <a:pt x="249" y="146"/>
                    <a:pt x="249" y="0"/>
                    <a:pt x="363" y="0"/>
                  </a:cubicBezTo>
                  <a:cubicBezTo>
                    <a:pt x="478" y="0"/>
                    <a:pt x="478" y="146"/>
                    <a:pt x="592" y="146"/>
                  </a:cubicBezTo>
                  <a:cubicBezTo>
                    <a:pt x="707" y="146"/>
                    <a:pt x="707" y="0"/>
                    <a:pt x="821" y="0"/>
                  </a:cubicBezTo>
                  <a:cubicBezTo>
                    <a:pt x="936" y="0"/>
                    <a:pt x="936" y="146"/>
                    <a:pt x="1050" y="146"/>
                  </a:cubicBezTo>
                  <a:cubicBezTo>
                    <a:pt x="1165" y="146"/>
                    <a:pt x="1165" y="0"/>
                    <a:pt x="1279" y="0"/>
                  </a:cubicBezTo>
                  <a:cubicBezTo>
                    <a:pt x="1353" y="0"/>
                    <a:pt x="1379" y="61"/>
                    <a:pt x="1419" y="104"/>
                  </a:cubicBezTo>
                  <a:close/>
                </a:path>
              </a:pathLst>
            </a:custGeom>
            <a:solidFill>
              <a:srgbClr val="32AAC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6"/>
            <p:cNvSpPr/>
            <p:nvPr/>
          </p:nvSpPr>
          <p:spPr>
            <a:xfrm>
              <a:off x="1428" y="948"/>
              <a:ext cx="998" cy="1587"/>
            </a:xfrm>
            <a:custGeom>
              <a:rect b="b" l="l" r="r" t="t"/>
              <a:pathLst>
                <a:path extrusionOk="0" h="2549" w="1603">
                  <a:moveTo>
                    <a:pt x="802" y="0"/>
                  </a:moveTo>
                  <a:cubicBezTo>
                    <a:pt x="802" y="0"/>
                    <a:pt x="81" y="1173"/>
                    <a:pt x="6" y="1672"/>
                  </a:cubicBezTo>
                  <a:cubicBezTo>
                    <a:pt x="2" y="1699"/>
                    <a:pt x="0" y="1724"/>
                    <a:pt x="0" y="1747"/>
                  </a:cubicBezTo>
                  <a:cubicBezTo>
                    <a:pt x="0" y="1787"/>
                    <a:pt x="3" y="1826"/>
                    <a:pt x="9" y="1864"/>
                  </a:cubicBezTo>
                  <a:cubicBezTo>
                    <a:pt x="65" y="2251"/>
                    <a:pt x="399" y="2549"/>
                    <a:pt x="802" y="2549"/>
                  </a:cubicBezTo>
                  <a:cubicBezTo>
                    <a:pt x="1155" y="2549"/>
                    <a:pt x="1455" y="2320"/>
                    <a:pt x="1562" y="2002"/>
                  </a:cubicBezTo>
                  <a:cubicBezTo>
                    <a:pt x="1582" y="1944"/>
                    <a:pt x="1595" y="1882"/>
                    <a:pt x="1600" y="1818"/>
                  </a:cubicBezTo>
                  <a:cubicBezTo>
                    <a:pt x="1602" y="1795"/>
                    <a:pt x="1603" y="1771"/>
                    <a:pt x="1603" y="1747"/>
                  </a:cubicBezTo>
                  <a:cubicBezTo>
                    <a:pt x="1603" y="1305"/>
                    <a:pt x="802" y="0"/>
                    <a:pt x="802" y="0"/>
                  </a:cubicBezTo>
                  <a:close/>
                  <a:moveTo>
                    <a:pt x="1478" y="1973"/>
                  </a:moveTo>
                  <a:cubicBezTo>
                    <a:pt x="1381" y="2263"/>
                    <a:pt x="1111" y="2457"/>
                    <a:pt x="805" y="2457"/>
                  </a:cubicBezTo>
                  <a:cubicBezTo>
                    <a:pt x="633" y="2457"/>
                    <a:pt x="468" y="2395"/>
                    <a:pt x="338" y="2283"/>
                  </a:cubicBezTo>
                  <a:cubicBezTo>
                    <a:pt x="236" y="2193"/>
                    <a:pt x="161" y="2077"/>
                    <a:pt x="124" y="1948"/>
                  </a:cubicBezTo>
                  <a:cubicBezTo>
                    <a:pt x="114" y="1916"/>
                    <a:pt x="107" y="1884"/>
                    <a:pt x="102" y="1851"/>
                  </a:cubicBezTo>
                  <a:cubicBezTo>
                    <a:pt x="97" y="1817"/>
                    <a:pt x="95" y="1782"/>
                    <a:pt x="95" y="1747"/>
                  </a:cubicBezTo>
                  <a:cubicBezTo>
                    <a:pt x="95" y="1739"/>
                    <a:pt x="95" y="1731"/>
                    <a:pt x="96" y="1722"/>
                  </a:cubicBezTo>
                  <a:cubicBezTo>
                    <a:pt x="97" y="1710"/>
                    <a:pt x="98" y="1698"/>
                    <a:pt x="100" y="1686"/>
                  </a:cubicBezTo>
                  <a:cubicBezTo>
                    <a:pt x="156" y="1306"/>
                    <a:pt x="618" y="494"/>
                    <a:pt x="805" y="177"/>
                  </a:cubicBezTo>
                  <a:cubicBezTo>
                    <a:pt x="1058" y="604"/>
                    <a:pt x="1515" y="1441"/>
                    <a:pt x="1515" y="1747"/>
                  </a:cubicBezTo>
                  <a:cubicBezTo>
                    <a:pt x="1515" y="1757"/>
                    <a:pt x="1515" y="1767"/>
                    <a:pt x="1514" y="1776"/>
                  </a:cubicBezTo>
                  <a:cubicBezTo>
                    <a:pt x="1514" y="1787"/>
                    <a:pt x="1513" y="1799"/>
                    <a:pt x="1512" y="1809"/>
                  </a:cubicBezTo>
                  <a:cubicBezTo>
                    <a:pt x="1509" y="1853"/>
                    <a:pt x="1501" y="1896"/>
                    <a:pt x="1489" y="1937"/>
                  </a:cubicBezTo>
                  <a:cubicBezTo>
                    <a:pt x="1486" y="1949"/>
                    <a:pt x="1482" y="1961"/>
                    <a:pt x="1478" y="1973"/>
                  </a:cubicBezTo>
                  <a:close/>
                </a:path>
              </a:pathLst>
            </a:custGeom>
            <a:solidFill>
              <a:srgbClr val="C1EAF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9" name="Google Shape;109;p6"/>
          <p:cNvGrpSpPr/>
          <p:nvPr/>
        </p:nvGrpSpPr>
        <p:grpSpPr>
          <a:xfrm>
            <a:off x="5005684" y="1661017"/>
            <a:ext cx="856985" cy="1357279"/>
            <a:chOff x="2882" y="995"/>
            <a:chExt cx="1002" cy="1587"/>
          </a:xfrm>
        </p:grpSpPr>
        <p:sp>
          <p:nvSpPr>
            <p:cNvPr id="110" name="Google Shape;110;p6"/>
            <p:cNvSpPr/>
            <p:nvPr/>
          </p:nvSpPr>
          <p:spPr>
            <a:xfrm>
              <a:off x="2941" y="1897"/>
              <a:ext cx="887" cy="643"/>
            </a:xfrm>
            <a:custGeom>
              <a:rect b="b" l="l" r="r" t="t"/>
              <a:pathLst>
                <a:path extrusionOk="0" h="986" w="1420">
                  <a:moveTo>
                    <a:pt x="1420" y="276"/>
                  </a:moveTo>
                  <a:cubicBezTo>
                    <a:pt x="1420" y="286"/>
                    <a:pt x="1420" y="296"/>
                    <a:pt x="1419" y="305"/>
                  </a:cubicBezTo>
                  <a:cubicBezTo>
                    <a:pt x="1419" y="316"/>
                    <a:pt x="1418" y="328"/>
                    <a:pt x="1417" y="338"/>
                  </a:cubicBezTo>
                  <a:cubicBezTo>
                    <a:pt x="1414" y="382"/>
                    <a:pt x="1406" y="425"/>
                    <a:pt x="1394" y="466"/>
                  </a:cubicBezTo>
                  <a:cubicBezTo>
                    <a:pt x="1391" y="478"/>
                    <a:pt x="1387" y="490"/>
                    <a:pt x="1383" y="502"/>
                  </a:cubicBezTo>
                  <a:cubicBezTo>
                    <a:pt x="1286" y="792"/>
                    <a:pt x="1016" y="986"/>
                    <a:pt x="710" y="986"/>
                  </a:cubicBezTo>
                  <a:cubicBezTo>
                    <a:pt x="538" y="986"/>
                    <a:pt x="373" y="924"/>
                    <a:pt x="243" y="812"/>
                  </a:cubicBezTo>
                  <a:cubicBezTo>
                    <a:pt x="141" y="722"/>
                    <a:pt x="66" y="606"/>
                    <a:pt x="29" y="477"/>
                  </a:cubicBezTo>
                  <a:cubicBezTo>
                    <a:pt x="19" y="445"/>
                    <a:pt x="12" y="413"/>
                    <a:pt x="7" y="380"/>
                  </a:cubicBezTo>
                  <a:cubicBezTo>
                    <a:pt x="2" y="346"/>
                    <a:pt x="0" y="311"/>
                    <a:pt x="0" y="276"/>
                  </a:cubicBezTo>
                  <a:cubicBezTo>
                    <a:pt x="0" y="268"/>
                    <a:pt x="0" y="260"/>
                    <a:pt x="1" y="251"/>
                  </a:cubicBezTo>
                  <a:cubicBezTo>
                    <a:pt x="2" y="239"/>
                    <a:pt x="3" y="227"/>
                    <a:pt x="5" y="215"/>
                  </a:cubicBezTo>
                  <a:cubicBezTo>
                    <a:pt x="10" y="178"/>
                    <a:pt x="19" y="138"/>
                    <a:pt x="32" y="95"/>
                  </a:cubicBezTo>
                  <a:cubicBezTo>
                    <a:pt x="32" y="93"/>
                    <a:pt x="33" y="91"/>
                    <a:pt x="33" y="90"/>
                  </a:cubicBezTo>
                  <a:cubicBezTo>
                    <a:pt x="58" y="120"/>
                    <a:pt x="86" y="146"/>
                    <a:pt x="134" y="146"/>
                  </a:cubicBezTo>
                  <a:cubicBezTo>
                    <a:pt x="249" y="146"/>
                    <a:pt x="249" y="0"/>
                    <a:pt x="363" y="0"/>
                  </a:cubicBezTo>
                  <a:cubicBezTo>
                    <a:pt x="478" y="0"/>
                    <a:pt x="478" y="146"/>
                    <a:pt x="592" y="146"/>
                  </a:cubicBezTo>
                  <a:cubicBezTo>
                    <a:pt x="707" y="146"/>
                    <a:pt x="707" y="0"/>
                    <a:pt x="821" y="0"/>
                  </a:cubicBezTo>
                  <a:cubicBezTo>
                    <a:pt x="936" y="0"/>
                    <a:pt x="936" y="146"/>
                    <a:pt x="1050" y="146"/>
                  </a:cubicBezTo>
                  <a:cubicBezTo>
                    <a:pt x="1165" y="146"/>
                    <a:pt x="1165" y="0"/>
                    <a:pt x="1279" y="0"/>
                  </a:cubicBezTo>
                  <a:cubicBezTo>
                    <a:pt x="1324" y="0"/>
                    <a:pt x="1351" y="22"/>
                    <a:pt x="1375" y="50"/>
                  </a:cubicBezTo>
                  <a:cubicBezTo>
                    <a:pt x="1380" y="65"/>
                    <a:pt x="1384" y="80"/>
                    <a:pt x="1388" y="94"/>
                  </a:cubicBezTo>
                  <a:cubicBezTo>
                    <a:pt x="1409" y="166"/>
                    <a:pt x="1420" y="228"/>
                    <a:pt x="1420" y="276"/>
                  </a:cubicBezTo>
                  <a:close/>
                </a:path>
              </a:pathLst>
            </a:custGeom>
            <a:solidFill>
              <a:srgbClr val="6ABAD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6"/>
            <p:cNvSpPr/>
            <p:nvPr/>
          </p:nvSpPr>
          <p:spPr>
            <a:xfrm>
              <a:off x="2882" y="995"/>
              <a:ext cx="1002" cy="1587"/>
            </a:xfrm>
            <a:custGeom>
              <a:rect b="b" l="l" r="r" t="t"/>
              <a:pathLst>
                <a:path extrusionOk="0" h="2549" w="1603">
                  <a:moveTo>
                    <a:pt x="1515" y="1383"/>
                  </a:moveTo>
                  <a:cubicBezTo>
                    <a:pt x="1307" y="822"/>
                    <a:pt x="802" y="0"/>
                    <a:pt x="802" y="0"/>
                  </a:cubicBezTo>
                  <a:cubicBezTo>
                    <a:pt x="802" y="0"/>
                    <a:pt x="322" y="781"/>
                    <a:pt x="105" y="1340"/>
                  </a:cubicBezTo>
                  <a:cubicBezTo>
                    <a:pt x="101" y="1348"/>
                    <a:pt x="98" y="1357"/>
                    <a:pt x="95" y="1365"/>
                  </a:cubicBezTo>
                  <a:cubicBezTo>
                    <a:pt x="51" y="1481"/>
                    <a:pt x="19" y="1587"/>
                    <a:pt x="6" y="1672"/>
                  </a:cubicBezTo>
                  <a:cubicBezTo>
                    <a:pt x="2" y="1699"/>
                    <a:pt x="0" y="1724"/>
                    <a:pt x="0" y="1747"/>
                  </a:cubicBezTo>
                  <a:cubicBezTo>
                    <a:pt x="0" y="1787"/>
                    <a:pt x="3" y="1826"/>
                    <a:pt x="9" y="1864"/>
                  </a:cubicBezTo>
                  <a:cubicBezTo>
                    <a:pt x="65" y="2251"/>
                    <a:pt x="399" y="2549"/>
                    <a:pt x="802" y="2549"/>
                  </a:cubicBezTo>
                  <a:cubicBezTo>
                    <a:pt x="1155" y="2549"/>
                    <a:pt x="1455" y="2320"/>
                    <a:pt x="1562" y="2002"/>
                  </a:cubicBezTo>
                  <a:cubicBezTo>
                    <a:pt x="1582" y="1944"/>
                    <a:pt x="1595" y="1882"/>
                    <a:pt x="1600" y="1818"/>
                  </a:cubicBezTo>
                  <a:cubicBezTo>
                    <a:pt x="1602" y="1795"/>
                    <a:pt x="1603" y="1771"/>
                    <a:pt x="1603" y="1747"/>
                  </a:cubicBezTo>
                  <a:cubicBezTo>
                    <a:pt x="1603" y="1656"/>
                    <a:pt x="1569" y="1528"/>
                    <a:pt x="1515" y="1383"/>
                  </a:cubicBezTo>
                  <a:close/>
                  <a:moveTo>
                    <a:pt x="1514" y="1776"/>
                  </a:moveTo>
                  <a:cubicBezTo>
                    <a:pt x="1514" y="1787"/>
                    <a:pt x="1513" y="1799"/>
                    <a:pt x="1512" y="1809"/>
                  </a:cubicBezTo>
                  <a:cubicBezTo>
                    <a:pt x="1509" y="1853"/>
                    <a:pt x="1501" y="1896"/>
                    <a:pt x="1489" y="1937"/>
                  </a:cubicBezTo>
                  <a:cubicBezTo>
                    <a:pt x="1486" y="1949"/>
                    <a:pt x="1482" y="1961"/>
                    <a:pt x="1478" y="1973"/>
                  </a:cubicBezTo>
                  <a:cubicBezTo>
                    <a:pt x="1381" y="2263"/>
                    <a:pt x="1111" y="2457"/>
                    <a:pt x="805" y="2457"/>
                  </a:cubicBezTo>
                  <a:cubicBezTo>
                    <a:pt x="633" y="2457"/>
                    <a:pt x="468" y="2395"/>
                    <a:pt x="338" y="2283"/>
                  </a:cubicBezTo>
                  <a:cubicBezTo>
                    <a:pt x="236" y="2193"/>
                    <a:pt x="161" y="2077"/>
                    <a:pt x="124" y="1948"/>
                  </a:cubicBezTo>
                  <a:cubicBezTo>
                    <a:pt x="114" y="1916"/>
                    <a:pt x="107" y="1884"/>
                    <a:pt x="102" y="1851"/>
                  </a:cubicBezTo>
                  <a:cubicBezTo>
                    <a:pt x="97" y="1817"/>
                    <a:pt x="95" y="1782"/>
                    <a:pt x="95" y="1747"/>
                  </a:cubicBezTo>
                  <a:cubicBezTo>
                    <a:pt x="95" y="1739"/>
                    <a:pt x="95" y="1731"/>
                    <a:pt x="96" y="1722"/>
                  </a:cubicBezTo>
                  <a:cubicBezTo>
                    <a:pt x="97" y="1710"/>
                    <a:pt x="98" y="1698"/>
                    <a:pt x="100" y="1686"/>
                  </a:cubicBezTo>
                  <a:cubicBezTo>
                    <a:pt x="105" y="1649"/>
                    <a:pt x="114" y="1609"/>
                    <a:pt x="127" y="1566"/>
                  </a:cubicBezTo>
                  <a:cubicBezTo>
                    <a:pt x="127" y="1564"/>
                    <a:pt x="128" y="1562"/>
                    <a:pt x="128" y="1561"/>
                  </a:cubicBezTo>
                  <a:cubicBezTo>
                    <a:pt x="141" y="1515"/>
                    <a:pt x="158" y="1465"/>
                    <a:pt x="177" y="1413"/>
                  </a:cubicBezTo>
                  <a:cubicBezTo>
                    <a:pt x="331" y="1000"/>
                    <a:pt x="656" y="430"/>
                    <a:pt x="805" y="177"/>
                  </a:cubicBezTo>
                  <a:cubicBezTo>
                    <a:pt x="970" y="457"/>
                    <a:pt x="1224" y="912"/>
                    <a:pt x="1379" y="1279"/>
                  </a:cubicBezTo>
                  <a:cubicBezTo>
                    <a:pt x="1415" y="1366"/>
                    <a:pt x="1447" y="1447"/>
                    <a:pt x="1470" y="1521"/>
                  </a:cubicBezTo>
                  <a:cubicBezTo>
                    <a:pt x="1470" y="1521"/>
                    <a:pt x="1470" y="1521"/>
                    <a:pt x="1470" y="1521"/>
                  </a:cubicBezTo>
                  <a:cubicBezTo>
                    <a:pt x="1475" y="1536"/>
                    <a:pt x="1479" y="1551"/>
                    <a:pt x="1483" y="1565"/>
                  </a:cubicBezTo>
                  <a:cubicBezTo>
                    <a:pt x="1504" y="1637"/>
                    <a:pt x="1515" y="1699"/>
                    <a:pt x="1515" y="1747"/>
                  </a:cubicBezTo>
                  <a:cubicBezTo>
                    <a:pt x="1515" y="1757"/>
                    <a:pt x="1515" y="1767"/>
                    <a:pt x="1514" y="1776"/>
                  </a:cubicBezTo>
                  <a:close/>
                </a:path>
              </a:pathLst>
            </a:custGeom>
            <a:solidFill>
              <a:srgbClr val="C1EAF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 name="Google Shape;112;p6"/>
            <p:cNvSpPr/>
            <p:nvPr/>
          </p:nvSpPr>
          <p:spPr>
            <a:xfrm>
              <a:off x="2882" y="995"/>
              <a:ext cx="1002" cy="1587"/>
            </a:xfrm>
            <a:custGeom>
              <a:rect b="b" l="l" r="r" t="t"/>
              <a:pathLst>
                <a:path extrusionOk="0" h="2549" w="1603">
                  <a:moveTo>
                    <a:pt x="1515" y="1383"/>
                  </a:moveTo>
                  <a:cubicBezTo>
                    <a:pt x="1307" y="822"/>
                    <a:pt x="802" y="0"/>
                    <a:pt x="802" y="0"/>
                  </a:cubicBezTo>
                  <a:cubicBezTo>
                    <a:pt x="802" y="0"/>
                    <a:pt x="322" y="781"/>
                    <a:pt x="105" y="1340"/>
                  </a:cubicBezTo>
                  <a:cubicBezTo>
                    <a:pt x="101" y="1348"/>
                    <a:pt x="98" y="1357"/>
                    <a:pt x="95" y="1365"/>
                  </a:cubicBezTo>
                  <a:cubicBezTo>
                    <a:pt x="51" y="1481"/>
                    <a:pt x="19" y="1587"/>
                    <a:pt x="6" y="1672"/>
                  </a:cubicBezTo>
                  <a:cubicBezTo>
                    <a:pt x="2" y="1699"/>
                    <a:pt x="0" y="1724"/>
                    <a:pt x="0" y="1747"/>
                  </a:cubicBezTo>
                  <a:cubicBezTo>
                    <a:pt x="0" y="1787"/>
                    <a:pt x="3" y="1826"/>
                    <a:pt x="9" y="1864"/>
                  </a:cubicBezTo>
                  <a:cubicBezTo>
                    <a:pt x="65" y="2251"/>
                    <a:pt x="399" y="2549"/>
                    <a:pt x="802" y="2549"/>
                  </a:cubicBezTo>
                  <a:cubicBezTo>
                    <a:pt x="1155" y="2549"/>
                    <a:pt x="1455" y="2320"/>
                    <a:pt x="1562" y="2002"/>
                  </a:cubicBezTo>
                  <a:cubicBezTo>
                    <a:pt x="1582" y="1944"/>
                    <a:pt x="1595" y="1882"/>
                    <a:pt x="1600" y="1818"/>
                  </a:cubicBezTo>
                  <a:cubicBezTo>
                    <a:pt x="1602" y="1795"/>
                    <a:pt x="1603" y="1771"/>
                    <a:pt x="1603" y="1747"/>
                  </a:cubicBezTo>
                  <a:cubicBezTo>
                    <a:pt x="1603" y="1656"/>
                    <a:pt x="1569" y="1528"/>
                    <a:pt x="1515" y="1383"/>
                  </a:cubicBezTo>
                  <a:close/>
                  <a:moveTo>
                    <a:pt x="1514" y="1776"/>
                  </a:moveTo>
                  <a:cubicBezTo>
                    <a:pt x="1514" y="1787"/>
                    <a:pt x="1513" y="1799"/>
                    <a:pt x="1512" y="1809"/>
                  </a:cubicBezTo>
                  <a:cubicBezTo>
                    <a:pt x="1509" y="1853"/>
                    <a:pt x="1501" y="1896"/>
                    <a:pt x="1489" y="1937"/>
                  </a:cubicBezTo>
                  <a:cubicBezTo>
                    <a:pt x="1486" y="1949"/>
                    <a:pt x="1482" y="1961"/>
                    <a:pt x="1478" y="1973"/>
                  </a:cubicBezTo>
                  <a:cubicBezTo>
                    <a:pt x="1381" y="2263"/>
                    <a:pt x="1111" y="2457"/>
                    <a:pt x="805" y="2457"/>
                  </a:cubicBezTo>
                  <a:cubicBezTo>
                    <a:pt x="633" y="2457"/>
                    <a:pt x="468" y="2395"/>
                    <a:pt x="338" y="2283"/>
                  </a:cubicBezTo>
                  <a:cubicBezTo>
                    <a:pt x="236" y="2193"/>
                    <a:pt x="161" y="2077"/>
                    <a:pt x="124" y="1948"/>
                  </a:cubicBezTo>
                  <a:cubicBezTo>
                    <a:pt x="114" y="1916"/>
                    <a:pt x="107" y="1884"/>
                    <a:pt x="102" y="1851"/>
                  </a:cubicBezTo>
                  <a:cubicBezTo>
                    <a:pt x="97" y="1817"/>
                    <a:pt x="95" y="1782"/>
                    <a:pt x="95" y="1747"/>
                  </a:cubicBezTo>
                  <a:cubicBezTo>
                    <a:pt x="95" y="1739"/>
                    <a:pt x="95" y="1731"/>
                    <a:pt x="96" y="1722"/>
                  </a:cubicBezTo>
                  <a:cubicBezTo>
                    <a:pt x="97" y="1710"/>
                    <a:pt x="98" y="1698"/>
                    <a:pt x="100" y="1686"/>
                  </a:cubicBezTo>
                  <a:cubicBezTo>
                    <a:pt x="105" y="1649"/>
                    <a:pt x="114" y="1609"/>
                    <a:pt x="127" y="1566"/>
                  </a:cubicBezTo>
                  <a:cubicBezTo>
                    <a:pt x="127" y="1564"/>
                    <a:pt x="128" y="1562"/>
                    <a:pt x="128" y="1561"/>
                  </a:cubicBezTo>
                  <a:cubicBezTo>
                    <a:pt x="141" y="1515"/>
                    <a:pt x="158" y="1465"/>
                    <a:pt x="177" y="1413"/>
                  </a:cubicBezTo>
                  <a:cubicBezTo>
                    <a:pt x="331" y="1000"/>
                    <a:pt x="656" y="430"/>
                    <a:pt x="805" y="177"/>
                  </a:cubicBezTo>
                  <a:cubicBezTo>
                    <a:pt x="970" y="457"/>
                    <a:pt x="1224" y="912"/>
                    <a:pt x="1379" y="1279"/>
                  </a:cubicBezTo>
                  <a:cubicBezTo>
                    <a:pt x="1415" y="1366"/>
                    <a:pt x="1447" y="1447"/>
                    <a:pt x="1470" y="1521"/>
                  </a:cubicBezTo>
                  <a:cubicBezTo>
                    <a:pt x="1470" y="1521"/>
                    <a:pt x="1470" y="1521"/>
                    <a:pt x="1470" y="1521"/>
                  </a:cubicBezTo>
                  <a:cubicBezTo>
                    <a:pt x="1475" y="1536"/>
                    <a:pt x="1479" y="1551"/>
                    <a:pt x="1483" y="1565"/>
                  </a:cubicBezTo>
                  <a:cubicBezTo>
                    <a:pt x="1504" y="1637"/>
                    <a:pt x="1515" y="1699"/>
                    <a:pt x="1515" y="1747"/>
                  </a:cubicBezTo>
                  <a:cubicBezTo>
                    <a:pt x="1515" y="1757"/>
                    <a:pt x="1515" y="1767"/>
                    <a:pt x="1514" y="1776"/>
                  </a:cubicBezTo>
                  <a:close/>
                </a:path>
              </a:pathLst>
            </a:custGeom>
            <a:solidFill>
              <a:srgbClr val="C1EAF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 name="Google Shape;113;p6"/>
            <p:cNvSpPr/>
            <p:nvPr/>
          </p:nvSpPr>
          <p:spPr>
            <a:xfrm>
              <a:off x="2962" y="1792"/>
              <a:ext cx="835" cy="211"/>
            </a:xfrm>
            <a:custGeom>
              <a:rect b="b" l="l" r="r" t="t"/>
              <a:pathLst>
                <a:path extrusionOk="0" h="338" w="1342">
                  <a:moveTo>
                    <a:pt x="1337" y="237"/>
                  </a:moveTo>
                  <a:cubicBezTo>
                    <a:pt x="1337" y="237"/>
                    <a:pt x="1337" y="237"/>
                    <a:pt x="1337" y="237"/>
                  </a:cubicBezTo>
                  <a:cubicBezTo>
                    <a:pt x="1336" y="235"/>
                    <a:pt x="1334" y="233"/>
                    <a:pt x="1333" y="232"/>
                  </a:cubicBezTo>
                  <a:cubicBezTo>
                    <a:pt x="1333" y="232"/>
                    <a:pt x="1333" y="232"/>
                    <a:pt x="1333" y="232"/>
                  </a:cubicBezTo>
                  <a:cubicBezTo>
                    <a:pt x="1331" y="230"/>
                    <a:pt x="1330" y="228"/>
                    <a:pt x="1328" y="227"/>
                  </a:cubicBezTo>
                  <a:cubicBezTo>
                    <a:pt x="1320" y="219"/>
                    <a:pt x="1312" y="212"/>
                    <a:pt x="1302" y="207"/>
                  </a:cubicBezTo>
                  <a:cubicBezTo>
                    <a:pt x="1287" y="198"/>
                    <a:pt x="1269" y="192"/>
                    <a:pt x="1246" y="192"/>
                  </a:cubicBezTo>
                  <a:cubicBezTo>
                    <a:pt x="1132" y="192"/>
                    <a:pt x="1132" y="338"/>
                    <a:pt x="1017" y="338"/>
                  </a:cubicBezTo>
                  <a:cubicBezTo>
                    <a:pt x="903" y="338"/>
                    <a:pt x="903" y="192"/>
                    <a:pt x="788" y="192"/>
                  </a:cubicBezTo>
                  <a:cubicBezTo>
                    <a:pt x="674" y="192"/>
                    <a:pt x="674" y="338"/>
                    <a:pt x="559" y="338"/>
                  </a:cubicBezTo>
                  <a:cubicBezTo>
                    <a:pt x="445" y="338"/>
                    <a:pt x="445" y="192"/>
                    <a:pt x="330" y="192"/>
                  </a:cubicBezTo>
                  <a:cubicBezTo>
                    <a:pt x="216" y="192"/>
                    <a:pt x="216" y="338"/>
                    <a:pt x="101" y="338"/>
                  </a:cubicBezTo>
                  <a:cubicBezTo>
                    <a:pt x="53" y="338"/>
                    <a:pt x="25" y="312"/>
                    <a:pt x="0" y="282"/>
                  </a:cubicBezTo>
                  <a:cubicBezTo>
                    <a:pt x="13" y="236"/>
                    <a:pt x="30" y="186"/>
                    <a:pt x="49" y="134"/>
                  </a:cubicBezTo>
                  <a:cubicBezTo>
                    <a:pt x="64" y="142"/>
                    <a:pt x="81" y="146"/>
                    <a:pt x="101" y="146"/>
                  </a:cubicBezTo>
                  <a:cubicBezTo>
                    <a:pt x="216" y="146"/>
                    <a:pt x="216" y="0"/>
                    <a:pt x="330" y="0"/>
                  </a:cubicBezTo>
                  <a:cubicBezTo>
                    <a:pt x="445" y="0"/>
                    <a:pt x="445" y="146"/>
                    <a:pt x="559" y="146"/>
                  </a:cubicBezTo>
                  <a:cubicBezTo>
                    <a:pt x="674" y="146"/>
                    <a:pt x="674" y="0"/>
                    <a:pt x="788" y="0"/>
                  </a:cubicBezTo>
                  <a:cubicBezTo>
                    <a:pt x="903" y="0"/>
                    <a:pt x="903" y="146"/>
                    <a:pt x="1017" y="146"/>
                  </a:cubicBezTo>
                  <a:cubicBezTo>
                    <a:pt x="1132" y="146"/>
                    <a:pt x="1132" y="0"/>
                    <a:pt x="1246" y="0"/>
                  </a:cubicBezTo>
                  <a:cubicBezTo>
                    <a:pt x="1248" y="0"/>
                    <a:pt x="1249" y="0"/>
                    <a:pt x="1251" y="0"/>
                  </a:cubicBezTo>
                  <a:cubicBezTo>
                    <a:pt x="1287" y="87"/>
                    <a:pt x="1319" y="168"/>
                    <a:pt x="1342" y="242"/>
                  </a:cubicBezTo>
                  <a:cubicBezTo>
                    <a:pt x="1340" y="240"/>
                    <a:pt x="1339" y="238"/>
                    <a:pt x="1337" y="237"/>
                  </a:cubicBezTo>
                  <a:close/>
                </a:path>
              </a:pathLst>
            </a:custGeom>
            <a:solidFill>
              <a:srgbClr val="32AAC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14" name="Google Shape;114;p6"/>
          <p:cNvGrpSpPr/>
          <p:nvPr/>
        </p:nvGrpSpPr>
        <p:grpSpPr>
          <a:xfrm>
            <a:off x="6988261" y="1661872"/>
            <a:ext cx="853555" cy="1357279"/>
            <a:chOff x="3970" y="996"/>
            <a:chExt cx="998" cy="1587"/>
          </a:xfrm>
        </p:grpSpPr>
        <p:sp>
          <p:nvSpPr>
            <p:cNvPr id="115" name="Google Shape;115;p6"/>
            <p:cNvSpPr/>
            <p:nvPr/>
          </p:nvSpPr>
          <p:spPr>
            <a:xfrm>
              <a:off x="4029" y="1512"/>
              <a:ext cx="884" cy="1011"/>
            </a:xfrm>
            <a:custGeom>
              <a:rect b="b" l="l" r="r" t="t"/>
              <a:pathLst>
                <a:path extrusionOk="0" h="1605" w="1420">
                  <a:moveTo>
                    <a:pt x="1420" y="895"/>
                  </a:moveTo>
                  <a:cubicBezTo>
                    <a:pt x="1420" y="905"/>
                    <a:pt x="1420" y="915"/>
                    <a:pt x="1419" y="924"/>
                  </a:cubicBezTo>
                  <a:cubicBezTo>
                    <a:pt x="1419" y="935"/>
                    <a:pt x="1418" y="947"/>
                    <a:pt x="1417" y="957"/>
                  </a:cubicBezTo>
                  <a:cubicBezTo>
                    <a:pt x="1414" y="1001"/>
                    <a:pt x="1406" y="1044"/>
                    <a:pt x="1394" y="1085"/>
                  </a:cubicBezTo>
                  <a:cubicBezTo>
                    <a:pt x="1391" y="1097"/>
                    <a:pt x="1387" y="1109"/>
                    <a:pt x="1383" y="1121"/>
                  </a:cubicBezTo>
                  <a:cubicBezTo>
                    <a:pt x="1286" y="1411"/>
                    <a:pt x="1016" y="1605"/>
                    <a:pt x="710" y="1605"/>
                  </a:cubicBezTo>
                  <a:cubicBezTo>
                    <a:pt x="538" y="1605"/>
                    <a:pt x="373" y="1543"/>
                    <a:pt x="243" y="1431"/>
                  </a:cubicBezTo>
                  <a:cubicBezTo>
                    <a:pt x="141" y="1341"/>
                    <a:pt x="66" y="1225"/>
                    <a:pt x="29" y="1096"/>
                  </a:cubicBezTo>
                  <a:cubicBezTo>
                    <a:pt x="19" y="1064"/>
                    <a:pt x="12" y="1032"/>
                    <a:pt x="7" y="999"/>
                  </a:cubicBezTo>
                  <a:cubicBezTo>
                    <a:pt x="2" y="965"/>
                    <a:pt x="0" y="930"/>
                    <a:pt x="0" y="895"/>
                  </a:cubicBezTo>
                  <a:cubicBezTo>
                    <a:pt x="0" y="887"/>
                    <a:pt x="0" y="879"/>
                    <a:pt x="1" y="870"/>
                  </a:cubicBezTo>
                  <a:cubicBezTo>
                    <a:pt x="2" y="858"/>
                    <a:pt x="3" y="846"/>
                    <a:pt x="5" y="834"/>
                  </a:cubicBezTo>
                  <a:cubicBezTo>
                    <a:pt x="24" y="707"/>
                    <a:pt x="88" y="532"/>
                    <a:pt x="172" y="343"/>
                  </a:cubicBezTo>
                  <a:cubicBezTo>
                    <a:pt x="221" y="232"/>
                    <a:pt x="278" y="116"/>
                    <a:pt x="336" y="3"/>
                  </a:cubicBezTo>
                  <a:cubicBezTo>
                    <a:pt x="344" y="1"/>
                    <a:pt x="353" y="0"/>
                    <a:pt x="363" y="0"/>
                  </a:cubicBezTo>
                  <a:cubicBezTo>
                    <a:pt x="478" y="0"/>
                    <a:pt x="478" y="146"/>
                    <a:pt x="592" y="146"/>
                  </a:cubicBezTo>
                  <a:cubicBezTo>
                    <a:pt x="707" y="146"/>
                    <a:pt x="707" y="0"/>
                    <a:pt x="821" y="0"/>
                  </a:cubicBezTo>
                  <a:cubicBezTo>
                    <a:pt x="936" y="0"/>
                    <a:pt x="936" y="146"/>
                    <a:pt x="1050" y="146"/>
                  </a:cubicBezTo>
                  <a:cubicBezTo>
                    <a:pt x="1089" y="146"/>
                    <a:pt x="1115" y="129"/>
                    <a:pt x="1136" y="107"/>
                  </a:cubicBezTo>
                  <a:cubicBezTo>
                    <a:pt x="1176" y="187"/>
                    <a:pt x="1213" y="267"/>
                    <a:pt x="1248" y="344"/>
                  </a:cubicBezTo>
                  <a:cubicBezTo>
                    <a:pt x="1349" y="571"/>
                    <a:pt x="1420" y="774"/>
                    <a:pt x="1420" y="895"/>
                  </a:cubicBezTo>
                  <a:close/>
                </a:path>
              </a:pathLst>
            </a:custGeom>
            <a:solidFill>
              <a:srgbClr val="6ABAD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 name="Google Shape;116;p6"/>
            <p:cNvSpPr/>
            <p:nvPr/>
          </p:nvSpPr>
          <p:spPr>
            <a:xfrm>
              <a:off x="4238" y="1524"/>
              <a:ext cx="498" cy="93"/>
            </a:xfrm>
            <a:custGeom>
              <a:rect b="b" l="l" r="r" t="t"/>
              <a:pathLst>
                <a:path extrusionOk="0" h="150" w="800">
                  <a:moveTo>
                    <a:pt x="800" y="111"/>
                  </a:moveTo>
                  <a:cubicBezTo>
                    <a:pt x="779" y="133"/>
                    <a:pt x="753" y="150"/>
                    <a:pt x="714" y="150"/>
                  </a:cubicBezTo>
                  <a:cubicBezTo>
                    <a:pt x="600" y="150"/>
                    <a:pt x="600" y="4"/>
                    <a:pt x="485" y="4"/>
                  </a:cubicBezTo>
                  <a:cubicBezTo>
                    <a:pt x="371" y="4"/>
                    <a:pt x="371" y="150"/>
                    <a:pt x="256" y="150"/>
                  </a:cubicBezTo>
                  <a:cubicBezTo>
                    <a:pt x="142" y="150"/>
                    <a:pt x="142" y="4"/>
                    <a:pt x="27" y="4"/>
                  </a:cubicBezTo>
                  <a:cubicBezTo>
                    <a:pt x="17" y="4"/>
                    <a:pt x="8" y="5"/>
                    <a:pt x="0" y="7"/>
                  </a:cubicBezTo>
                  <a:cubicBezTo>
                    <a:pt x="0" y="5"/>
                    <a:pt x="1" y="4"/>
                    <a:pt x="2" y="2"/>
                  </a:cubicBezTo>
                  <a:cubicBezTo>
                    <a:pt x="10" y="1"/>
                    <a:pt x="18" y="0"/>
                    <a:pt x="27" y="0"/>
                  </a:cubicBezTo>
                  <a:cubicBezTo>
                    <a:pt x="142" y="0"/>
                    <a:pt x="142" y="146"/>
                    <a:pt x="256" y="146"/>
                  </a:cubicBezTo>
                  <a:cubicBezTo>
                    <a:pt x="371" y="146"/>
                    <a:pt x="371" y="0"/>
                    <a:pt x="485" y="0"/>
                  </a:cubicBezTo>
                  <a:cubicBezTo>
                    <a:pt x="600" y="0"/>
                    <a:pt x="600" y="146"/>
                    <a:pt x="714" y="146"/>
                  </a:cubicBezTo>
                  <a:cubicBezTo>
                    <a:pt x="752" y="146"/>
                    <a:pt x="778" y="130"/>
                    <a:pt x="799" y="108"/>
                  </a:cubicBezTo>
                  <a:cubicBezTo>
                    <a:pt x="799" y="109"/>
                    <a:pt x="800" y="110"/>
                    <a:pt x="800" y="111"/>
                  </a:cubicBezTo>
                  <a:close/>
                </a:path>
              </a:pathLst>
            </a:custGeom>
            <a:solidFill>
              <a:srgbClr val="6ABAD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6"/>
            <p:cNvSpPr/>
            <p:nvPr/>
          </p:nvSpPr>
          <p:spPr>
            <a:xfrm>
              <a:off x="3970" y="996"/>
              <a:ext cx="998" cy="1587"/>
            </a:xfrm>
            <a:custGeom>
              <a:rect b="b" l="l" r="r" t="t"/>
              <a:pathLst>
                <a:path extrusionOk="0" h="2549" w="1603">
                  <a:moveTo>
                    <a:pt x="1403" y="1114"/>
                  </a:moveTo>
                  <a:cubicBezTo>
                    <a:pt x="1369" y="1039"/>
                    <a:pt x="1332" y="962"/>
                    <a:pt x="1294" y="885"/>
                  </a:cubicBezTo>
                  <a:cubicBezTo>
                    <a:pt x="1293" y="884"/>
                    <a:pt x="1293" y="883"/>
                    <a:pt x="1292" y="883"/>
                  </a:cubicBezTo>
                  <a:cubicBezTo>
                    <a:pt x="1273" y="843"/>
                    <a:pt x="1253" y="804"/>
                    <a:pt x="1233" y="765"/>
                  </a:cubicBezTo>
                  <a:cubicBezTo>
                    <a:pt x="1023" y="360"/>
                    <a:pt x="802" y="0"/>
                    <a:pt x="802" y="0"/>
                  </a:cubicBezTo>
                  <a:cubicBezTo>
                    <a:pt x="802" y="0"/>
                    <a:pt x="616" y="302"/>
                    <a:pt x="423" y="665"/>
                  </a:cubicBezTo>
                  <a:cubicBezTo>
                    <a:pt x="423" y="665"/>
                    <a:pt x="423" y="665"/>
                    <a:pt x="423" y="665"/>
                  </a:cubicBezTo>
                  <a:cubicBezTo>
                    <a:pt x="368" y="770"/>
                    <a:pt x="311" y="881"/>
                    <a:pt x="258" y="990"/>
                  </a:cubicBezTo>
                  <a:cubicBezTo>
                    <a:pt x="258" y="992"/>
                    <a:pt x="257" y="993"/>
                    <a:pt x="256" y="995"/>
                  </a:cubicBezTo>
                  <a:cubicBezTo>
                    <a:pt x="238" y="1033"/>
                    <a:pt x="220" y="1071"/>
                    <a:pt x="203" y="1108"/>
                  </a:cubicBezTo>
                  <a:cubicBezTo>
                    <a:pt x="105" y="1323"/>
                    <a:pt x="28" y="1526"/>
                    <a:pt x="6" y="1672"/>
                  </a:cubicBezTo>
                  <a:cubicBezTo>
                    <a:pt x="2" y="1699"/>
                    <a:pt x="0" y="1724"/>
                    <a:pt x="0" y="1747"/>
                  </a:cubicBezTo>
                  <a:cubicBezTo>
                    <a:pt x="0" y="1787"/>
                    <a:pt x="3" y="1826"/>
                    <a:pt x="9" y="1864"/>
                  </a:cubicBezTo>
                  <a:cubicBezTo>
                    <a:pt x="65" y="2251"/>
                    <a:pt x="399" y="2549"/>
                    <a:pt x="802" y="2549"/>
                  </a:cubicBezTo>
                  <a:cubicBezTo>
                    <a:pt x="1155" y="2549"/>
                    <a:pt x="1455" y="2320"/>
                    <a:pt x="1562" y="2002"/>
                  </a:cubicBezTo>
                  <a:cubicBezTo>
                    <a:pt x="1582" y="1944"/>
                    <a:pt x="1595" y="1882"/>
                    <a:pt x="1600" y="1818"/>
                  </a:cubicBezTo>
                  <a:cubicBezTo>
                    <a:pt x="1602" y="1795"/>
                    <a:pt x="1603" y="1771"/>
                    <a:pt x="1603" y="1747"/>
                  </a:cubicBezTo>
                  <a:cubicBezTo>
                    <a:pt x="1603" y="1603"/>
                    <a:pt x="1518" y="1367"/>
                    <a:pt x="1403" y="1114"/>
                  </a:cubicBezTo>
                  <a:close/>
                  <a:moveTo>
                    <a:pt x="1514" y="1776"/>
                  </a:moveTo>
                  <a:cubicBezTo>
                    <a:pt x="1514" y="1787"/>
                    <a:pt x="1513" y="1799"/>
                    <a:pt x="1512" y="1809"/>
                  </a:cubicBezTo>
                  <a:cubicBezTo>
                    <a:pt x="1509" y="1853"/>
                    <a:pt x="1501" y="1896"/>
                    <a:pt x="1489" y="1937"/>
                  </a:cubicBezTo>
                  <a:cubicBezTo>
                    <a:pt x="1486" y="1949"/>
                    <a:pt x="1482" y="1961"/>
                    <a:pt x="1478" y="1973"/>
                  </a:cubicBezTo>
                  <a:cubicBezTo>
                    <a:pt x="1381" y="2263"/>
                    <a:pt x="1111" y="2457"/>
                    <a:pt x="805" y="2457"/>
                  </a:cubicBezTo>
                  <a:cubicBezTo>
                    <a:pt x="633" y="2457"/>
                    <a:pt x="468" y="2395"/>
                    <a:pt x="338" y="2283"/>
                  </a:cubicBezTo>
                  <a:cubicBezTo>
                    <a:pt x="236" y="2193"/>
                    <a:pt x="161" y="2077"/>
                    <a:pt x="124" y="1948"/>
                  </a:cubicBezTo>
                  <a:cubicBezTo>
                    <a:pt x="114" y="1916"/>
                    <a:pt x="107" y="1884"/>
                    <a:pt x="102" y="1851"/>
                  </a:cubicBezTo>
                  <a:cubicBezTo>
                    <a:pt x="97" y="1817"/>
                    <a:pt x="95" y="1782"/>
                    <a:pt x="95" y="1747"/>
                  </a:cubicBezTo>
                  <a:cubicBezTo>
                    <a:pt x="95" y="1739"/>
                    <a:pt x="95" y="1731"/>
                    <a:pt x="96" y="1722"/>
                  </a:cubicBezTo>
                  <a:cubicBezTo>
                    <a:pt x="97" y="1710"/>
                    <a:pt x="98" y="1698"/>
                    <a:pt x="100" y="1686"/>
                  </a:cubicBezTo>
                  <a:cubicBezTo>
                    <a:pt x="119" y="1559"/>
                    <a:pt x="183" y="1384"/>
                    <a:pt x="267" y="1195"/>
                  </a:cubicBezTo>
                  <a:cubicBezTo>
                    <a:pt x="316" y="1084"/>
                    <a:pt x="373" y="968"/>
                    <a:pt x="431" y="855"/>
                  </a:cubicBezTo>
                  <a:cubicBezTo>
                    <a:pt x="431" y="853"/>
                    <a:pt x="432" y="852"/>
                    <a:pt x="433" y="850"/>
                  </a:cubicBezTo>
                  <a:cubicBezTo>
                    <a:pt x="462" y="792"/>
                    <a:pt x="492" y="735"/>
                    <a:pt x="522" y="680"/>
                  </a:cubicBezTo>
                  <a:cubicBezTo>
                    <a:pt x="522" y="680"/>
                    <a:pt x="522" y="680"/>
                    <a:pt x="522" y="680"/>
                  </a:cubicBezTo>
                  <a:cubicBezTo>
                    <a:pt x="631" y="476"/>
                    <a:pt x="737" y="293"/>
                    <a:pt x="805" y="177"/>
                  </a:cubicBezTo>
                  <a:cubicBezTo>
                    <a:pt x="903" y="343"/>
                    <a:pt x="1032" y="571"/>
                    <a:pt x="1154" y="806"/>
                  </a:cubicBezTo>
                  <a:cubicBezTo>
                    <a:pt x="1179" y="856"/>
                    <a:pt x="1205" y="906"/>
                    <a:pt x="1230" y="956"/>
                  </a:cubicBezTo>
                  <a:cubicBezTo>
                    <a:pt x="1230" y="957"/>
                    <a:pt x="1231" y="958"/>
                    <a:pt x="1231" y="959"/>
                  </a:cubicBezTo>
                  <a:cubicBezTo>
                    <a:pt x="1271" y="1039"/>
                    <a:pt x="1308" y="1119"/>
                    <a:pt x="1343" y="1196"/>
                  </a:cubicBezTo>
                  <a:cubicBezTo>
                    <a:pt x="1444" y="1423"/>
                    <a:pt x="1515" y="1626"/>
                    <a:pt x="1515" y="1747"/>
                  </a:cubicBezTo>
                  <a:cubicBezTo>
                    <a:pt x="1515" y="1757"/>
                    <a:pt x="1515" y="1767"/>
                    <a:pt x="1514" y="1776"/>
                  </a:cubicBezTo>
                  <a:close/>
                </a:path>
              </a:pathLst>
            </a:custGeom>
            <a:solidFill>
              <a:srgbClr val="C1EAF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 name="Google Shape;118;p6"/>
            <p:cNvSpPr/>
            <p:nvPr/>
          </p:nvSpPr>
          <p:spPr>
            <a:xfrm>
              <a:off x="4238" y="1407"/>
              <a:ext cx="498" cy="210"/>
            </a:xfrm>
            <a:custGeom>
              <a:rect b="b" l="l" r="r" t="t"/>
              <a:pathLst>
                <a:path extrusionOk="0" h="338" w="800">
                  <a:moveTo>
                    <a:pt x="800" y="299"/>
                  </a:moveTo>
                  <a:cubicBezTo>
                    <a:pt x="779" y="321"/>
                    <a:pt x="753" y="338"/>
                    <a:pt x="714" y="338"/>
                  </a:cubicBezTo>
                  <a:cubicBezTo>
                    <a:pt x="600" y="338"/>
                    <a:pt x="600" y="192"/>
                    <a:pt x="485" y="192"/>
                  </a:cubicBezTo>
                  <a:cubicBezTo>
                    <a:pt x="371" y="192"/>
                    <a:pt x="371" y="338"/>
                    <a:pt x="256" y="338"/>
                  </a:cubicBezTo>
                  <a:cubicBezTo>
                    <a:pt x="142" y="338"/>
                    <a:pt x="142" y="192"/>
                    <a:pt x="27" y="192"/>
                  </a:cubicBezTo>
                  <a:cubicBezTo>
                    <a:pt x="17" y="192"/>
                    <a:pt x="8" y="193"/>
                    <a:pt x="0" y="195"/>
                  </a:cubicBezTo>
                  <a:cubicBezTo>
                    <a:pt x="0" y="193"/>
                    <a:pt x="1" y="192"/>
                    <a:pt x="2" y="190"/>
                  </a:cubicBezTo>
                  <a:cubicBezTo>
                    <a:pt x="31" y="132"/>
                    <a:pt x="61" y="75"/>
                    <a:pt x="91" y="20"/>
                  </a:cubicBezTo>
                  <a:cubicBezTo>
                    <a:pt x="148" y="60"/>
                    <a:pt x="168" y="146"/>
                    <a:pt x="256" y="146"/>
                  </a:cubicBezTo>
                  <a:cubicBezTo>
                    <a:pt x="371" y="146"/>
                    <a:pt x="371" y="0"/>
                    <a:pt x="485" y="0"/>
                  </a:cubicBezTo>
                  <a:cubicBezTo>
                    <a:pt x="600" y="0"/>
                    <a:pt x="600" y="146"/>
                    <a:pt x="714" y="146"/>
                  </a:cubicBezTo>
                  <a:cubicBezTo>
                    <a:pt x="717" y="146"/>
                    <a:pt x="720" y="146"/>
                    <a:pt x="723" y="146"/>
                  </a:cubicBezTo>
                  <a:cubicBezTo>
                    <a:pt x="748" y="196"/>
                    <a:pt x="774" y="246"/>
                    <a:pt x="799" y="296"/>
                  </a:cubicBezTo>
                  <a:cubicBezTo>
                    <a:pt x="799" y="297"/>
                    <a:pt x="800" y="298"/>
                    <a:pt x="800" y="299"/>
                  </a:cubicBezTo>
                  <a:close/>
                </a:path>
              </a:pathLst>
            </a:custGeom>
            <a:solidFill>
              <a:srgbClr val="32AAC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19" name="Google Shape;119;p6"/>
          <p:cNvSpPr txBox="1"/>
          <p:nvPr>
            <p:ph idx="2" type="body"/>
          </p:nvPr>
        </p:nvSpPr>
        <p:spPr>
          <a:xfrm>
            <a:off x="2592853" y="3507854"/>
            <a:ext cx="1714200" cy="1152000"/>
          </a:xfrm>
          <a:prstGeom prst="rect">
            <a:avLst/>
          </a:prstGeom>
          <a:noFill/>
          <a:ln>
            <a:noFill/>
          </a:ln>
        </p:spPr>
        <p:txBody>
          <a:bodyPr anchorCtr="0" anchor="t" bIns="45700" lIns="91425" spcFirstLastPara="1" rIns="91425" wrap="square" tIns="45700">
            <a:noAutofit/>
          </a:bodyPr>
          <a:lstStyle>
            <a:lvl1pPr indent="-228600" lvl="0" marL="457200" algn="ctr">
              <a:spcBef>
                <a:spcPts val="360"/>
              </a:spcBef>
              <a:spcAft>
                <a:spcPts val="0"/>
              </a:spcAft>
              <a:buClr>
                <a:schemeClr val="accent6"/>
              </a:buClr>
              <a:buSzPts val="1800"/>
              <a:buNone/>
              <a:defRPr sz="1800">
                <a:solidFill>
                  <a:schemeClr val="accent6"/>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0" name="Google Shape;120;p6"/>
          <p:cNvSpPr txBox="1"/>
          <p:nvPr>
            <p:ph idx="3" type="body"/>
          </p:nvPr>
        </p:nvSpPr>
        <p:spPr>
          <a:xfrm>
            <a:off x="2592853" y="3147814"/>
            <a:ext cx="1714200" cy="3600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chemeClr val="accent5"/>
              </a:buClr>
              <a:buSzPts val="2000"/>
              <a:buNone/>
              <a:defRPr b="0" sz="20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1" name="Google Shape;121;p6"/>
          <p:cNvSpPr txBox="1"/>
          <p:nvPr>
            <p:ph idx="4" type="body"/>
          </p:nvPr>
        </p:nvSpPr>
        <p:spPr>
          <a:xfrm>
            <a:off x="611560" y="3507854"/>
            <a:ext cx="1714200" cy="1152000"/>
          </a:xfrm>
          <a:prstGeom prst="rect">
            <a:avLst/>
          </a:prstGeom>
          <a:noFill/>
          <a:ln>
            <a:noFill/>
          </a:ln>
        </p:spPr>
        <p:txBody>
          <a:bodyPr anchorCtr="0" anchor="t" bIns="45700" lIns="91425" spcFirstLastPara="1" rIns="91425" wrap="square" tIns="45700">
            <a:noAutofit/>
          </a:bodyPr>
          <a:lstStyle>
            <a:lvl1pPr indent="-228600" lvl="0" marL="457200" algn="ctr">
              <a:spcBef>
                <a:spcPts val="360"/>
              </a:spcBef>
              <a:spcAft>
                <a:spcPts val="0"/>
              </a:spcAft>
              <a:buClr>
                <a:schemeClr val="accent6"/>
              </a:buClr>
              <a:buSzPts val="1800"/>
              <a:buNone/>
              <a:defRPr sz="1800">
                <a:solidFill>
                  <a:schemeClr val="accent6"/>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2" name="Google Shape;122;p6"/>
          <p:cNvSpPr txBox="1"/>
          <p:nvPr>
            <p:ph idx="5" type="body"/>
          </p:nvPr>
        </p:nvSpPr>
        <p:spPr>
          <a:xfrm>
            <a:off x="611560" y="3147814"/>
            <a:ext cx="1714200" cy="3600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chemeClr val="accent5"/>
              </a:buClr>
              <a:buSzPts val="2000"/>
              <a:buNone/>
              <a:defRPr b="0" sz="20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3" name="Google Shape;123;p6"/>
          <p:cNvSpPr txBox="1"/>
          <p:nvPr>
            <p:ph idx="6" type="body"/>
          </p:nvPr>
        </p:nvSpPr>
        <p:spPr>
          <a:xfrm>
            <a:off x="6557578" y="3507854"/>
            <a:ext cx="1714200" cy="1152000"/>
          </a:xfrm>
          <a:prstGeom prst="rect">
            <a:avLst/>
          </a:prstGeom>
          <a:noFill/>
          <a:ln>
            <a:noFill/>
          </a:ln>
        </p:spPr>
        <p:txBody>
          <a:bodyPr anchorCtr="0" anchor="t" bIns="45700" lIns="91425" spcFirstLastPara="1" rIns="91425" wrap="square" tIns="45700">
            <a:noAutofit/>
          </a:bodyPr>
          <a:lstStyle>
            <a:lvl1pPr indent="-228600" lvl="0" marL="457200" algn="ctr">
              <a:spcBef>
                <a:spcPts val="360"/>
              </a:spcBef>
              <a:spcAft>
                <a:spcPts val="0"/>
              </a:spcAft>
              <a:buClr>
                <a:schemeClr val="accent6"/>
              </a:buClr>
              <a:buSzPts val="1800"/>
              <a:buNone/>
              <a:defRPr sz="1800">
                <a:solidFill>
                  <a:schemeClr val="accent6"/>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4" name="Google Shape;124;p6"/>
          <p:cNvSpPr txBox="1"/>
          <p:nvPr>
            <p:ph idx="7" type="body"/>
          </p:nvPr>
        </p:nvSpPr>
        <p:spPr>
          <a:xfrm>
            <a:off x="6557578" y="3147814"/>
            <a:ext cx="1714200" cy="3600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chemeClr val="accent5"/>
              </a:buClr>
              <a:buSzPts val="2000"/>
              <a:buNone/>
              <a:defRPr b="0" sz="20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5" name="Google Shape;125;p6"/>
          <p:cNvSpPr txBox="1"/>
          <p:nvPr>
            <p:ph idx="8" type="body"/>
          </p:nvPr>
        </p:nvSpPr>
        <p:spPr>
          <a:xfrm>
            <a:off x="4576285" y="3507854"/>
            <a:ext cx="1714200" cy="1152000"/>
          </a:xfrm>
          <a:prstGeom prst="rect">
            <a:avLst/>
          </a:prstGeom>
          <a:noFill/>
          <a:ln>
            <a:noFill/>
          </a:ln>
        </p:spPr>
        <p:txBody>
          <a:bodyPr anchorCtr="0" anchor="t" bIns="45700" lIns="91425" spcFirstLastPara="1" rIns="91425" wrap="square" tIns="45700">
            <a:noAutofit/>
          </a:bodyPr>
          <a:lstStyle>
            <a:lvl1pPr indent="-228600" lvl="0" marL="457200" algn="ctr">
              <a:spcBef>
                <a:spcPts val="360"/>
              </a:spcBef>
              <a:spcAft>
                <a:spcPts val="0"/>
              </a:spcAft>
              <a:buClr>
                <a:schemeClr val="accent6"/>
              </a:buClr>
              <a:buSzPts val="1800"/>
              <a:buNone/>
              <a:defRPr sz="1800">
                <a:solidFill>
                  <a:schemeClr val="accent6"/>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6" name="Google Shape;126;p6"/>
          <p:cNvSpPr txBox="1"/>
          <p:nvPr>
            <p:ph idx="9" type="body"/>
          </p:nvPr>
        </p:nvSpPr>
        <p:spPr>
          <a:xfrm>
            <a:off x="4576285" y="3147814"/>
            <a:ext cx="1714200" cy="3600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chemeClr val="accent5"/>
              </a:buClr>
              <a:buSzPts val="2000"/>
              <a:buNone/>
              <a:defRPr b="0" sz="20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urglass">
  <p:cSld name="Hourglass">
    <p:spTree>
      <p:nvGrpSpPr>
        <p:cNvPr id="127" name="Shape 127"/>
        <p:cNvGrpSpPr/>
        <p:nvPr/>
      </p:nvGrpSpPr>
      <p:grpSpPr>
        <a:xfrm>
          <a:off x="0" y="0"/>
          <a:ext cx="0" cy="0"/>
          <a:chOff x="0" y="0"/>
          <a:chExt cx="0" cy="0"/>
        </a:xfrm>
      </p:grpSpPr>
      <p:sp>
        <p:nvSpPr>
          <p:cNvPr id="128" name="Google Shape;128;p7"/>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7"/>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7"/>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sp>
        <p:nvSpPr>
          <p:cNvPr id="131" name="Google Shape;131;p7"/>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Calibri"/>
              <a:buNone/>
              <a:defRPr sz="4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2" name="Google Shape;132;p7"/>
          <p:cNvSpPr txBox="1"/>
          <p:nvPr>
            <p:ph idx="1" type="body"/>
          </p:nvPr>
        </p:nvSpPr>
        <p:spPr>
          <a:xfrm>
            <a:off x="468313" y="771550"/>
            <a:ext cx="8207400" cy="503700"/>
          </a:xfrm>
          <a:prstGeom prst="rect">
            <a:avLst/>
          </a:prstGeom>
          <a:noFill/>
          <a:ln>
            <a:noFill/>
          </a:ln>
        </p:spPr>
        <p:txBody>
          <a:bodyPr anchorCtr="0" anchor="t" bIns="45700" lIns="91425" spcFirstLastPara="1" rIns="91425" wrap="square" tIns="45700">
            <a:noAutofit/>
          </a:bodyPr>
          <a:lstStyle>
            <a:lvl1pPr indent="-228600" lvl="0" marL="457200" algn="l">
              <a:spcBef>
                <a:spcPts val="540"/>
              </a:spcBef>
              <a:spcAft>
                <a:spcPts val="0"/>
              </a:spcAft>
              <a:buClr>
                <a:schemeClr val="accent5"/>
              </a:buClr>
              <a:buSzPts val="2700"/>
              <a:buNone/>
              <a:defRPr sz="27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133" name="Google Shape;133;p7"/>
          <p:cNvGrpSpPr/>
          <p:nvPr/>
        </p:nvGrpSpPr>
        <p:grpSpPr>
          <a:xfrm>
            <a:off x="5076056" y="1568450"/>
            <a:ext cx="2301527" cy="3001199"/>
            <a:chOff x="2529" y="1161"/>
            <a:chExt cx="704" cy="918"/>
          </a:xfrm>
        </p:grpSpPr>
        <p:sp>
          <p:nvSpPr>
            <p:cNvPr id="134" name="Google Shape;134;p7"/>
            <p:cNvSpPr/>
            <p:nvPr/>
          </p:nvSpPr>
          <p:spPr>
            <a:xfrm>
              <a:off x="2880" y="1215"/>
              <a:ext cx="303" cy="810"/>
            </a:xfrm>
            <a:custGeom>
              <a:rect b="b" l="l" r="r" t="t"/>
              <a:pathLst>
                <a:path extrusionOk="0" h="340" w="127">
                  <a:moveTo>
                    <a:pt x="127" y="340"/>
                  </a:moveTo>
                  <a:cubicBezTo>
                    <a:pt x="0" y="340"/>
                    <a:pt x="0" y="340"/>
                    <a:pt x="0" y="340"/>
                  </a:cubicBezTo>
                  <a:cubicBezTo>
                    <a:pt x="0" y="0"/>
                    <a:pt x="0" y="0"/>
                    <a:pt x="0" y="0"/>
                  </a:cubicBezTo>
                  <a:cubicBezTo>
                    <a:pt x="127" y="0"/>
                    <a:pt x="127" y="0"/>
                    <a:pt x="127" y="0"/>
                  </a:cubicBezTo>
                  <a:cubicBezTo>
                    <a:pt x="125" y="58"/>
                    <a:pt x="58" y="133"/>
                    <a:pt x="19" y="157"/>
                  </a:cubicBezTo>
                  <a:cubicBezTo>
                    <a:pt x="18" y="158"/>
                    <a:pt x="16" y="159"/>
                    <a:pt x="15" y="159"/>
                  </a:cubicBezTo>
                  <a:cubicBezTo>
                    <a:pt x="13" y="166"/>
                    <a:pt x="13" y="173"/>
                    <a:pt x="15" y="180"/>
                  </a:cubicBezTo>
                  <a:cubicBezTo>
                    <a:pt x="16" y="181"/>
                    <a:pt x="17" y="182"/>
                    <a:pt x="19" y="183"/>
                  </a:cubicBezTo>
                  <a:cubicBezTo>
                    <a:pt x="57" y="206"/>
                    <a:pt x="125" y="282"/>
                    <a:pt x="127" y="340"/>
                  </a:cubicBezTo>
                  <a:close/>
                </a:path>
              </a:pathLst>
            </a:custGeom>
            <a:solidFill>
              <a:srgbClr val="BFDD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7"/>
            <p:cNvSpPr/>
            <p:nvPr/>
          </p:nvSpPr>
          <p:spPr>
            <a:xfrm>
              <a:off x="2579" y="1215"/>
              <a:ext cx="301" cy="810"/>
            </a:xfrm>
            <a:custGeom>
              <a:rect b="b" l="l" r="r" t="t"/>
              <a:pathLst>
                <a:path extrusionOk="0" h="340" w="126">
                  <a:moveTo>
                    <a:pt x="126" y="0"/>
                  </a:moveTo>
                  <a:cubicBezTo>
                    <a:pt x="126" y="340"/>
                    <a:pt x="126" y="340"/>
                    <a:pt x="126" y="340"/>
                  </a:cubicBezTo>
                  <a:cubicBezTo>
                    <a:pt x="0" y="340"/>
                    <a:pt x="0" y="340"/>
                    <a:pt x="0" y="340"/>
                  </a:cubicBezTo>
                  <a:cubicBezTo>
                    <a:pt x="1" y="282"/>
                    <a:pt x="70" y="206"/>
                    <a:pt x="108" y="183"/>
                  </a:cubicBezTo>
                  <a:cubicBezTo>
                    <a:pt x="109" y="182"/>
                    <a:pt x="111" y="181"/>
                    <a:pt x="112" y="180"/>
                  </a:cubicBezTo>
                  <a:cubicBezTo>
                    <a:pt x="114" y="173"/>
                    <a:pt x="113" y="166"/>
                    <a:pt x="112" y="159"/>
                  </a:cubicBezTo>
                  <a:cubicBezTo>
                    <a:pt x="110" y="159"/>
                    <a:pt x="109" y="158"/>
                    <a:pt x="107" y="157"/>
                  </a:cubicBezTo>
                  <a:cubicBezTo>
                    <a:pt x="69" y="133"/>
                    <a:pt x="1" y="58"/>
                    <a:pt x="0" y="0"/>
                  </a:cubicBezTo>
                  <a:lnTo>
                    <a:pt x="126" y="0"/>
                  </a:lnTo>
                  <a:close/>
                </a:path>
              </a:pathLst>
            </a:custGeom>
            <a:solidFill>
              <a:srgbClr val="D3E7E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7"/>
            <p:cNvSpPr/>
            <p:nvPr/>
          </p:nvSpPr>
          <p:spPr>
            <a:xfrm>
              <a:off x="2880" y="1161"/>
              <a:ext cx="353" cy="54"/>
            </a:xfrm>
            <a:custGeom>
              <a:rect b="b" l="l" r="r" t="t"/>
              <a:pathLst>
                <a:path extrusionOk="0" h="23" w="148">
                  <a:moveTo>
                    <a:pt x="148" y="11"/>
                  </a:moveTo>
                  <a:cubicBezTo>
                    <a:pt x="148" y="18"/>
                    <a:pt x="143" y="23"/>
                    <a:pt x="137" y="23"/>
                  </a:cubicBezTo>
                  <a:cubicBezTo>
                    <a:pt x="0" y="23"/>
                    <a:pt x="0" y="23"/>
                    <a:pt x="0" y="23"/>
                  </a:cubicBezTo>
                  <a:cubicBezTo>
                    <a:pt x="0" y="0"/>
                    <a:pt x="0" y="0"/>
                    <a:pt x="0" y="0"/>
                  </a:cubicBezTo>
                  <a:cubicBezTo>
                    <a:pt x="137" y="0"/>
                    <a:pt x="137" y="0"/>
                    <a:pt x="137" y="0"/>
                  </a:cubicBezTo>
                  <a:cubicBezTo>
                    <a:pt x="143" y="0"/>
                    <a:pt x="148" y="5"/>
                    <a:pt x="148" y="11"/>
                  </a:cubicBezTo>
                  <a:close/>
                </a:path>
              </a:pathLst>
            </a:custGeom>
            <a:solidFill>
              <a:srgbClr val="9DC1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 name="Google Shape;137;p7"/>
            <p:cNvSpPr/>
            <p:nvPr/>
          </p:nvSpPr>
          <p:spPr>
            <a:xfrm>
              <a:off x="2880" y="2025"/>
              <a:ext cx="353" cy="54"/>
            </a:xfrm>
            <a:custGeom>
              <a:rect b="b" l="l" r="r" t="t"/>
              <a:pathLst>
                <a:path extrusionOk="0" h="23" w="148">
                  <a:moveTo>
                    <a:pt x="148" y="11"/>
                  </a:moveTo>
                  <a:cubicBezTo>
                    <a:pt x="148" y="15"/>
                    <a:pt x="147" y="17"/>
                    <a:pt x="145" y="19"/>
                  </a:cubicBezTo>
                  <a:cubicBezTo>
                    <a:pt x="143" y="21"/>
                    <a:pt x="140" y="23"/>
                    <a:pt x="137" y="23"/>
                  </a:cubicBezTo>
                  <a:cubicBezTo>
                    <a:pt x="0" y="23"/>
                    <a:pt x="0" y="23"/>
                    <a:pt x="0" y="23"/>
                  </a:cubicBezTo>
                  <a:cubicBezTo>
                    <a:pt x="0" y="0"/>
                    <a:pt x="0" y="0"/>
                    <a:pt x="0" y="0"/>
                  </a:cubicBezTo>
                  <a:cubicBezTo>
                    <a:pt x="137" y="0"/>
                    <a:pt x="137" y="0"/>
                    <a:pt x="137" y="0"/>
                  </a:cubicBezTo>
                  <a:cubicBezTo>
                    <a:pt x="143" y="0"/>
                    <a:pt x="148" y="5"/>
                    <a:pt x="148" y="11"/>
                  </a:cubicBezTo>
                  <a:close/>
                </a:path>
              </a:pathLst>
            </a:custGeom>
            <a:solidFill>
              <a:srgbClr val="9DC1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 name="Google Shape;138;p7"/>
            <p:cNvSpPr/>
            <p:nvPr/>
          </p:nvSpPr>
          <p:spPr>
            <a:xfrm>
              <a:off x="2880" y="1746"/>
              <a:ext cx="244" cy="279"/>
            </a:xfrm>
            <a:custGeom>
              <a:rect b="b" l="l" r="r" t="t"/>
              <a:pathLst>
                <a:path extrusionOk="0" h="117" w="102">
                  <a:moveTo>
                    <a:pt x="102" y="117"/>
                  </a:moveTo>
                  <a:cubicBezTo>
                    <a:pt x="0" y="117"/>
                    <a:pt x="0" y="117"/>
                    <a:pt x="0" y="117"/>
                  </a:cubicBezTo>
                  <a:cubicBezTo>
                    <a:pt x="0" y="0"/>
                    <a:pt x="0" y="0"/>
                    <a:pt x="0" y="0"/>
                  </a:cubicBezTo>
                  <a:cubicBezTo>
                    <a:pt x="0" y="0"/>
                    <a:pt x="0" y="0"/>
                    <a:pt x="0" y="0"/>
                  </a:cubicBezTo>
                  <a:cubicBezTo>
                    <a:pt x="4" y="0"/>
                    <a:pt x="9" y="2"/>
                    <a:pt x="16" y="6"/>
                  </a:cubicBezTo>
                  <a:cubicBezTo>
                    <a:pt x="41" y="21"/>
                    <a:pt x="85" y="73"/>
                    <a:pt x="102" y="117"/>
                  </a:cubicBezTo>
                  <a:close/>
                </a:path>
              </a:pathLst>
            </a:custGeom>
            <a:solidFill>
              <a:srgbClr val="E2EDE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 name="Google Shape;139;p7"/>
            <p:cNvSpPr/>
            <p:nvPr/>
          </p:nvSpPr>
          <p:spPr>
            <a:xfrm>
              <a:off x="2694" y="1392"/>
              <a:ext cx="186" cy="178"/>
            </a:xfrm>
            <a:custGeom>
              <a:rect b="b" l="l" r="r" t="t"/>
              <a:pathLst>
                <a:path extrusionOk="0" h="75" w="78">
                  <a:moveTo>
                    <a:pt x="78" y="0"/>
                  </a:moveTo>
                  <a:cubicBezTo>
                    <a:pt x="78" y="75"/>
                    <a:pt x="78" y="75"/>
                    <a:pt x="78" y="75"/>
                  </a:cubicBezTo>
                  <a:cubicBezTo>
                    <a:pt x="78" y="75"/>
                    <a:pt x="78" y="75"/>
                    <a:pt x="78" y="75"/>
                  </a:cubicBezTo>
                  <a:cubicBezTo>
                    <a:pt x="74" y="75"/>
                    <a:pt x="69" y="73"/>
                    <a:pt x="63" y="69"/>
                  </a:cubicBezTo>
                  <a:cubicBezTo>
                    <a:pt x="46" y="58"/>
                    <a:pt x="20" y="31"/>
                    <a:pt x="0" y="0"/>
                  </a:cubicBezTo>
                  <a:lnTo>
                    <a:pt x="78" y="0"/>
                  </a:lnTo>
                  <a:close/>
                </a:path>
              </a:pathLst>
            </a:custGeom>
            <a:solidFill>
              <a:srgbClr val="EDF7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 name="Google Shape;140;p7"/>
            <p:cNvSpPr/>
            <p:nvPr/>
          </p:nvSpPr>
          <p:spPr>
            <a:xfrm>
              <a:off x="2529" y="1161"/>
              <a:ext cx="351" cy="54"/>
            </a:xfrm>
            <a:custGeom>
              <a:rect b="b" l="l" r="r" t="t"/>
              <a:pathLst>
                <a:path extrusionOk="0" h="23" w="147">
                  <a:moveTo>
                    <a:pt x="0" y="11"/>
                  </a:moveTo>
                  <a:cubicBezTo>
                    <a:pt x="0" y="18"/>
                    <a:pt x="5" y="23"/>
                    <a:pt x="11" y="23"/>
                  </a:cubicBezTo>
                  <a:cubicBezTo>
                    <a:pt x="147" y="23"/>
                    <a:pt x="147" y="23"/>
                    <a:pt x="147" y="23"/>
                  </a:cubicBezTo>
                  <a:cubicBezTo>
                    <a:pt x="147" y="0"/>
                    <a:pt x="147" y="0"/>
                    <a:pt x="147" y="0"/>
                  </a:cubicBezTo>
                  <a:cubicBezTo>
                    <a:pt x="11" y="0"/>
                    <a:pt x="11" y="0"/>
                    <a:pt x="11" y="0"/>
                  </a:cubicBezTo>
                  <a:cubicBezTo>
                    <a:pt x="5" y="0"/>
                    <a:pt x="0" y="5"/>
                    <a:pt x="0" y="11"/>
                  </a:cubicBezTo>
                  <a:close/>
                </a:path>
              </a:pathLst>
            </a:custGeom>
            <a:solidFill>
              <a:srgbClr val="AED6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 name="Google Shape;141;p7"/>
            <p:cNvSpPr/>
            <p:nvPr/>
          </p:nvSpPr>
          <p:spPr>
            <a:xfrm>
              <a:off x="2529" y="2025"/>
              <a:ext cx="351" cy="54"/>
            </a:xfrm>
            <a:custGeom>
              <a:rect b="b" l="l" r="r" t="t"/>
              <a:pathLst>
                <a:path extrusionOk="0" h="23" w="147">
                  <a:moveTo>
                    <a:pt x="147" y="0"/>
                  </a:moveTo>
                  <a:cubicBezTo>
                    <a:pt x="147" y="23"/>
                    <a:pt x="147" y="23"/>
                    <a:pt x="147" y="23"/>
                  </a:cubicBezTo>
                  <a:cubicBezTo>
                    <a:pt x="11" y="23"/>
                    <a:pt x="11" y="23"/>
                    <a:pt x="11" y="23"/>
                  </a:cubicBezTo>
                  <a:cubicBezTo>
                    <a:pt x="8" y="23"/>
                    <a:pt x="5" y="21"/>
                    <a:pt x="3" y="19"/>
                  </a:cubicBezTo>
                  <a:cubicBezTo>
                    <a:pt x="1" y="17"/>
                    <a:pt x="0" y="15"/>
                    <a:pt x="0" y="11"/>
                  </a:cubicBezTo>
                  <a:cubicBezTo>
                    <a:pt x="0" y="5"/>
                    <a:pt x="5" y="0"/>
                    <a:pt x="11" y="0"/>
                  </a:cubicBezTo>
                  <a:lnTo>
                    <a:pt x="147" y="0"/>
                  </a:lnTo>
                  <a:close/>
                </a:path>
              </a:pathLst>
            </a:custGeom>
            <a:solidFill>
              <a:srgbClr val="AED6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7"/>
            <p:cNvSpPr/>
            <p:nvPr/>
          </p:nvSpPr>
          <p:spPr>
            <a:xfrm>
              <a:off x="2636" y="1746"/>
              <a:ext cx="244" cy="279"/>
            </a:xfrm>
            <a:custGeom>
              <a:rect b="b" l="l" r="r" t="t"/>
              <a:pathLst>
                <a:path extrusionOk="0" h="117" w="102">
                  <a:moveTo>
                    <a:pt x="102" y="0"/>
                  </a:moveTo>
                  <a:cubicBezTo>
                    <a:pt x="102" y="117"/>
                    <a:pt x="102" y="117"/>
                    <a:pt x="102" y="117"/>
                  </a:cubicBezTo>
                  <a:cubicBezTo>
                    <a:pt x="0" y="117"/>
                    <a:pt x="0" y="117"/>
                    <a:pt x="0" y="117"/>
                  </a:cubicBezTo>
                  <a:cubicBezTo>
                    <a:pt x="18" y="73"/>
                    <a:pt x="62" y="21"/>
                    <a:pt x="87" y="6"/>
                  </a:cubicBezTo>
                  <a:cubicBezTo>
                    <a:pt x="93" y="2"/>
                    <a:pt x="98" y="0"/>
                    <a:pt x="102" y="0"/>
                  </a:cubicBezTo>
                  <a:close/>
                </a:path>
              </a:pathLst>
            </a:custGeom>
            <a:solidFill>
              <a:srgbClr val="EDF7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 name="Google Shape;143;p7"/>
            <p:cNvSpPr/>
            <p:nvPr/>
          </p:nvSpPr>
          <p:spPr>
            <a:xfrm>
              <a:off x="2873" y="1568"/>
              <a:ext cx="0" cy="0"/>
            </a:xfrm>
            <a:prstGeom prst="rect">
              <a:avLst/>
            </a:prstGeom>
            <a:solidFill>
              <a:srgbClr val="EDF7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 name="Google Shape;144;p7"/>
            <p:cNvSpPr/>
            <p:nvPr/>
          </p:nvSpPr>
          <p:spPr>
            <a:xfrm>
              <a:off x="2873" y="1594"/>
              <a:ext cx="14" cy="126"/>
            </a:xfrm>
            <a:custGeom>
              <a:rect b="b" l="l" r="r" t="t"/>
              <a:pathLst>
                <a:path extrusionOk="0" h="126" w="14">
                  <a:moveTo>
                    <a:pt x="14" y="126"/>
                  </a:moveTo>
                  <a:lnTo>
                    <a:pt x="0" y="126"/>
                  </a:lnTo>
                  <a:lnTo>
                    <a:pt x="0" y="107"/>
                  </a:lnTo>
                  <a:lnTo>
                    <a:pt x="14" y="107"/>
                  </a:lnTo>
                  <a:lnTo>
                    <a:pt x="14" y="126"/>
                  </a:lnTo>
                  <a:close/>
                  <a:moveTo>
                    <a:pt x="14" y="90"/>
                  </a:moveTo>
                  <a:lnTo>
                    <a:pt x="0" y="90"/>
                  </a:lnTo>
                  <a:lnTo>
                    <a:pt x="0" y="71"/>
                  </a:lnTo>
                  <a:lnTo>
                    <a:pt x="14" y="71"/>
                  </a:lnTo>
                  <a:lnTo>
                    <a:pt x="14" y="90"/>
                  </a:lnTo>
                  <a:close/>
                  <a:moveTo>
                    <a:pt x="14" y="55"/>
                  </a:moveTo>
                  <a:lnTo>
                    <a:pt x="0" y="55"/>
                  </a:lnTo>
                  <a:lnTo>
                    <a:pt x="0" y="36"/>
                  </a:lnTo>
                  <a:lnTo>
                    <a:pt x="14" y="36"/>
                  </a:lnTo>
                  <a:lnTo>
                    <a:pt x="14" y="55"/>
                  </a:lnTo>
                  <a:close/>
                  <a:moveTo>
                    <a:pt x="14" y="19"/>
                  </a:moveTo>
                  <a:lnTo>
                    <a:pt x="0" y="19"/>
                  </a:lnTo>
                  <a:lnTo>
                    <a:pt x="0" y="0"/>
                  </a:lnTo>
                  <a:lnTo>
                    <a:pt x="14" y="0"/>
                  </a:lnTo>
                  <a:lnTo>
                    <a:pt x="14" y="19"/>
                  </a:lnTo>
                  <a:close/>
                </a:path>
              </a:pathLst>
            </a:custGeom>
            <a:solidFill>
              <a:srgbClr val="EDF7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 name="Google Shape;145;p7"/>
            <p:cNvSpPr/>
            <p:nvPr/>
          </p:nvSpPr>
          <p:spPr>
            <a:xfrm>
              <a:off x="2873" y="1737"/>
              <a:ext cx="0" cy="0"/>
            </a:xfrm>
            <a:prstGeom prst="rect">
              <a:avLst/>
            </a:prstGeom>
            <a:solidFill>
              <a:srgbClr val="EDF7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 name="Google Shape;146;p7"/>
            <p:cNvSpPr/>
            <p:nvPr/>
          </p:nvSpPr>
          <p:spPr>
            <a:xfrm>
              <a:off x="2880" y="1392"/>
              <a:ext cx="189" cy="178"/>
            </a:xfrm>
            <a:custGeom>
              <a:rect b="b" l="l" r="r" t="t"/>
              <a:pathLst>
                <a:path extrusionOk="0" h="75" w="79">
                  <a:moveTo>
                    <a:pt x="79" y="0"/>
                  </a:moveTo>
                  <a:cubicBezTo>
                    <a:pt x="59" y="31"/>
                    <a:pt x="33" y="58"/>
                    <a:pt x="16" y="69"/>
                  </a:cubicBezTo>
                  <a:cubicBezTo>
                    <a:pt x="9" y="73"/>
                    <a:pt x="4" y="75"/>
                    <a:pt x="0" y="75"/>
                  </a:cubicBezTo>
                  <a:cubicBezTo>
                    <a:pt x="0" y="75"/>
                    <a:pt x="0" y="75"/>
                    <a:pt x="0" y="75"/>
                  </a:cubicBezTo>
                  <a:cubicBezTo>
                    <a:pt x="0" y="0"/>
                    <a:pt x="0" y="0"/>
                    <a:pt x="0" y="0"/>
                  </a:cubicBezTo>
                  <a:lnTo>
                    <a:pt x="79" y="0"/>
                  </a:lnTo>
                  <a:close/>
                </a:path>
              </a:pathLst>
            </a:custGeom>
            <a:solidFill>
              <a:srgbClr val="E2EDE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47" name="Google Shape;147;p7"/>
          <p:cNvSpPr txBox="1"/>
          <p:nvPr>
            <p:ph idx="2" type="body"/>
          </p:nvPr>
        </p:nvSpPr>
        <p:spPr>
          <a:xfrm>
            <a:off x="467544" y="2377034"/>
            <a:ext cx="3600300" cy="1923000"/>
          </a:xfrm>
          <a:prstGeom prst="rect">
            <a:avLst/>
          </a:prstGeom>
          <a:noFill/>
          <a:ln>
            <a:noFill/>
          </a:ln>
        </p:spPr>
        <p:txBody>
          <a:bodyPr anchorCtr="0" anchor="t" bIns="45700" lIns="91425" spcFirstLastPara="1" rIns="91425" wrap="square" tIns="45700">
            <a:noAutofit/>
          </a:bodyPr>
          <a:lstStyle>
            <a:lvl1pPr indent="-228600" lvl="0" marL="457200" algn="r">
              <a:spcBef>
                <a:spcPts val="360"/>
              </a:spcBef>
              <a:spcAft>
                <a:spcPts val="0"/>
              </a:spcAft>
              <a:buClr>
                <a:schemeClr val="accent6"/>
              </a:buClr>
              <a:buSzPts val="1800"/>
              <a:buNone/>
              <a:defRPr sz="1800">
                <a:solidFill>
                  <a:schemeClr val="accent6"/>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8" name="Google Shape;148;p7"/>
          <p:cNvSpPr txBox="1"/>
          <p:nvPr>
            <p:ph idx="3" type="body"/>
          </p:nvPr>
        </p:nvSpPr>
        <p:spPr>
          <a:xfrm>
            <a:off x="467544" y="2016994"/>
            <a:ext cx="3600300" cy="360000"/>
          </a:xfrm>
          <a:prstGeom prst="rect">
            <a:avLst/>
          </a:prstGeom>
          <a:noFill/>
          <a:ln>
            <a:noFill/>
          </a:ln>
        </p:spPr>
        <p:txBody>
          <a:bodyPr anchorCtr="0" anchor="t" bIns="45700" lIns="91425" spcFirstLastPara="1" rIns="91425" wrap="square" tIns="45700">
            <a:noAutofit/>
          </a:bodyPr>
          <a:lstStyle>
            <a:lvl1pPr indent="-228600" lvl="0" marL="457200" algn="r">
              <a:spcBef>
                <a:spcPts val="440"/>
              </a:spcBef>
              <a:spcAft>
                <a:spcPts val="0"/>
              </a:spcAft>
              <a:buClr>
                <a:schemeClr val="accent5"/>
              </a:buClr>
              <a:buSzPts val="2200"/>
              <a:buNone/>
              <a:defRPr b="0" sz="22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Energy">
  <p:cSld name="Green Energy">
    <p:spTree>
      <p:nvGrpSpPr>
        <p:cNvPr id="149" name="Shape 149"/>
        <p:cNvGrpSpPr/>
        <p:nvPr/>
      </p:nvGrpSpPr>
      <p:grpSpPr>
        <a:xfrm>
          <a:off x="0" y="0"/>
          <a:ext cx="0" cy="0"/>
          <a:chOff x="0" y="0"/>
          <a:chExt cx="0" cy="0"/>
        </a:xfrm>
      </p:grpSpPr>
      <p:sp>
        <p:nvSpPr>
          <p:cNvPr id="150" name="Google Shape;150;p8"/>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8"/>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8"/>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sp>
        <p:nvSpPr>
          <p:cNvPr id="153" name="Google Shape;153;p8"/>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Calibri"/>
              <a:buNone/>
              <a:defRPr sz="4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4" name="Google Shape;154;p8"/>
          <p:cNvSpPr txBox="1"/>
          <p:nvPr>
            <p:ph idx="1" type="body"/>
          </p:nvPr>
        </p:nvSpPr>
        <p:spPr>
          <a:xfrm>
            <a:off x="468313" y="771550"/>
            <a:ext cx="8207400" cy="503700"/>
          </a:xfrm>
          <a:prstGeom prst="rect">
            <a:avLst/>
          </a:prstGeom>
          <a:noFill/>
          <a:ln>
            <a:noFill/>
          </a:ln>
        </p:spPr>
        <p:txBody>
          <a:bodyPr anchorCtr="0" anchor="t" bIns="45700" lIns="91425" spcFirstLastPara="1" rIns="91425" wrap="square" tIns="45700">
            <a:noAutofit/>
          </a:bodyPr>
          <a:lstStyle>
            <a:lvl1pPr indent="-228600" lvl="0" marL="457200" algn="l">
              <a:spcBef>
                <a:spcPts val="540"/>
              </a:spcBef>
              <a:spcAft>
                <a:spcPts val="0"/>
              </a:spcAft>
              <a:buClr>
                <a:schemeClr val="accent5"/>
              </a:buClr>
              <a:buSzPts val="2700"/>
              <a:buNone/>
              <a:defRPr sz="27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155" name="Google Shape;155;p8"/>
          <p:cNvGrpSpPr/>
          <p:nvPr/>
        </p:nvGrpSpPr>
        <p:grpSpPr>
          <a:xfrm>
            <a:off x="3174440" y="1479203"/>
            <a:ext cx="2536911" cy="3167686"/>
            <a:chOff x="3384" y="494"/>
            <a:chExt cx="1800" cy="2248"/>
          </a:xfrm>
        </p:grpSpPr>
        <p:sp>
          <p:nvSpPr>
            <p:cNvPr id="156" name="Google Shape;156;p8"/>
            <p:cNvSpPr/>
            <p:nvPr/>
          </p:nvSpPr>
          <p:spPr>
            <a:xfrm>
              <a:off x="3384" y="496"/>
              <a:ext cx="1800" cy="2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7" name="Google Shape;157;p8"/>
            <p:cNvSpPr/>
            <p:nvPr/>
          </p:nvSpPr>
          <p:spPr>
            <a:xfrm>
              <a:off x="3950" y="974"/>
              <a:ext cx="454" cy="751"/>
            </a:xfrm>
            <a:custGeom>
              <a:rect b="b" l="l" r="r" t="t"/>
              <a:pathLst>
                <a:path extrusionOk="0" h="371" w="224">
                  <a:moveTo>
                    <a:pt x="98" y="186"/>
                  </a:moveTo>
                  <a:cubicBezTo>
                    <a:pt x="96" y="189"/>
                    <a:pt x="94" y="192"/>
                    <a:pt x="94" y="196"/>
                  </a:cubicBezTo>
                  <a:cubicBezTo>
                    <a:pt x="94" y="204"/>
                    <a:pt x="100" y="211"/>
                    <a:pt x="108" y="211"/>
                  </a:cubicBezTo>
                  <a:cubicBezTo>
                    <a:pt x="224" y="211"/>
                    <a:pt x="224" y="211"/>
                    <a:pt x="224" y="211"/>
                  </a:cubicBezTo>
                  <a:cubicBezTo>
                    <a:pt x="224" y="236"/>
                    <a:pt x="224" y="236"/>
                    <a:pt x="224" y="236"/>
                  </a:cubicBezTo>
                  <a:cubicBezTo>
                    <a:pt x="108" y="236"/>
                    <a:pt x="108" y="236"/>
                    <a:pt x="108" y="236"/>
                  </a:cubicBezTo>
                  <a:cubicBezTo>
                    <a:pt x="104" y="236"/>
                    <a:pt x="101" y="238"/>
                    <a:pt x="98" y="240"/>
                  </a:cubicBezTo>
                  <a:cubicBezTo>
                    <a:pt x="96" y="243"/>
                    <a:pt x="94" y="246"/>
                    <a:pt x="94" y="250"/>
                  </a:cubicBezTo>
                  <a:cubicBezTo>
                    <a:pt x="94" y="258"/>
                    <a:pt x="100" y="265"/>
                    <a:pt x="108" y="265"/>
                  </a:cubicBezTo>
                  <a:cubicBezTo>
                    <a:pt x="224" y="265"/>
                    <a:pt x="224" y="265"/>
                    <a:pt x="224" y="265"/>
                  </a:cubicBezTo>
                  <a:cubicBezTo>
                    <a:pt x="224" y="371"/>
                    <a:pt x="224" y="371"/>
                    <a:pt x="224" y="371"/>
                  </a:cubicBezTo>
                  <a:cubicBezTo>
                    <a:pt x="118" y="371"/>
                    <a:pt x="118" y="371"/>
                    <a:pt x="118" y="371"/>
                  </a:cubicBezTo>
                  <a:cubicBezTo>
                    <a:pt x="53" y="371"/>
                    <a:pt x="0" y="317"/>
                    <a:pt x="0" y="252"/>
                  </a:cubicBezTo>
                  <a:cubicBezTo>
                    <a:pt x="0" y="0"/>
                    <a:pt x="0" y="0"/>
                    <a:pt x="0" y="0"/>
                  </a:cubicBezTo>
                  <a:cubicBezTo>
                    <a:pt x="224" y="0"/>
                    <a:pt x="224" y="0"/>
                    <a:pt x="224" y="0"/>
                  </a:cubicBezTo>
                  <a:cubicBezTo>
                    <a:pt x="224" y="182"/>
                    <a:pt x="224" y="182"/>
                    <a:pt x="224" y="182"/>
                  </a:cubicBezTo>
                  <a:cubicBezTo>
                    <a:pt x="108" y="182"/>
                    <a:pt x="108" y="182"/>
                    <a:pt x="108" y="182"/>
                  </a:cubicBezTo>
                  <a:cubicBezTo>
                    <a:pt x="104" y="182"/>
                    <a:pt x="101" y="184"/>
                    <a:pt x="98" y="186"/>
                  </a:cubicBezTo>
                  <a:close/>
                </a:path>
              </a:pathLst>
            </a:custGeom>
            <a:solidFill>
              <a:srgbClr val="9CD3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8" name="Google Shape;158;p8"/>
            <p:cNvSpPr/>
            <p:nvPr/>
          </p:nvSpPr>
          <p:spPr>
            <a:xfrm>
              <a:off x="3867" y="873"/>
              <a:ext cx="600" cy="0"/>
            </a:xfrm>
            <a:prstGeom prst="rect">
              <a:avLst/>
            </a:prstGeom>
            <a:solidFill>
              <a:srgbClr val="9CD3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 name="Google Shape;159;p8"/>
            <p:cNvSpPr/>
            <p:nvPr/>
          </p:nvSpPr>
          <p:spPr>
            <a:xfrm>
              <a:off x="4163" y="494"/>
              <a:ext cx="93" cy="379"/>
            </a:xfrm>
            <a:custGeom>
              <a:rect b="b" l="l" r="r" t="t"/>
              <a:pathLst>
                <a:path extrusionOk="0" h="187" w="46">
                  <a:moveTo>
                    <a:pt x="46" y="20"/>
                  </a:moveTo>
                  <a:cubicBezTo>
                    <a:pt x="46" y="9"/>
                    <a:pt x="37" y="0"/>
                    <a:pt x="26" y="0"/>
                  </a:cubicBezTo>
                  <a:cubicBezTo>
                    <a:pt x="21" y="0"/>
                    <a:pt x="21" y="0"/>
                    <a:pt x="21" y="0"/>
                  </a:cubicBezTo>
                  <a:cubicBezTo>
                    <a:pt x="9" y="0"/>
                    <a:pt x="0" y="9"/>
                    <a:pt x="0" y="20"/>
                  </a:cubicBezTo>
                  <a:cubicBezTo>
                    <a:pt x="0" y="187"/>
                    <a:pt x="0" y="187"/>
                    <a:pt x="0" y="187"/>
                  </a:cubicBezTo>
                  <a:cubicBezTo>
                    <a:pt x="46" y="187"/>
                    <a:pt x="46" y="187"/>
                    <a:pt x="46" y="187"/>
                  </a:cubicBezTo>
                  <a:lnTo>
                    <a:pt x="46" y="20"/>
                  </a:lnTo>
                  <a:close/>
                </a:path>
              </a:pathLst>
            </a:custGeom>
            <a:solidFill>
              <a:srgbClr val="CC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 name="Google Shape;160;p8"/>
            <p:cNvSpPr/>
            <p:nvPr/>
          </p:nvSpPr>
          <p:spPr>
            <a:xfrm>
              <a:off x="4552" y="494"/>
              <a:ext cx="91" cy="379"/>
            </a:xfrm>
            <a:custGeom>
              <a:rect b="b" l="l" r="r" t="t"/>
              <a:pathLst>
                <a:path extrusionOk="0" h="187" w="45">
                  <a:moveTo>
                    <a:pt x="25" y="0"/>
                  </a:moveTo>
                  <a:cubicBezTo>
                    <a:pt x="36" y="0"/>
                    <a:pt x="45" y="9"/>
                    <a:pt x="45" y="20"/>
                  </a:cubicBezTo>
                  <a:cubicBezTo>
                    <a:pt x="45" y="187"/>
                    <a:pt x="45" y="187"/>
                    <a:pt x="45" y="187"/>
                  </a:cubicBezTo>
                  <a:cubicBezTo>
                    <a:pt x="0" y="187"/>
                    <a:pt x="0" y="187"/>
                    <a:pt x="0" y="187"/>
                  </a:cubicBezTo>
                  <a:cubicBezTo>
                    <a:pt x="0" y="20"/>
                    <a:pt x="0" y="20"/>
                    <a:pt x="0" y="20"/>
                  </a:cubicBezTo>
                  <a:cubicBezTo>
                    <a:pt x="0" y="9"/>
                    <a:pt x="9" y="0"/>
                    <a:pt x="20" y="0"/>
                  </a:cubicBezTo>
                  <a:lnTo>
                    <a:pt x="25" y="0"/>
                  </a:lnTo>
                  <a:close/>
                </a:path>
              </a:pathLst>
            </a:custGeom>
            <a:solidFill>
              <a:srgbClr val="CC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1" name="Google Shape;161;p8"/>
            <p:cNvSpPr/>
            <p:nvPr/>
          </p:nvSpPr>
          <p:spPr>
            <a:xfrm>
              <a:off x="4404" y="873"/>
              <a:ext cx="600" cy="0"/>
            </a:xfrm>
            <a:prstGeom prst="rect">
              <a:avLst/>
            </a:prstGeom>
            <a:solidFill>
              <a:srgbClr val="86C11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2" name="Google Shape;162;p8"/>
            <p:cNvSpPr/>
            <p:nvPr/>
          </p:nvSpPr>
          <p:spPr>
            <a:xfrm>
              <a:off x="4404" y="974"/>
              <a:ext cx="454" cy="751"/>
            </a:xfrm>
            <a:custGeom>
              <a:rect b="b" l="l" r="r" t="t"/>
              <a:pathLst>
                <a:path extrusionOk="0" h="371" w="224">
                  <a:moveTo>
                    <a:pt x="224" y="0"/>
                  </a:moveTo>
                  <a:cubicBezTo>
                    <a:pt x="224" y="252"/>
                    <a:pt x="224" y="252"/>
                    <a:pt x="224" y="252"/>
                  </a:cubicBezTo>
                  <a:cubicBezTo>
                    <a:pt x="224" y="317"/>
                    <a:pt x="171" y="371"/>
                    <a:pt x="105" y="371"/>
                  </a:cubicBezTo>
                  <a:cubicBezTo>
                    <a:pt x="0" y="371"/>
                    <a:pt x="0" y="371"/>
                    <a:pt x="0" y="371"/>
                  </a:cubicBezTo>
                  <a:cubicBezTo>
                    <a:pt x="0" y="265"/>
                    <a:pt x="0" y="265"/>
                    <a:pt x="0" y="265"/>
                  </a:cubicBezTo>
                  <a:cubicBezTo>
                    <a:pt x="115" y="265"/>
                    <a:pt x="115" y="265"/>
                    <a:pt x="115" y="265"/>
                  </a:cubicBezTo>
                  <a:cubicBezTo>
                    <a:pt x="123" y="265"/>
                    <a:pt x="130" y="258"/>
                    <a:pt x="130" y="250"/>
                  </a:cubicBezTo>
                  <a:cubicBezTo>
                    <a:pt x="130" y="243"/>
                    <a:pt x="123" y="236"/>
                    <a:pt x="115" y="236"/>
                  </a:cubicBezTo>
                  <a:cubicBezTo>
                    <a:pt x="0" y="236"/>
                    <a:pt x="0" y="236"/>
                    <a:pt x="0" y="236"/>
                  </a:cubicBezTo>
                  <a:cubicBezTo>
                    <a:pt x="0" y="211"/>
                    <a:pt x="0" y="211"/>
                    <a:pt x="0" y="211"/>
                  </a:cubicBezTo>
                  <a:cubicBezTo>
                    <a:pt x="115" y="211"/>
                    <a:pt x="115" y="211"/>
                    <a:pt x="115" y="211"/>
                  </a:cubicBezTo>
                  <a:cubicBezTo>
                    <a:pt x="123" y="211"/>
                    <a:pt x="130" y="204"/>
                    <a:pt x="130" y="196"/>
                  </a:cubicBezTo>
                  <a:cubicBezTo>
                    <a:pt x="130" y="188"/>
                    <a:pt x="123" y="182"/>
                    <a:pt x="115" y="182"/>
                  </a:cubicBezTo>
                  <a:cubicBezTo>
                    <a:pt x="0" y="182"/>
                    <a:pt x="0" y="182"/>
                    <a:pt x="0" y="182"/>
                  </a:cubicBezTo>
                  <a:cubicBezTo>
                    <a:pt x="0" y="0"/>
                    <a:pt x="0" y="0"/>
                    <a:pt x="0" y="0"/>
                  </a:cubicBezTo>
                  <a:lnTo>
                    <a:pt x="224" y="0"/>
                  </a:lnTo>
                  <a:close/>
                </a:path>
              </a:pathLst>
            </a:custGeom>
            <a:solidFill>
              <a:srgbClr val="86C11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3" name="Google Shape;163;p8"/>
            <p:cNvSpPr/>
            <p:nvPr/>
          </p:nvSpPr>
          <p:spPr>
            <a:xfrm>
              <a:off x="4404" y="1452"/>
              <a:ext cx="264" cy="59"/>
            </a:xfrm>
            <a:custGeom>
              <a:rect b="b" l="l" r="r" t="t"/>
              <a:pathLst>
                <a:path extrusionOk="0" h="29" w="130">
                  <a:moveTo>
                    <a:pt x="130" y="14"/>
                  </a:moveTo>
                  <a:cubicBezTo>
                    <a:pt x="130" y="22"/>
                    <a:pt x="123" y="29"/>
                    <a:pt x="115" y="29"/>
                  </a:cubicBezTo>
                  <a:cubicBezTo>
                    <a:pt x="0" y="29"/>
                    <a:pt x="0" y="29"/>
                    <a:pt x="0" y="29"/>
                  </a:cubicBezTo>
                  <a:cubicBezTo>
                    <a:pt x="0" y="0"/>
                    <a:pt x="0" y="0"/>
                    <a:pt x="0" y="0"/>
                  </a:cubicBezTo>
                  <a:cubicBezTo>
                    <a:pt x="115" y="0"/>
                    <a:pt x="115" y="0"/>
                    <a:pt x="115" y="0"/>
                  </a:cubicBezTo>
                  <a:cubicBezTo>
                    <a:pt x="123" y="0"/>
                    <a:pt x="130" y="7"/>
                    <a:pt x="130" y="14"/>
                  </a:cubicBezTo>
                  <a:close/>
                </a:path>
              </a:pathLst>
            </a:custGeom>
            <a:solidFill>
              <a:srgbClr val="7EB22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4" name="Google Shape;164;p8"/>
            <p:cNvSpPr/>
            <p:nvPr/>
          </p:nvSpPr>
          <p:spPr>
            <a:xfrm>
              <a:off x="4140" y="1452"/>
              <a:ext cx="264" cy="59"/>
            </a:xfrm>
            <a:custGeom>
              <a:rect b="b" l="l" r="r" t="t"/>
              <a:pathLst>
                <a:path extrusionOk="0" h="29" w="130">
                  <a:moveTo>
                    <a:pt x="130" y="0"/>
                  </a:moveTo>
                  <a:cubicBezTo>
                    <a:pt x="130" y="29"/>
                    <a:pt x="130" y="29"/>
                    <a:pt x="130" y="29"/>
                  </a:cubicBezTo>
                  <a:cubicBezTo>
                    <a:pt x="14" y="29"/>
                    <a:pt x="14" y="29"/>
                    <a:pt x="14" y="29"/>
                  </a:cubicBezTo>
                  <a:cubicBezTo>
                    <a:pt x="6" y="29"/>
                    <a:pt x="0" y="22"/>
                    <a:pt x="0" y="14"/>
                  </a:cubicBezTo>
                  <a:cubicBezTo>
                    <a:pt x="0" y="10"/>
                    <a:pt x="2" y="7"/>
                    <a:pt x="4" y="4"/>
                  </a:cubicBezTo>
                  <a:cubicBezTo>
                    <a:pt x="7" y="2"/>
                    <a:pt x="10" y="0"/>
                    <a:pt x="14" y="0"/>
                  </a:cubicBezTo>
                  <a:lnTo>
                    <a:pt x="130" y="0"/>
                  </a:lnTo>
                  <a:close/>
                </a:path>
              </a:pathLst>
            </a:custGeom>
            <a:solidFill>
              <a:srgbClr val="86C11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5" name="Google Shape;165;p8"/>
            <p:cNvSpPr/>
            <p:nvPr/>
          </p:nvSpPr>
          <p:spPr>
            <a:xfrm>
              <a:off x="4404" y="1343"/>
              <a:ext cx="264" cy="58"/>
            </a:xfrm>
            <a:custGeom>
              <a:rect b="b" l="l" r="r" t="t"/>
              <a:pathLst>
                <a:path extrusionOk="0" h="29" w="130">
                  <a:moveTo>
                    <a:pt x="130" y="14"/>
                  </a:moveTo>
                  <a:cubicBezTo>
                    <a:pt x="130" y="22"/>
                    <a:pt x="123" y="29"/>
                    <a:pt x="115" y="29"/>
                  </a:cubicBezTo>
                  <a:cubicBezTo>
                    <a:pt x="0" y="29"/>
                    <a:pt x="0" y="29"/>
                    <a:pt x="0" y="29"/>
                  </a:cubicBezTo>
                  <a:cubicBezTo>
                    <a:pt x="0" y="0"/>
                    <a:pt x="0" y="0"/>
                    <a:pt x="0" y="0"/>
                  </a:cubicBezTo>
                  <a:cubicBezTo>
                    <a:pt x="115" y="0"/>
                    <a:pt x="115" y="0"/>
                    <a:pt x="115" y="0"/>
                  </a:cubicBezTo>
                  <a:cubicBezTo>
                    <a:pt x="123" y="0"/>
                    <a:pt x="130" y="6"/>
                    <a:pt x="130" y="14"/>
                  </a:cubicBezTo>
                  <a:close/>
                </a:path>
              </a:pathLst>
            </a:custGeom>
            <a:solidFill>
              <a:srgbClr val="7EB22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6" name="Google Shape;166;p8"/>
            <p:cNvSpPr/>
            <p:nvPr/>
          </p:nvSpPr>
          <p:spPr>
            <a:xfrm>
              <a:off x="4140" y="1343"/>
              <a:ext cx="264" cy="58"/>
            </a:xfrm>
            <a:custGeom>
              <a:rect b="b" l="l" r="r" t="t"/>
              <a:pathLst>
                <a:path extrusionOk="0" h="29" w="130">
                  <a:moveTo>
                    <a:pt x="130" y="0"/>
                  </a:moveTo>
                  <a:cubicBezTo>
                    <a:pt x="130" y="29"/>
                    <a:pt x="130" y="29"/>
                    <a:pt x="130" y="29"/>
                  </a:cubicBezTo>
                  <a:cubicBezTo>
                    <a:pt x="14" y="29"/>
                    <a:pt x="14" y="29"/>
                    <a:pt x="14" y="29"/>
                  </a:cubicBezTo>
                  <a:cubicBezTo>
                    <a:pt x="6" y="29"/>
                    <a:pt x="0" y="22"/>
                    <a:pt x="0" y="14"/>
                  </a:cubicBezTo>
                  <a:cubicBezTo>
                    <a:pt x="0" y="10"/>
                    <a:pt x="2" y="7"/>
                    <a:pt x="4" y="4"/>
                  </a:cubicBezTo>
                  <a:cubicBezTo>
                    <a:pt x="7" y="2"/>
                    <a:pt x="10" y="0"/>
                    <a:pt x="14" y="0"/>
                  </a:cubicBezTo>
                  <a:lnTo>
                    <a:pt x="130" y="0"/>
                  </a:lnTo>
                  <a:close/>
                </a:path>
              </a:pathLst>
            </a:custGeom>
            <a:solidFill>
              <a:srgbClr val="86C11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8"/>
            <p:cNvSpPr/>
            <p:nvPr/>
          </p:nvSpPr>
          <p:spPr>
            <a:xfrm>
              <a:off x="3386" y="1725"/>
              <a:ext cx="1071" cy="1017"/>
            </a:xfrm>
            <a:custGeom>
              <a:rect b="b" l="l" r="r" t="t"/>
              <a:pathLst>
                <a:path extrusionOk="0" h="502" w="528">
                  <a:moveTo>
                    <a:pt x="476" y="0"/>
                  </a:moveTo>
                  <a:cubicBezTo>
                    <a:pt x="476" y="248"/>
                    <a:pt x="274" y="450"/>
                    <a:pt x="26" y="450"/>
                  </a:cubicBezTo>
                  <a:cubicBezTo>
                    <a:pt x="11" y="450"/>
                    <a:pt x="0" y="461"/>
                    <a:pt x="0" y="476"/>
                  </a:cubicBezTo>
                  <a:cubicBezTo>
                    <a:pt x="0" y="490"/>
                    <a:pt x="11" y="502"/>
                    <a:pt x="26" y="502"/>
                  </a:cubicBezTo>
                  <a:cubicBezTo>
                    <a:pt x="302" y="502"/>
                    <a:pt x="528" y="276"/>
                    <a:pt x="528" y="0"/>
                  </a:cubicBezTo>
                  <a:lnTo>
                    <a:pt x="476" y="0"/>
                  </a:lnTo>
                  <a:close/>
                </a:path>
              </a:pathLst>
            </a:custGeom>
            <a:solidFill>
              <a:srgbClr val="98CB4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8" name="Google Shape;168;p8"/>
            <p:cNvSpPr/>
            <p:nvPr/>
          </p:nvSpPr>
          <p:spPr>
            <a:xfrm>
              <a:off x="4230" y="1928"/>
              <a:ext cx="825" cy="595"/>
            </a:xfrm>
            <a:custGeom>
              <a:rect b="b" l="l" r="r" t="t"/>
              <a:pathLst>
                <a:path extrusionOk="0" h="294" w="407">
                  <a:moveTo>
                    <a:pt x="126" y="17"/>
                  </a:moveTo>
                  <a:cubicBezTo>
                    <a:pt x="14" y="35"/>
                    <a:pt x="0" y="170"/>
                    <a:pt x="0" y="170"/>
                  </a:cubicBezTo>
                  <a:cubicBezTo>
                    <a:pt x="0" y="170"/>
                    <a:pt x="54" y="294"/>
                    <a:pt x="166" y="276"/>
                  </a:cubicBezTo>
                  <a:cubicBezTo>
                    <a:pt x="278" y="259"/>
                    <a:pt x="407" y="106"/>
                    <a:pt x="407" y="106"/>
                  </a:cubicBezTo>
                  <a:cubicBezTo>
                    <a:pt x="407" y="106"/>
                    <a:pt x="238" y="0"/>
                    <a:pt x="126" y="17"/>
                  </a:cubicBezTo>
                  <a:close/>
                </a:path>
              </a:pathLst>
            </a:custGeom>
            <a:solidFill>
              <a:srgbClr val="9FCF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8"/>
            <p:cNvSpPr/>
            <p:nvPr/>
          </p:nvSpPr>
          <p:spPr>
            <a:xfrm>
              <a:off x="4230" y="2167"/>
              <a:ext cx="659" cy="105"/>
            </a:xfrm>
            <a:custGeom>
              <a:rect b="b" l="l" r="r" t="t"/>
              <a:pathLst>
                <a:path extrusionOk="0" h="52" w="325">
                  <a:moveTo>
                    <a:pt x="325" y="1"/>
                  </a:moveTo>
                  <a:cubicBezTo>
                    <a:pt x="298" y="0"/>
                    <a:pt x="270" y="0"/>
                    <a:pt x="242" y="1"/>
                  </a:cubicBezTo>
                  <a:cubicBezTo>
                    <a:pt x="229" y="2"/>
                    <a:pt x="215" y="3"/>
                    <a:pt x="201" y="4"/>
                  </a:cubicBezTo>
                  <a:cubicBezTo>
                    <a:pt x="187" y="5"/>
                    <a:pt x="174" y="6"/>
                    <a:pt x="160" y="8"/>
                  </a:cubicBezTo>
                  <a:cubicBezTo>
                    <a:pt x="146" y="10"/>
                    <a:pt x="132" y="12"/>
                    <a:pt x="119" y="14"/>
                  </a:cubicBezTo>
                  <a:cubicBezTo>
                    <a:pt x="105" y="17"/>
                    <a:pt x="92" y="19"/>
                    <a:pt x="78" y="23"/>
                  </a:cubicBezTo>
                  <a:cubicBezTo>
                    <a:pt x="65" y="26"/>
                    <a:pt x="51" y="30"/>
                    <a:pt x="38" y="34"/>
                  </a:cubicBezTo>
                  <a:cubicBezTo>
                    <a:pt x="25" y="39"/>
                    <a:pt x="12" y="45"/>
                    <a:pt x="0" y="52"/>
                  </a:cubicBezTo>
                  <a:cubicBezTo>
                    <a:pt x="13" y="46"/>
                    <a:pt x="26" y="42"/>
                    <a:pt x="40" y="39"/>
                  </a:cubicBezTo>
                  <a:cubicBezTo>
                    <a:pt x="53" y="35"/>
                    <a:pt x="66" y="32"/>
                    <a:pt x="80" y="30"/>
                  </a:cubicBezTo>
                  <a:cubicBezTo>
                    <a:pt x="93" y="27"/>
                    <a:pt x="107" y="25"/>
                    <a:pt x="120" y="23"/>
                  </a:cubicBezTo>
                  <a:cubicBezTo>
                    <a:pt x="134" y="21"/>
                    <a:pt x="147" y="19"/>
                    <a:pt x="161" y="17"/>
                  </a:cubicBezTo>
                  <a:cubicBezTo>
                    <a:pt x="175" y="15"/>
                    <a:pt x="188" y="14"/>
                    <a:pt x="202" y="12"/>
                  </a:cubicBezTo>
                  <a:cubicBezTo>
                    <a:pt x="216" y="11"/>
                    <a:pt x="229" y="10"/>
                    <a:pt x="243" y="8"/>
                  </a:cubicBezTo>
                  <a:lnTo>
                    <a:pt x="325" y="1"/>
                  </a:lnTo>
                  <a:close/>
                </a:path>
              </a:pathLst>
            </a:custGeom>
            <a:solidFill>
              <a:srgbClr val="7EB22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8"/>
            <p:cNvSpPr/>
            <p:nvPr/>
          </p:nvSpPr>
          <p:spPr>
            <a:xfrm>
              <a:off x="3548" y="1802"/>
              <a:ext cx="716" cy="741"/>
            </a:xfrm>
            <a:custGeom>
              <a:rect b="b" l="l" r="r" t="t"/>
              <a:pathLst>
                <a:path extrusionOk="0" h="366" w="353">
                  <a:moveTo>
                    <a:pt x="276" y="104"/>
                  </a:moveTo>
                  <a:cubicBezTo>
                    <a:pt x="353" y="188"/>
                    <a:pt x="280" y="301"/>
                    <a:pt x="280" y="301"/>
                  </a:cubicBezTo>
                  <a:cubicBezTo>
                    <a:pt x="280" y="301"/>
                    <a:pt x="161" y="366"/>
                    <a:pt x="84" y="283"/>
                  </a:cubicBezTo>
                  <a:cubicBezTo>
                    <a:pt x="6" y="199"/>
                    <a:pt x="0" y="0"/>
                    <a:pt x="0" y="0"/>
                  </a:cubicBezTo>
                  <a:cubicBezTo>
                    <a:pt x="0" y="0"/>
                    <a:pt x="198" y="21"/>
                    <a:pt x="276" y="104"/>
                  </a:cubicBezTo>
                  <a:close/>
                </a:path>
              </a:pathLst>
            </a:custGeom>
            <a:solidFill>
              <a:srgbClr val="9FCF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 name="Google Shape;171;p8"/>
            <p:cNvSpPr/>
            <p:nvPr/>
          </p:nvSpPr>
          <p:spPr>
            <a:xfrm>
              <a:off x="3662" y="1924"/>
              <a:ext cx="454" cy="488"/>
            </a:xfrm>
            <a:custGeom>
              <a:rect b="b" l="l" r="r" t="t"/>
              <a:pathLst>
                <a:path extrusionOk="0" h="241" w="224">
                  <a:moveTo>
                    <a:pt x="0" y="0"/>
                  </a:moveTo>
                  <a:cubicBezTo>
                    <a:pt x="23" y="17"/>
                    <a:pt x="44" y="34"/>
                    <a:pt x="65" y="52"/>
                  </a:cubicBezTo>
                  <a:cubicBezTo>
                    <a:pt x="76" y="61"/>
                    <a:pt x="86" y="70"/>
                    <a:pt x="96" y="80"/>
                  </a:cubicBezTo>
                  <a:cubicBezTo>
                    <a:pt x="106" y="89"/>
                    <a:pt x="116" y="99"/>
                    <a:pt x="126" y="109"/>
                  </a:cubicBezTo>
                  <a:cubicBezTo>
                    <a:pt x="135" y="118"/>
                    <a:pt x="145" y="128"/>
                    <a:pt x="154" y="139"/>
                  </a:cubicBezTo>
                  <a:cubicBezTo>
                    <a:pt x="163" y="149"/>
                    <a:pt x="172" y="160"/>
                    <a:pt x="181" y="171"/>
                  </a:cubicBezTo>
                  <a:cubicBezTo>
                    <a:pt x="189" y="181"/>
                    <a:pt x="197" y="193"/>
                    <a:pt x="205" y="205"/>
                  </a:cubicBezTo>
                  <a:cubicBezTo>
                    <a:pt x="212" y="216"/>
                    <a:pt x="219" y="228"/>
                    <a:pt x="224" y="241"/>
                  </a:cubicBezTo>
                  <a:cubicBezTo>
                    <a:pt x="217" y="229"/>
                    <a:pt x="209" y="218"/>
                    <a:pt x="201" y="207"/>
                  </a:cubicBezTo>
                  <a:cubicBezTo>
                    <a:pt x="193" y="196"/>
                    <a:pt x="184" y="185"/>
                    <a:pt x="175" y="175"/>
                  </a:cubicBezTo>
                  <a:cubicBezTo>
                    <a:pt x="166" y="165"/>
                    <a:pt x="157" y="154"/>
                    <a:pt x="148" y="145"/>
                  </a:cubicBezTo>
                  <a:cubicBezTo>
                    <a:pt x="138" y="135"/>
                    <a:pt x="129" y="125"/>
                    <a:pt x="119" y="115"/>
                  </a:cubicBezTo>
                  <a:cubicBezTo>
                    <a:pt x="110" y="105"/>
                    <a:pt x="100" y="95"/>
                    <a:pt x="90" y="86"/>
                  </a:cubicBezTo>
                  <a:cubicBezTo>
                    <a:pt x="80" y="76"/>
                    <a:pt x="70" y="67"/>
                    <a:pt x="60" y="57"/>
                  </a:cubicBezTo>
                  <a:lnTo>
                    <a:pt x="0" y="0"/>
                  </a:lnTo>
                  <a:close/>
                </a:path>
              </a:pathLst>
            </a:custGeom>
            <a:solidFill>
              <a:srgbClr val="7EB22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2" name="Google Shape;172;p8"/>
          <p:cNvSpPr txBox="1"/>
          <p:nvPr>
            <p:ph idx="2" type="body"/>
          </p:nvPr>
        </p:nvSpPr>
        <p:spPr>
          <a:xfrm>
            <a:off x="467544" y="2377034"/>
            <a:ext cx="2592300" cy="1923000"/>
          </a:xfrm>
          <a:prstGeom prst="rect">
            <a:avLst/>
          </a:prstGeom>
          <a:noFill/>
          <a:ln>
            <a:noFill/>
          </a:ln>
        </p:spPr>
        <p:txBody>
          <a:bodyPr anchorCtr="0" anchor="t" bIns="45700" lIns="91425" spcFirstLastPara="1" rIns="91425" wrap="square" tIns="45700">
            <a:noAutofit/>
          </a:bodyPr>
          <a:lstStyle>
            <a:lvl1pPr indent="-228600" lvl="0" marL="457200" algn="r">
              <a:spcBef>
                <a:spcPts val="360"/>
              </a:spcBef>
              <a:spcAft>
                <a:spcPts val="0"/>
              </a:spcAft>
              <a:buClr>
                <a:schemeClr val="accent6"/>
              </a:buClr>
              <a:buSzPts val="1800"/>
              <a:buNone/>
              <a:defRPr sz="1800">
                <a:solidFill>
                  <a:schemeClr val="accent6"/>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73" name="Google Shape;173;p8"/>
          <p:cNvSpPr txBox="1"/>
          <p:nvPr>
            <p:ph idx="3" type="body"/>
          </p:nvPr>
        </p:nvSpPr>
        <p:spPr>
          <a:xfrm>
            <a:off x="467544" y="2016994"/>
            <a:ext cx="2592300" cy="360000"/>
          </a:xfrm>
          <a:prstGeom prst="rect">
            <a:avLst/>
          </a:prstGeom>
          <a:noFill/>
          <a:ln>
            <a:noFill/>
          </a:ln>
        </p:spPr>
        <p:txBody>
          <a:bodyPr anchorCtr="0" anchor="t" bIns="45700" lIns="91425" spcFirstLastPara="1" rIns="91425" wrap="square" tIns="45700">
            <a:noAutofit/>
          </a:bodyPr>
          <a:lstStyle>
            <a:lvl1pPr indent="-228600" lvl="0" marL="457200" algn="r">
              <a:spcBef>
                <a:spcPts val="440"/>
              </a:spcBef>
              <a:spcAft>
                <a:spcPts val="0"/>
              </a:spcAft>
              <a:buClr>
                <a:schemeClr val="accent5"/>
              </a:buClr>
              <a:buSzPts val="2200"/>
              <a:buNone/>
              <a:defRPr b="0" sz="22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74" name="Google Shape;174;p8"/>
          <p:cNvSpPr txBox="1"/>
          <p:nvPr>
            <p:ph idx="4" type="body"/>
          </p:nvPr>
        </p:nvSpPr>
        <p:spPr>
          <a:xfrm>
            <a:off x="6012160" y="2377034"/>
            <a:ext cx="2592300" cy="1923000"/>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Clr>
                <a:schemeClr val="accent6"/>
              </a:buClr>
              <a:buSzPts val="1800"/>
              <a:buNone/>
              <a:defRPr sz="1800">
                <a:solidFill>
                  <a:schemeClr val="accent6"/>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75" name="Google Shape;175;p8"/>
          <p:cNvSpPr txBox="1"/>
          <p:nvPr>
            <p:ph idx="5" type="body"/>
          </p:nvPr>
        </p:nvSpPr>
        <p:spPr>
          <a:xfrm>
            <a:off x="6012160" y="2016994"/>
            <a:ext cx="2592300" cy="360000"/>
          </a:xfrm>
          <a:prstGeom prst="rect">
            <a:avLst/>
          </a:prstGeom>
          <a:noFill/>
          <a:ln>
            <a:noFill/>
          </a:ln>
        </p:spPr>
        <p:txBody>
          <a:bodyPr anchorCtr="0" anchor="t" bIns="45700" lIns="91425" spcFirstLastPara="1" rIns="91425" wrap="square" tIns="45700">
            <a:noAutofit/>
          </a:bodyPr>
          <a:lstStyle>
            <a:lvl1pPr indent="-228600" lvl="0" marL="457200" algn="l">
              <a:spcBef>
                <a:spcPts val="440"/>
              </a:spcBef>
              <a:spcAft>
                <a:spcPts val="0"/>
              </a:spcAft>
              <a:buClr>
                <a:schemeClr val="accent5"/>
              </a:buClr>
              <a:buSzPts val="2200"/>
              <a:buNone/>
              <a:defRPr b="0" sz="22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ndmill Infographic">
  <p:cSld name="Windmill Infographic">
    <p:spTree>
      <p:nvGrpSpPr>
        <p:cNvPr id="176" name="Shape 176"/>
        <p:cNvGrpSpPr/>
        <p:nvPr/>
      </p:nvGrpSpPr>
      <p:grpSpPr>
        <a:xfrm>
          <a:off x="0" y="0"/>
          <a:ext cx="0" cy="0"/>
          <a:chOff x="0" y="0"/>
          <a:chExt cx="0" cy="0"/>
        </a:xfrm>
      </p:grpSpPr>
      <p:sp>
        <p:nvSpPr>
          <p:cNvPr id="177" name="Google Shape;177;p9"/>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9"/>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9"/>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sp>
        <p:nvSpPr>
          <p:cNvPr id="180" name="Google Shape;180;p9"/>
          <p:cNvSpPr txBox="1"/>
          <p:nvPr>
            <p:ph idx="1" type="body"/>
          </p:nvPr>
        </p:nvSpPr>
        <p:spPr>
          <a:xfrm>
            <a:off x="467544" y="2377034"/>
            <a:ext cx="3600300" cy="1923000"/>
          </a:xfrm>
          <a:prstGeom prst="rect">
            <a:avLst/>
          </a:prstGeom>
          <a:noFill/>
          <a:ln>
            <a:noFill/>
          </a:ln>
        </p:spPr>
        <p:txBody>
          <a:bodyPr anchorCtr="0" anchor="t" bIns="45700" lIns="91425" spcFirstLastPara="1" rIns="91425" wrap="square" tIns="45700">
            <a:noAutofit/>
          </a:bodyPr>
          <a:lstStyle>
            <a:lvl1pPr indent="-228600" lvl="0" marL="457200" algn="r">
              <a:spcBef>
                <a:spcPts val="360"/>
              </a:spcBef>
              <a:spcAft>
                <a:spcPts val="0"/>
              </a:spcAft>
              <a:buClr>
                <a:schemeClr val="accent6"/>
              </a:buClr>
              <a:buSzPts val="1800"/>
              <a:buNone/>
              <a:defRPr sz="1800">
                <a:solidFill>
                  <a:schemeClr val="accent6"/>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1" name="Google Shape;181;p9"/>
          <p:cNvSpPr txBox="1"/>
          <p:nvPr>
            <p:ph idx="2" type="body"/>
          </p:nvPr>
        </p:nvSpPr>
        <p:spPr>
          <a:xfrm>
            <a:off x="467544" y="2016994"/>
            <a:ext cx="3600300" cy="360000"/>
          </a:xfrm>
          <a:prstGeom prst="rect">
            <a:avLst/>
          </a:prstGeom>
          <a:noFill/>
          <a:ln>
            <a:noFill/>
          </a:ln>
        </p:spPr>
        <p:txBody>
          <a:bodyPr anchorCtr="0" anchor="t" bIns="45700" lIns="91425" spcFirstLastPara="1" rIns="91425" wrap="square" tIns="45700">
            <a:noAutofit/>
          </a:bodyPr>
          <a:lstStyle>
            <a:lvl1pPr indent="-228600" lvl="0" marL="457200" algn="r">
              <a:spcBef>
                <a:spcPts val="440"/>
              </a:spcBef>
              <a:spcAft>
                <a:spcPts val="0"/>
              </a:spcAft>
              <a:buClr>
                <a:schemeClr val="accent5"/>
              </a:buClr>
              <a:buSzPts val="2200"/>
              <a:buNone/>
              <a:defRPr b="0" sz="22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182" name="Google Shape;182;p9"/>
          <p:cNvGrpSpPr/>
          <p:nvPr/>
        </p:nvGrpSpPr>
        <p:grpSpPr>
          <a:xfrm>
            <a:off x="4272457" y="771564"/>
            <a:ext cx="4260106" cy="3882842"/>
            <a:chOff x="4139952" y="487363"/>
            <a:chExt cx="4650771" cy="4238911"/>
          </a:xfrm>
        </p:grpSpPr>
        <p:sp>
          <p:nvSpPr>
            <p:cNvPr id="183" name="Google Shape;183;p9"/>
            <p:cNvSpPr/>
            <p:nvPr/>
          </p:nvSpPr>
          <p:spPr>
            <a:xfrm>
              <a:off x="7697706" y="4361275"/>
              <a:ext cx="1043700" cy="732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4" name="Google Shape;184;p9"/>
            <p:cNvSpPr/>
            <p:nvPr/>
          </p:nvSpPr>
          <p:spPr>
            <a:xfrm>
              <a:off x="4756030" y="4495834"/>
              <a:ext cx="1313400" cy="921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5" name="Google Shape;185;p9"/>
            <p:cNvSpPr/>
            <p:nvPr/>
          </p:nvSpPr>
          <p:spPr>
            <a:xfrm>
              <a:off x="6227542" y="4587974"/>
              <a:ext cx="1728900" cy="138300"/>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86" name="Google Shape;186;p9"/>
            <p:cNvGrpSpPr/>
            <p:nvPr/>
          </p:nvGrpSpPr>
          <p:grpSpPr>
            <a:xfrm>
              <a:off x="7291108" y="2003063"/>
              <a:ext cx="1499615" cy="2392468"/>
              <a:chOff x="1882" y="1258"/>
              <a:chExt cx="1008" cy="1608"/>
            </a:xfrm>
          </p:grpSpPr>
          <p:sp>
            <p:nvSpPr>
              <p:cNvPr id="187" name="Google Shape;187;p9"/>
              <p:cNvSpPr/>
              <p:nvPr/>
            </p:nvSpPr>
            <p:spPr>
              <a:xfrm>
                <a:off x="1890" y="1843"/>
                <a:ext cx="599" cy="118"/>
              </a:xfrm>
              <a:custGeom>
                <a:rect b="b" l="l" r="r" t="t"/>
                <a:pathLst>
                  <a:path extrusionOk="0" h="103" w="522">
                    <a:moveTo>
                      <a:pt x="0" y="38"/>
                    </a:moveTo>
                    <a:cubicBezTo>
                      <a:pt x="522" y="0"/>
                      <a:pt x="522" y="0"/>
                      <a:pt x="522" y="0"/>
                    </a:cubicBezTo>
                    <a:cubicBezTo>
                      <a:pt x="521" y="31"/>
                      <a:pt x="521" y="31"/>
                      <a:pt x="521" y="31"/>
                    </a:cubicBezTo>
                    <a:cubicBezTo>
                      <a:pt x="497" y="31"/>
                      <a:pt x="441" y="103"/>
                      <a:pt x="441" y="103"/>
                    </a:cubicBezTo>
                    <a:cubicBezTo>
                      <a:pt x="11" y="63"/>
                      <a:pt x="11" y="63"/>
                      <a:pt x="11" y="63"/>
                    </a:cubicBezTo>
                    <a:lnTo>
                      <a:pt x="0" y="38"/>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9"/>
              <p:cNvSpPr/>
              <p:nvPr/>
            </p:nvSpPr>
            <p:spPr>
              <a:xfrm>
                <a:off x="2477" y="1856"/>
                <a:ext cx="46" cy="1010"/>
              </a:xfrm>
              <a:custGeom>
                <a:rect b="b" l="l" r="r" t="t"/>
                <a:pathLst>
                  <a:path extrusionOk="0" h="1010" w="46">
                    <a:moveTo>
                      <a:pt x="46" y="0"/>
                    </a:moveTo>
                    <a:lnTo>
                      <a:pt x="46" y="1010"/>
                    </a:lnTo>
                    <a:lnTo>
                      <a:pt x="0" y="1010"/>
                    </a:lnTo>
                    <a:lnTo>
                      <a:pt x="29" y="0"/>
                    </a:lnTo>
                    <a:lnTo>
                      <a:pt x="46"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 name="Google Shape;189;p9"/>
              <p:cNvSpPr/>
              <p:nvPr/>
            </p:nvSpPr>
            <p:spPr>
              <a:xfrm>
                <a:off x="2516" y="1856"/>
                <a:ext cx="46" cy="1010"/>
              </a:xfrm>
              <a:custGeom>
                <a:rect b="b" l="l" r="r" t="t"/>
                <a:pathLst>
                  <a:path extrusionOk="0" h="1010" w="46">
                    <a:moveTo>
                      <a:pt x="46" y="1010"/>
                    </a:moveTo>
                    <a:lnTo>
                      <a:pt x="0" y="1010"/>
                    </a:lnTo>
                    <a:lnTo>
                      <a:pt x="0" y="0"/>
                    </a:lnTo>
                    <a:lnTo>
                      <a:pt x="17" y="0"/>
                    </a:lnTo>
                    <a:lnTo>
                      <a:pt x="46" y="101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9"/>
              <p:cNvSpPr/>
              <p:nvPr/>
            </p:nvSpPr>
            <p:spPr>
              <a:xfrm>
                <a:off x="1882" y="1825"/>
                <a:ext cx="607" cy="62"/>
              </a:xfrm>
              <a:custGeom>
                <a:rect b="b" l="l" r="r" t="t"/>
                <a:pathLst>
                  <a:path extrusionOk="0" h="62" w="607">
                    <a:moveTo>
                      <a:pt x="0" y="44"/>
                    </a:moveTo>
                    <a:lnTo>
                      <a:pt x="607" y="0"/>
                    </a:lnTo>
                    <a:lnTo>
                      <a:pt x="607" y="18"/>
                    </a:lnTo>
                    <a:lnTo>
                      <a:pt x="8" y="62"/>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9"/>
              <p:cNvSpPr/>
              <p:nvPr/>
            </p:nvSpPr>
            <p:spPr>
              <a:xfrm>
                <a:off x="2510" y="1888"/>
                <a:ext cx="362" cy="505"/>
              </a:xfrm>
              <a:custGeom>
                <a:rect b="b" l="l" r="r" t="t"/>
                <a:pathLst>
                  <a:path extrusionOk="0" h="505" w="362">
                    <a:moveTo>
                      <a:pt x="351" y="505"/>
                    </a:moveTo>
                    <a:lnTo>
                      <a:pt x="0" y="9"/>
                    </a:lnTo>
                    <a:lnTo>
                      <a:pt x="15" y="0"/>
                    </a:lnTo>
                    <a:lnTo>
                      <a:pt x="362" y="490"/>
                    </a:lnTo>
                    <a:lnTo>
                      <a:pt x="351" y="50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 name="Google Shape;192;p9"/>
              <p:cNvSpPr/>
              <p:nvPr/>
            </p:nvSpPr>
            <p:spPr>
              <a:xfrm>
                <a:off x="2525" y="1869"/>
                <a:ext cx="365" cy="509"/>
              </a:xfrm>
              <a:custGeom>
                <a:rect b="b" l="l" r="r" t="t"/>
                <a:pathLst>
                  <a:path extrusionOk="0" h="444" w="318">
                    <a:moveTo>
                      <a:pt x="302" y="444"/>
                    </a:moveTo>
                    <a:cubicBezTo>
                      <a:pt x="0" y="16"/>
                      <a:pt x="0" y="16"/>
                      <a:pt x="0" y="16"/>
                    </a:cubicBezTo>
                    <a:cubicBezTo>
                      <a:pt x="27" y="0"/>
                      <a:pt x="27" y="0"/>
                      <a:pt x="27" y="0"/>
                    </a:cubicBezTo>
                    <a:cubicBezTo>
                      <a:pt x="40" y="22"/>
                      <a:pt x="130" y="32"/>
                      <a:pt x="130" y="32"/>
                    </a:cubicBezTo>
                    <a:cubicBezTo>
                      <a:pt x="318" y="421"/>
                      <a:pt x="318" y="421"/>
                      <a:pt x="318" y="421"/>
                    </a:cubicBezTo>
                    <a:lnTo>
                      <a:pt x="302" y="4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 name="Google Shape;193;p9"/>
              <p:cNvSpPr/>
              <p:nvPr/>
            </p:nvSpPr>
            <p:spPr>
              <a:xfrm>
                <a:off x="2542" y="1258"/>
                <a:ext cx="200" cy="579"/>
              </a:xfrm>
              <a:custGeom>
                <a:rect b="b" l="l" r="r" t="t"/>
                <a:pathLst>
                  <a:path extrusionOk="0" h="579" w="200">
                    <a:moveTo>
                      <a:pt x="200" y="0"/>
                    </a:moveTo>
                    <a:lnTo>
                      <a:pt x="17" y="579"/>
                    </a:lnTo>
                    <a:lnTo>
                      <a:pt x="0" y="573"/>
                    </a:lnTo>
                    <a:lnTo>
                      <a:pt x="182" y="1"/>
                    </a:lnTo>
                    <a:lnTo>
                      <a:pt x="20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9"/>
              <p:cNvSpPr/>
              <p:nvPr/>
            </p:nvSpPr>
            <p:spPr>
              <a:xfrm>
                <a:off x="2467" y="1259"/>
                <a:ext cx="257" cy="573"/>
              </a:xfrm>
              <a:custGeom>
                <a:rect b="b" l="l" r="r" t="t"/>
                <a:pathLst>
                  <a:path extrusionOk="0" h="499" w="224">
                    <a:moveTo>
                      <a:pt x="224" y="0"/>
                    </a:moveTo>
                    <a:cubicBezTo>
                      <a:pt x="66" y="499"/>
                      <a:pt x="66" y="499"/>
                      <a:pt x="66" y="499"/>
                    </a:cubicBezTo>
                    <a:cubicBezTo>
                      <a:pt x="37" y="487"/>
                      <a:pt x="37" y="487"/>
                      <a:pt x="37" y="487"/>
                    </a:cubicBezTo>
                    <a:cubicBezTo>
                      <a:pt x="46" y="464"/>
                      <a:pt x="0" y="386"/>
                      <a:pt x="0" y="386"/>
                    </a:cubicBezTo>
                    <a:cubicBezTo>
                      <a:pt x="196" y="1"/>
                      <a:pt x="196" y="1"/>
                      <a:pt x="196" y="1"/>
                    </a:cubicBezTo>
                    <a:lnTo>
                      <a:pt x="22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9"/>
              <p:cNvSpPr/>
              <p:nvPr/>
            </p:nvSpPr>
            <p:spPr>
              <a:xfrm>
                <a:off x="2468" y="1803"/>
                <a:ext cx="104" cy="104"/>
              </a:xfrm>
              <a:custGeom>
                <a:rect b="b" l="l" r="r" t="t"/>
                <a:pathLst>
                  <a:path extrusionOk="0" h="91" w="91">
                    <a:moveTo>
                      <a:pt x="29" y="9"/>
                    </a:moveTo>
                    <a:cubicBezTo>
                      <a:pt x="49" y="0"/>
                      <a:pt x="73" y="9"/>
                      <a:pt x="82" y="29"/>
                    </a:cubicBezTo>
                    <a:cubicBezTo>
                      <a:pt x="91" y="49"/>
                      <a:pt x="82" y="73"/>
                      <a:pt x="61" y="82"/>
                    </a:cubicBezTo>
                    <a:cubicBezTo>
                      <a:pt x="41" y="91"/>
                      <a:pt x="18" y="82"/>
                      <a:pt x="9" y="62"/>
                    </a:cubicBezTo>
                    <a:cubicBezTo>
                      <a:pt x="0" y="42"/>
                      <a:pt x="9" y="18"/>
                      <a:pt x="29"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 name="Google Shape;196;p9"/>
              <p:cNvSpPr/>
              <p:nvPr/>
            </p:nvSpPr>
            <p:spPr>
              <a:xfrm>
                <a:off x="2501" y="1836"/>
                <a:ext cx="37" cy="38"/>
              </a:xfrm>
              <a:custGeom>
                <a:rect b="b" l="l" r="r" t="t"/>
                <a:pathLst>
                  <a:path extrusionOk="0" h="33" w="32">
                    <a:moveTo>
                      <a:pt x="10" y="3"/>
                    </a:moveTo>
                    <a:cubicBezTo>
                      <a:pt x="17" y="0"/>
                      <a:pt x="26" y="3"/>
                      <a:pt x="29" y="11"/>
                    </a:cubicBezTo>
                    <a:cubicBezTo>
                      <a:pt x="32" y="18"/>
                      <a:pt x="29" y="26"/>
                      <a:pt x="22" y="29"/>
                    </a:cubicBezTo>
                    <a:cubicBezTo>
                      <a:pt x="15" y="33"/>
                      <a:pt x="6" y="29"/>
                      <a:pt x="3" y="22"/>
                    </a:cubicBezTo>
                    <a:cubicBezTo>
                      <a:pt x="0" y="15"/>
                      <a:pt x="3" y="7"/>
                      <a:pt x="1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97" name="Google Shape;197;p9"/>
            <p:cNvGrpSpPr/>
            <p:nvPr/>
          </p:nvGrpSpPr>
          <p:grpSpPr>
            <a:xfrm>
              <a:off x="4139952" y="1275606"/>
              <a:ext cx="2041236" cy="3256564"/>
              <a:chOff x="1882" y="1258"/>
              <a:chExt cx="1008" cy="1608"/>
            </a:xfrm>
          </p:grpSpPr>
          <p:sp>
            <p:nvSpPr>
              <p:cNvPr id="198" name="Google Shape;198;p9"/>
              <p:cNvSpPr/>
              <p:nvPr/>
            </p:nvSpPr>
            <p:spPr>
              <a:xfrm>
                <a:off x="1890" y="1843"/>
                <a:ext cx="599" cy="118"/>
              </a:xfrm>
              <a:custGeom>
                <a:rect b="b" l="l" r="r" t="t"/>
                <a:pathLst>
                  <a:path extrusionOk="0" h="103" w="522">
                    <a:moveTo>
                      <a:pt x="0" y="38"/>
                    </a:moveTo>
                    <a:cubicBezTo>
                      <a:pt x="522" y="0"/>
                      <a:pt x="522" y="0"/>
                      <a:pt x="522" y="0"/>
                    </a:cubicBezTo>
                    <a:cubicBezTo>
                      <a:pt x="521" y="31"/>
                      <a:pt x="521" y="31"/>
                      <a:pt x="521" y="31"/>
                    </a:cubicBezTo>
                    <a:cubicBezTo>
                      <a:pt x="497" y="31"/>
                      <a:pt x="441" y="103"/>
                      <a:pt x="441" y="103"/>
                    </a:cubicBezTo>
                    <a:cubicBezTo>
                      <a:pt x="11" y="63"/>
                      <a:pt x="11" y="63"/>
                      <a:pt x="11" y="63"/>
                    </a:cubicBezTo>
                    <a:lnTo>
                      <a:pt x="0" y="38"/>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 name="Google Shape;199;p9"/>
              <p:cNvSpPr/>
              <p:nvPr/>
            </p:nvSpPr>
            <p:spPr>
              <a:xfrm>
                <a:off x="2477" y="1856"/>
                <a:ext cx="46" cy="1010"/>
              </a:xfrm>
              <a:custGeom>
                <a:rect b="b" l="l" r="r" t="t"/>
                <a:pathLst>
                  <a:path extrusionOk="0" h="1010" w="46">
                    <a:moveTo>
                      <a:pt x="46" y="0"/>
                    </a:moveTo>
                    <a:lnTo>
                      <a:pt x="46" y="1010"/>
                    </a:lnTo>
                    <a:lnTo>
                      <a:pt x="0" y="1010"/>
                    </a:lnTo>
                    <a:lnTo>
                      <a:pt x="29" y="0"/>
                    </a:lnTo>
                    <a:lnTo>
                      <a:pt x="46"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 name="Google Shape;200;p9"/>
              <p:cNvSpPr/>
              <p:nvPr/>
            </p:nvSpPr>
            <p:spPr>
              <a:xfrm>
                <a:off x="2516" y="1856"/>
                <a:ext cx="46" cy="1010"/>
              </a:xfrm>
              <a:custGeom>
                <a:rect b="b" l="l" r="r" t="t"/>
                <a:pathLst>
                  <a:path extrusionOk="0" h="1010" w="46">
                    <a:moveTo>
                      <a:pt x="46" y="1010"/>
                    </a:moveTo>
                    <a:lnTo>
                      <a:pt x="0" y="1010"/>
                    </a:lnTo>
                    <a:lnTo>
                      <a:pt x="0" y="0"/>
                    </a:lnTo>
                    <a:lnTo>
                      <a:pt x="17" y="0"/>
                    </a:lnTo>
                    <a:lnTo>
                      <a:pt x="46" y="101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 name="Google Shape;201;p9"/>
              <p:cNvSpPr/>
              <p:nvPr/>
            </p:nvSpPr>
            <p:spPr>
              <a:xfrm>
                <a:off x="1882" y="1825"/>
                <a:ext cx="607" cy="62"/>
              </a:xfrm>
              <a:custGeom>
                <a:rect b="b" l="l" r="r" t="t"/>
                <a:pathLst>
                  <a:path extrusionOk="0" h="62" w="607">
                    <a:moveTo>
                      <a:pt x="0" y="44"/>
                    </a:moveTo>
                    <a:lnTo>
                      <a:pt x="607" y="0"/>
                    </a:lnTo>
                    <a:lnTo>
                      <a:pt x="607" y="18"/>
                    </a:lnTo>
                    <a:lnTo>
                      <a:pt x="8" y="62"/>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2" name="Google Shape;202;p9"/>
              <p:cNvSpPr/>
              <p:nvPr/>
            </p:nvSpPr>
            <p:spPr>
              <a:xfrm>
                <a:off x="2510" y="1888"/>
                <a:ext cx="362" cy="505"/>
              </a:xfrm>
              <a:custGeom>
                <a:rect b="b" l="l" r="r" t="t"/>
                <a:pathLst>
                  <a:path extrusionOk="0" h="505" w="362">
                    <a:moveTo>
                      <a:pt x="351" y="505"/>
                    </a:moveTo>
                    <a:lnTo>
                      <a:pt x="0" y="9"/>
                    </a:lnTo>
                    <a:lnTo>
                      <a:pt x="15" y="0"/>
                    </a:lnTo>
                    <a:lnTo>
                      <a:pt x="362" y="490"/>
                    </a:lnTo>
                    <a:lnTo>
                      <a:pt x="351" y="50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 name="Google Shape;203;p9"/>
              <p:cNvSpPr/>
              <p:nvPr/>
            </p:nvSpPr>
            <p:spPr>
              <a:xfrm>
                <a:off x="2525" y="1869"/>
                <a:ext cx="365" cy="509"/>
              </a:xfrm>
              <a:custGeom>
                <a:rect b="b" l="l" r="r" t="t"/>
                <a:pathLst>
                  <a:path extrusionOk="0" h="444" w="318">
                    <a:moveTo>
                      <a:pt x="302" y="444"/>
                    </a:moveTo>
                    <a:cubicBezTo>
                      <a:pt x="0" y="16"/>
                      <a:pt x="0" y="16"/>
                      <a:pt x="0" y="16"/>
                    </a:cubicBezTo>
                    <a:cubicBezTo>
                      <a:pt x="27" y="0"/>
                      <a:pt x="27" y="0"/>
                      <a:pt x="27" y="0"/>
                    </a:cubicBezTo>
                    <a:cubicBezTo>
                      <a:pt x="40" y="22"/>
                      <a:pt x="130" y="32"/>
                      <a:pt x="130" y="32"/>
                    </a:cubicBezTo>
                    <a:cubicBezTo>
                      <a:pt x="318" y="421"/>
                      <a:pt x="318" y="421"/>
                      <a:pt x="318" y="421"/>
                    </a:cubicBezTo>
                    <a:lnTo>
                      <a:pt x="302" y="4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9"/>
              <p:cNvSpPr/>
              <p:nvPr/>
            </p:nvSpPr>
            <p:spPr>
              <a:xfrm>
                <a:off x="2542" y="1258"/>
                <a:ext cx="200" cy="579"/>
              </a:xfrm>
              <a:custGeom>
                <a:rect b="b" l="l" r="r" t="t"/>
                <a:pathLst>
                  <a:path extrusionOk="0" h="579" w="200">
                    <a:moveTo>
                      <a:pt x="200" y="0"/>
                    </a:moveTo>
                    <a:lnTo>
                      <a:pt x="17" y="579"/>
                    </a:lnTo>
                    <a:lnTo>
                      <a:pt x="0" y="573"/>
                    </a:lnTo>
                    <a:lnTo>
                      <a:pt x="182" y="1"/>
                    </a:lnTo>
                    <a:lnTo>
                      <a:pt x="20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 name="Google Shape;205;p9"/>
              <p:cNvSpPr/>
              <p:nvPr/>
            </p:nvSpPr>
            <p:spPr>
              <a:xfrm>
                <a:off x="2467" y="1259"/>
                <a:ext cx="257" cy="573"/>
              </a:xfrm>
              <a:custGeom>
                <a:rect b="b" l="l" r="r" t="t"/>
                <a:pathLst>
                  <a:path extrusionOk="0" h="499" w="224">
                    <a:moveTo>
                      <a:pt x="224" y="0"/>
                    </a:moveTo>
                    <a:cubicBezTo>
                      <a:pt x="66" y="499"/>
                      <a:pt x="66" y="499"/>
                      <a:pt x="66" y="499"/>
                    </a:cubicBezTo>
                    <a:cubicBezTo>
                      <a:pt x="37" y="487"/>
                      <a:pt x="37" y="487"/>
                      <a:pt x="37" y="487"/>
                    </a:cubicBezTo>
                    <a:cubicBezTo>
                      <a:pt x="46" y="464"/>
                      <a:pt x="0" y="386"/>
                      <a:pt x="0" y="386"/>
                    </a:cubicBezTo>
                    <a:cubicBezTo>
                      <a:pt x="196" y="1"/>
                      <a:pt x="196" y="1"/>
                      <a:pt x="196" y="1"/>
                    </a:cubicBezTo>
                    <a:lnTo>
                      <a:pt x="22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6" name="Google Shape;206;p9"/>
              <p:cNvSpPr/>
              <p:nvPr/>
            </p:nvSpPr>
            <p:spPr>
              <a:xfrm>
                <a:off x="2468" y="1803"/>
                <a:ext cx="104" cy="104"/>
              </a:xfrm>
              <a:custGeom>
                <a:rect b="b" l="l" r="r" t="t"/>
                <a:pathLst>
                  <a:path extrusionOk="0" h="91" w="91">
                    <a:moveTo>
                      <a:pt x="29" y="9"/>
                    </a:moveTo>
                    <a:cubicBezTo>
                      <a:pt x="49" y="0"/>
                      <a:pt x="73" y="9"/>
                      <a:pt x="82" y="29"/>
                    </a:cubicBezTo>
                    <a:cubicBezTo>
                      <a:pt x="91" y="49"/>
                      <a:pt x="82" y="73"/>
                      <a:pt x="61" y="82"/>
                    </a:cubicBezTo>
                    <a:cubicBezTo>
                      <a:pt x="41" y="91"/>
                      <a:pt x="18" y="82"/>
                      <a:pt x="9" y="62"/>
                    </a:cubicBezTo>
                    <a:cubicBezTo>
                      <a:pt x="0" y="42"/>
                      <a:pt x="9" y="18"/>
                      <a:pt x="29"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 name="Google Shape;207;p9"/>
              <p:cNvSpPr/>
              <p:nvPr/>
            </p:nvSpPr>
            <p:spPr>
              <a:xfrm>
                <a:off x="2501" y="1836"/>
                <a:ext cx="37" cy="38"/>
              </a:xfrm>
              <a:custGeom>
                <a:rect b="b" l="l" r="r" t="t"/>
                <a:pathLst>
                  <a:path extrusionOk="0" h="33" w="32">
                    <a:moveTo>
                      <a:pt x="10" y="3"/>
                    </a:moveTo>
                    <a:cubicBezTo>
                      <a:pt x="17" y="0"/>
                      <a:pt x="26" y="3"/>
                      <a:pt x="29" y="11"/>
                    </a:cubicBezTo>
                    <a:cubicBezTo>
                      <a:pt x="32" y="18"/>
                      <a:pt x="29" y="26"/>
                      <a:pt x="22" y="29"/>
                    </a:cubicBezTo>
                    <a:cubicBezTo>
                      <a:pt x="15" y="33"/>
                      <a:pt x="6" y="29"/>
                      <a:pt x="3" y="22"/>
                    </a:cubicBezTo>
                    <a:cubicBezTo>
                      <a:pt x="0" y="15"/>
                      <a:pt x="3" y="7"/>
                      <a:pt x="1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08" name="Google Shape;208;p9"/>
            <p:cNvGrpSpPr/>
            <p:nvPr/>
          </p:nvGrpSpPr>
          <p:grpSpPr>
            <a:xfrm>
              <a:off x="5870575" y="487363"/>
              <a:ext cx="2666318" cy="4167187"/>
              <a:chOff x="3698" y="307"/>
              <a:chExt cx="1680" cy="2625"/>
            </a:xfrm>
          </p:grpSpPr>
          <p:sp>
            <p:nvSpPr>
              <p:cNvPr id="209" name="Google Shape;209;p9"/>
              <p:cNvSpPr/>
              <p:nvPr/>
            </p:nvSpPr>
            <p:spPr>
              <a:xfrm>
                <a:off x="4398" y="1322"/>
                <a:ext cx="73" cy="1610"/>
              </a:xfrm>
              <a:custGeom>
                <a:rect b="b" l="l" r="r" t="t"/>
                <a:pathLst>
                  <a:path extrusionOk="0" h="1610" w="73">
                    <a:moveTo>
                      <a:pt x="73" y="0"/>
                    </a:moveTo>
                    <a:lnTo>
                      <a:pt x="73" y="1610"/>
                    </a:lnTo>
                    <a:lnTo>
                      <a:pt x="0" y="1610"/>
                    </a:lnTo>
                    <a:lnTo>
                      <a:pt x="46" y="0"/>
                    </a:lnTo>
                    <a:lnTo>
                      <a:pt x="73" y="0"/>
                    </a:lnTo>
                    <a:close/>
                  </a:path>
                </a:pathLst>
              </a:custGeom>
              <a:solidFill>
                <a:srgbClr val="AED6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 name="Google Shape;210;p9"/>
              <p:cNvSpPr/>
              <p:nvPr/>
            </p:nvSpPr>
            <p:spPr>
              <a:xfrm>
                <a:off x="4461" y="1322"/>
                <a:ext cx="73" cy="1610"/>
              </a:xfrm>
              <a:custGeom>
                <a:rect b="b" l="l" r="r" t="t"/>
                <a:pathLst>
                  <a:path extrusionOk="0" h="1610" w="73">
                    <a:moveTo>
                      <a:pt x="73" y="1610"/>
                    </a:moveTo>
                    <a:lnTo>
                      <a:pt x="0" y="1610"/>
                    </a:lnTo>
                    <a:lnTo>
                      <a:pt x="0" y="0"/>
                    </a:lnTo>
                    <a:lnTo>
                      <a:pt x="27" y="0"/>
                    </a:lnTo>
                    <a:lnTo>
                      <a:pt x="73" y="1610"/>
                    </a:lnTo>
                    <a:close/>
                  </a:path>
                </a:pathLst>
              </a:custGeom>
              <a:solidFill>
                <a:srgbClr val="72B25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9"/>
              <p:cNvSpPr/>
              <p:nvPr/>
            </p:nvSpPr>
            <p:spPr>
              <a:xfrm>
                <a:off x="4488" y="1362"/>
                <a:ext cx="885" cy="424"/>
              </a:xfrm>
              <a:custGeom>
                <a:rect b="b" l="l" r="r" t="t"/>
                <a:pathLst>
                  <a:path extrusionOk="0" h="424" w="885">
                    <a:moveTo>
                      <a:pt x="882" y="424"/>
                    </a:moveTo>
                    <a:lnTo>
                      <a:pt x="0" y="24"/>
                    </a:lnTo>
                    <a:lnTo>
                      <a:pt x="13" y="0"/>
                    </a:lnTo>
                    <a:lnTo>
                      <a:pt x="885" y="394"/>
                    </a:lnTo>
                    <a:lnTo>
                      <a:pt x="882" y="424"/>
                    </a:lnTo>
                    <a:close/>
                  </a:path>
                </a:pathLst>
              </a:custGeom>
              <a:solidFill>
                <a:srgbClr val="66A0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p9"/>
              <p:cNvSpPr/>
              <p:nvPr/>
            </p:nvSpPr>
            <p:spPr>
              <a:xfrm>
                <a:off x="4501" y="1267"/>
                <a:ext cx="877" cy="489"/>
              </a:xfrm>
              <a:custGeom>
                <a:rect b="b" l="l" r="r" t="t"/>
                <a:pathLst>
                  <a:path extrusionOk="0" h="268" w="479">
                    <a:moveTo>
                      <a:pt x="477" y="268"/>
                    </a:moveTo>
                    <a:cubicBezTo>
                      <a:pt x="0" y="52"/>
                      <a:pt x="0" y="52"/>
                      <a:pt x="0" y="52"/>
                    </a:cubicBezTo>
                    <a:cubicBezTo>
                      <a:pt x="15" y="25"/>
                      <a:pt x="15" y="25"/>
                      <a:pt x="15" y="25"/>
                    </a:cubicBezTo>
                    <a:cubicBezTo>
                      <a:pt x="37" y="36"/>
                      <a:pt x="120" y="0"/>
                      <a:pt x="120" y="0"/>
                    </a:cubicBezTo>
                    <a:cubicBezTo>
                      <a:pt x="479" y="240"/>
                      <a:pt x="479" y="240"/>
                      <a:pt x="479" y="240"/>
                    </a:cubicBezTo>
                    <a:lnTo>
                      <a:pt x="477" y="268"/>
                    </a:lnTo>
                    <a:close/>
                  </a:path>
                </a:pathLst>
              </a:custGeom>
              <a:solidFill>
                <a:srgbClr val="AED6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9"/>
              <p:cNvSpPr/>
              <p:nvPr/>
            </p:nvSpPr>
            <p:spPr>
              <a:xfrm>
                <a:off x="4373" y="307"/>
                <a:ext cx="139" cy="962"/>
              </a:xfrm>
              <a:custGeom>
                <a:rect b="b" l="l" r="r" t="t"/>
                <a:pathLst>
                  <a:path extrusionOk="0" h="962" w="139">
                    <a:moveTo>
                      <a:pt x="25" y="0"/>
                    </a:moveTo>
                    <a:lnTo>
                      <a:pt x="139" y="962"/>
                    </a:lnTo>
                    <a:lnTo>
                      <a:pt x="109" y="962"/>
                    </a:lnTo>
                    <a:lnTo>
                      <a:pt x="0" y="14"/>
                    </a:lnTo>
                    <a:lnTo>
                      <a:pt x="25" y="0"/>
                    </a:lnTo>
                    <a:close/>
                  </a:path>
                </a:pathLst>
              </a:custGeom>
              <a:solidFill>
                <a:srgbClr val="66A0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9"/>
              <p:cNvSpPr/>
              <p:nvPr/>
            </p:nvSpPr>
            <p:spPr>
              <a:xfrm>
                <a:off x="4289" y="321"/>
                <a:ext cx="193" cy="952"/>
              </a:xfrm>
              <a:custGeom>
                <a:rect b="b" l="l" r="r" t="t"/>
                <a:pathLst>
                  <a:path extrusionOk="0" h="521" w="106">
                    <a:moveTo>
                      <a:pt x="46" y="0"/>
                    </a:moveTo>
                    <a:cubicBezTo>
                      <a:pt x="106" y="519"/>
                      <a:pt x="106" y="519"/>
                      <a:pt x="106" y="519"/>
                    </a:cubicBezTo>
                    <a:cubicBezTo>
                      <a:pt x="75" y="521"/>
                      <a:pt x="75" y="521"/>
                      <a:pt x="75" y="521"/>
                    </a:cubicBezTo>
                    <a:cubicBezTo>
                      <a:pt x="74" y="496"/>
                      <a:pt x="0" y="443"/>
                      <a:pt x="0" y="443"/>
                    </a:cubicBezTo>
                    <a:cubicBezTo>
                      <a:pt x="21" y="12"/>
                      <a:pt x="21" y="12"/>
                      <a:pt x="21" y="12"/>
                    </a:cubicBezTo>
                    <a:lnTo>
                      <a:pt x="46" y="0"/>
                    </a:lnTo>
                    <a:close/>
                  </a:path>
                </a:pathLst>
              </a:custGeom>
              <a:solidFill>
                <a:srgbClr val="AED6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9"/>
              <p:cNvSpPr/>
              <p:nvPr/>
            </p:nvSpPr>
            <p:spPr>
              <a:xfrm>
                <a:off x="3698" y="1316"/>
                <a:ext cx="717" cy="685"/>
              </a:xfrm>
              <a:custGeom>
                <a:rect b="b" l="l" r="r" t="t"/>
                <a:pathLst>
                  <a:path extrusionOk="0" h="685" w="717">
                    <a:moveTo>
                      <a:pt x="0" y="671"/>
                    </a:moveTo>
                    <a:lnTo>
                      <a:pt x="699" y="0"/>
                    </a:lnTo>
                    <a:lnTo>
                      <a:pt x="717" y="22"/>
                    </a:lnTo>
                    <a:lnTo>
                      <a:pt x="27" y="685"/>
                    </a:lnTo>
                    <a:lnTo>
                      <a:pt x="0" y="671"/>
                    </a:lnTo>
                    <a:close/>
                  </a:path>
                </a:pathLst>
              </a:custGeom>
              <a:solidFill>
                <a:srgbClr val="66A0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6" name="Google Shape;216;p9"/>
              <p:cNvSpPr/>
              <p:nvPr/>
            </p:nvSpPr>
            <p:spPr>
              <a:xfrm>
                <a:off x="3725" y="1338"/>
                <a:ext cx="726" cy="685"/>
              </a:xfrm>
              <a:custGeom>
                <a:rect b="b" l="l" r="r" t="t"/>
                <a:pathLst>
                  <a:path extrusionOk="0" h="375" w="397">
                    <a:moveTo>
                      <a:pt x="0" y="363"/>
                    </a:moveTo>
                    <a:cubicBezTo>
                      <a:pt x="377" y="0"/>
                      <a:pt x="377" y="0"/>
                      <a:pt x="377" y="0"/>
                    </a:cubicBezTo>
                    <a:cubicBezTo>
                      <a:pt x="397" y="24"/>
                      <a:pt x="397" y="24"/>
                      <a:pt x="397" y="24"/>
                    </a:cubicBezTo>
                    <a:cubicBezTo>
                      <a:pt x="378" y="40"/>
                      <a:pt x="381" y="130"/>
                      <a:pt x="381" y="130"/>
                    </a:cubicBezTo>
                    <a:cubicBezTo>
                      <a:pt x="25" y="375"/>
                      <a:pt x="25" y="375"/>
                      <a:pt x="25" y="375"/>
                    </a:cubicBezTo>
                    <a:lnTo>
                      <a:pt x="0" y="363"/>
                    </a:lnTo>
                    <a:close/>
                  </a:path>
                </a:pathLst>
              </a:custGeom>
              <a:solidFill>
                <a:srgbClr val="AED6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9"/>
              <p:cNvSpPr/>
              <p:nvPr/>
            </p:nvSpPr>
            <p:spPr>
              <a:xfrm>
                <a:off x="4389" y="1245"/>
                <a:ext cx="154" cy="152"/>
              </a:xfrm>
              <a:custGeom>
                <a:rect b="b" l="l" r="r" t="t"/>
                <a:pathLst>
                  <a:path extrusionOk="0" h="83" w="84">
                    <a:moveTo>
                      <a:pt x="39" y="81"/>
                    </a:moveTo>
                    <a:cubicBezTo>
                      <a:pt x="17" y="79"/>
                      <a:pt x="0" y="60"/>
                      <a:pt x="2" y="38"/>
                    </a:cubicBezTo>
                    <a:cubicBezTo>
                      <a:pt x="4" y="16"/>
                      <a:pt x="23" y="0"/>
                      <a:pt x="45" y="1"/>
                    </a:cubicBezTo>
                    <a:cubicBezTo>
                      <a:pt x="67" y="3"/>
                      <a:pt x="84" y="22"/>
                      <a:pt x="82" y="44"/>
                    </a:cubicBezTo>
                    <a:cubicBezTo>
                      <a:pt x="80" y="66"/>
                      <a:pt x="61" y="83"/>
                      <a:pt x="39" y="81"/>
                    </a:cubicBezTo>
                    <a:close/>
                  </a:path>
                </a:pathLst>
              </a:custGeom>
              <a:solidFill>
                <a:srgbClr val="D3E7E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9"/>
              <p:cNvSpPr/>
              <p:nvPr/>
            </p:nvSpPr>
            <p:spPr>
              <a:xfrm>
                <a:off x="4439" y="1295"/>
                <a:ext cx="54" cy="53"/>
              </a:xfrm>
              <a:custGeom>
                <a:rect b="b" l="l" r="r" t="t"/>
                <a:pathLst>
                  <a:path extrusionOk="0" h="29" w="30">
                    <a:moveTo>
                      <a:pt x="14" y="28"/>
                    </a:moveTo>
                    <a:cubicBezTo>
                      <a:pt x="6" y="28"/>
                      <a:pt x="0" y="21"/>
                      <a:pt x="1" y="13"/>
                    </a:cubicBezTo>
                    <a:cubicBezTo>
                      <a:pt x="2" y="5"/>
                      <a:pt x="8" y="0"/>
                      <a:pt x="16" y="0"/>
                    </a:cubicBezTo>
                    <a:cubicBezTo>
                      <a:pt x="24" y="1"/>
                      <a:pt x="30" y="8"/>
                      <a:pt x="29" y="15"/>
                    </a:cubicBezTo>
                    <a:cubicBezTo>
                      <a:pt x="29" y="23"/>
                      <a:pt x="22" y="29"/>
                      <a:pt x="14" y="28"/>
                    </a:cubicBezTo>
                    <a:close/>
                  </a:path>
                </a:pathLst>
              </a:custGeom>
              <a:solidFill>
                <a:srgbClr val="AED6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sp>
        <p:nvSpPr>
          <p:cNvPr id="219" name="Google Shape;219;p9"/>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Calibri"/>
              <a:buNone/>
              <a:defRPr sz="4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 name="Google Shape;220;p9"/>
          <p:cNvSpPr txBox="1"/>
          <p:nvPr>
            <p:ph idx="3" type="body"/>
          </p:nvPr>
        </p:nvSpPr>
        <p:spPr>
          <a:xfrm>
            <a:off x="468313" y="771550"/>
            <a:ext cx="8207400" cy="503700"/>
          </a:xfrm>
          <a:prstGeom prst="rect">
            <a:avLst/>
          </a:prstGeom>
          <a:noFill/>
          <a:ln>
            <a:noFill/>
          </a:ln>
        </p:spPr>
        <p:txBody>
          <a:bodyPr anchorCtr="0" anchor="t" bIns="45700" lIns="91425" spcFirstLastPara="1" rIns="91425" wrap="square" tIns="45700">
            <a:noAutofit/>
          </a:bodyPr>
          <a:lstStyle>
            <a:lvl1pPr indent="-228600" lvl="0" marL="457200" algn="l">
              <a:spcBef>
                <a:spcPts val="540"/>
              </a:spcBef>
              <a:spcAft>
                <a:spcPts val="0"/>
              </a:spcAft>
              <a:buClr>
                <a:schemeClr val="accent5"/>
              </a:buClr>
              <a:buSzPts val="2700"/>
              <a:buNone/>
              <a:defRPr sz="27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and Milestones">
  <p:cSld name="Timeline and Milestones">
    <p:spTree>
      <p:nvGrpSpPr>
        <p:cNvPr id="221" name="Shape 221"/>
        <p:cNvGrpSpPr/>
        <p:nvPr/>
      </p:nvGrpSpPr>
      <p:grpSpPr>
        <a:xfrm>
          <a:off x="0" y="0"/>
          <a:ext cx="0" cy="0"/>
          <a:chOff x="0" y="0"/>
          <a:chExt cx="0" cy="0"/>
        </a:xfrm>
      </p:grpSpPr>
      <p:sp>
        <p:nvSpPr>
          <p:cNvPr id="222" name="Google Shape;222;p10"/>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3" name="Google Shape;223;p10"/>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4" name="Google Shape;224;p10"/>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pic>
        <p:nvPicPr>
          <p:cNvPr id="225" name="Google Shape;225;p10"/>
          <p:cNvPicPr preferRelativeResize="0"/>
          <p:nvPr/>
        </p:nvPicPr>
        <p:blipFill rotWithShape="1">
          <a:blip r:embed="rId2">
            <a:alphaModFix/>
          </a:blip>
          <a:srcRect b="0" l="0" r="0" t="0"/>
          <a:stretch/>
        </p:blipFill>
        <p:spPr>
          <a:xfrm>
            <a:off x="770626" y="2808496"/>
            <a:ext cx="7602748" cy="591570"/>
          </a:xfrm>
          <a:prstGeom prst="rect">
            <a:avLst/>
          </a:prstGeom>
          <a:noFill/>
          <a:ln>
            <a:noFill/>
          </a:ln>
        </p:spPr>
      </p:pic>
      <p:grpSp>
        <p:nvGrpSpPr>
          <p:cNvPr id="226" name="Google Shape;226;p10"/>
          <p:cNvGrpSpPr/>
          <p:nvPr/>
        </p:nvGrpSpPr>
        <p:grpSpPr>
          <a:xfrm>
            <a:off x="1331640" y="1851670"/>
            <a:ext cx="978247" cy="1316174"/>
            <a:chOff x="6042025" y="1973214"/>
            <a:chExt cx="978247" cy="1316174"/>
          </a:xfrm>
        </p:grpSpPr>
        <p:grpSp>
          <p:nvGrpSpPr>
            <p:cNvPr id="227" name="Google Shape;227;p10"/>
            <p:cNvGrpSpPr/>
            <p:nvPr/>
          </p:nvGrpSpPr>
          <p:grpSpPr>
            <a:xfrm>
              <a:off x="6042025" y="2419348"/>
              <a:ext cx="476250" cy="695801"/>
              <a:chOff x="3806" y="1524"/>
              <a:chExt cx="300" cy="438"/>
            </a:xfrm>
          </p:grpSpPr>
          <p:sp>
            <p:nvSpPr>
              <p:cNvPr id="228" name="Google Shape;228;p10"/>
              <p:cNvSpPr/>
              <p:nvPr/>
            </p:nvSpPr>
            <p:spPr>
              <a:xfrm>
                <a:off x="3806" y="1524"/>
                <a:ext cx="126" cy="327"/>
              </a:xfrm>
              <a:custGeom>
                <a:rect b="b" l="l" r="r" t="t"/>
                <a:pathLst>
                  <a:path extrusionOk="0" h="761" w="293">
                    <a:moveTo>
                      <a:pt x="293" y="0"/>
                    </a:moveTo>
                    <a:cubicBezTo>
                      <a:pt x="293" y="761"/>
                      <a:pt x="293" y="761"/>
                      <a:pt x="293" y="761"/>
                    </a:cubicBezTo>
                    <a:cubicBezTo>
                      <a:pt x="131" y="761"/>
                      <a:pt x="0" y="630"/>
                      <a:pt x="0" y="468"/>
                    </a:cubicBezTo>
                    <a:cubicBezTo>
                      <a:pt x="0" y="307"/>
                      <a:pt x="131" y="0"/>
                      <a:pt x="293" y="0"/>
                    </a:cubicBezTo>
                    <a:close/>
                  </a:path>
                </a:pathLst>
              </a:custGeom>
              <a:solidFill>
                <a:srgbClr val="A6D35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10"/>
              <p:cNvSpPr/>
              <p:nvPr/>
            </p:nvSpPr>
            <p:spPr>
              <a:xfrm>
                <a:off x="3932" y="1524"/>
                <a:ext cx="126" cy="327"/>
              </a:xfrm>
              <a:custGeom>
                <a:rect b="b" l="l" r="r" t="t"/>
                <a:pathLst>
                  <a:path extrusionOk="0" h="761" w="293">
                    <a:moveTo>
                      <a:pt x="293" y="468"/>
                    </a:moveTo>
                    <a:cubicBezTo>
                      <a:pt x="293" y="630"/>
                      <a:pt x="162" y="761"/>
                      <a:pt x="0" y="761"/>
                    </a:cubicBezTo>
                    <a:cubicBezTo>
                      <a:pt x="0" y="0"/>
                      <a:pt x="0" y="0"/>
                      <a:pt x="0" y="0"/>
                    </a:cubicBezTo>
                    <a:cubicBezTo>
                      <a:pt x="162" y="0"/>
                      <a:pt x="293" y="307"/>
                      <a:pt x="293" y="468"/>
                    </a:cubicBezTo>
                    <a:close/>
                  </a:path>
                </a:pathLst>
              </a:custGeom>
              <a:solidFill>
                <a:srgbClr val="83B5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0" name="Google Shape;230;p10"/>
              <p:cNvSpPr/>
              <p:nvPr/>
            </p:nvSpPr>
            <p:spPr>
              <a:xfrm>
                <a:off x="3806" y="1938"/>
                <a:ext cx="300" cy="0"/>
              </a:xfrm>
              <a:prstGeom prst="ellipse">
                <a:avLst/>
              </a:prstGeom>
              <a:solidFill>
                <a:srgbClr val="66A0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 name="Google Shape;231;p10"/>
              <p:cNvSpPr/>
              <p:nvPr/>
            </p:nvSpPr>
            <p:spPr>
              <a:xfrm>
                <a:off x="3930" y="1796"/>
                <a:ext cx="7" cy="166"/>
              </a:xfrm>
              <a:custGeom>
                <a:rect b="b" l="l" r="r" t="t"/>
                <a:pathLst>
                  <a:path extrusionOk="0" h="388" w="16">
                    <a:moveTo>
                      <a:pt x="16" y="0"/>
                    </a:moveTo>
                    <a:cubicBezTo>
                      <a:pt x="16" y="388"/>
                      <a:pt x="16" y="388"/>
                      <a:pt x="16" y="388"/>
                    </a:cubicBezTo>
                    <a:cubicBezTo>
                      <a:pt x="0" y="388"/>
                      <a:pt x="0" y="388"/>
                      <a:pt x="0" y="388"/>
                    </a:cubicBezTo>
                    <a:cubicBezTo>
                      <a:pt x="0" y="6"/>
                      <a:pt x="0" y="6"/>
                      <a:pt x="0" y="6"/>
                    </a:cubicBezTo>
                    <a:cubicBezTo>
                      <a:pt x="1" y="5"/>
                      <a:pt x="3" y="4"/>
                      <a:pt x="5" y="3"/>
                    </a:cubicBezTo>
                    <a:cubicBezTo>
                      <a:pt x="6" y="2"/>
                      <a:pt x="8" y="1"/>
                      <a:pt x="10" y="0"/>
                    </a:cubicBezTo>
                    <a:lnTo>
                      <a:pt x="16" y="0"/>
                    </a:lnTo>
                    <a:close/>
                  </a:path>
                </a:pathLst>
              </a:custGeom>
              <a:solidFill>
                <a:srgbClr val="7C69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10"/>
              <p:cNvSpPr/>
              <p:nvPr/>
            </p:nvSpPr>
            <p:spPr>
              <a:xfrm>
                <a:off x="3932" y="1786"/>
                <a:ext cx="17" cy="176"/>
              </a:xfrm>
              <a:custGeom>
                <a:rect b="b" l="l" r="r" t="t"/>
                <a:pathLst>
                  <a:path extrusionOk="0" h="410" w="39">
                    <a:moveTo>
                      <a:pt x="39" y="0"/>
                    </a:moveTo>
                    <a:cubicBezTo>
                      <a:pt x="39" y="410"/>
                      <a:pt x="39" y="410"/>
                      <a:pt x="39" y="410"/>
                    </a:cubicBezTo>
                    <a:cubicBezTo>
                      <a:pt x="0" y="410"/>
                      <a:pt x="0" y="410"/>
                      <a:pt x="0" y="410"/>
                    </a:cubicBezTo>
                    <a:cubicBezTo>
                      <a:pt x="0" y="25"/>
                      <a:pt x="0" y="25"/>
                      <a:pt x="0" y="25"/>
                    </a:cubicBezTo>
                    <a:cubicBezTo>
                      <a:pt x="1" y="24"/>
                      <a:pt x="3" y="23"/>
                      <a:pt x="5" y="22"/>
                    </a:cubicBezTo>
                    <a:cubicBezTo>
                      <a:pt x="18" y="15"/>
                      <a:pt x="29" y="7"/>
                      <a:pt x="39" y="0"/>
                    </a:cubicBezTo>
                    <a:close/>
                  </a:path>
                </a:pathLst>
              </a:custGeom>
              <a:solidFill>
                <a:srgbClr val="6D582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10"/>
              <p:cNvSpPr/>
              <p:nvPr/>
            </p:nvSpPr>
            <p:spPr>
              <a:xfrm>
                <a:off x="3915" y="1797"/>
                <a:ext cx="17" cy="165"/>
              </a:xfrm>
              <a:custGeom>
                <a:rect b="b" l="l" r="r" t="t"/>
                <a:pathLst>
                  <a:path extrusionOk="0" h="385" w="39">
                    <a:moveTo>
                      <a:pt x="39" y="0"/>
                    </a:moveTo>
                    <a:cubicBezTo>
                      <a:pt x="39" y="385"/>
                      <a:pt x="39" y="385"/>
                      <a:pt x="39" y="385"/>
                    </a:cubicBezTo>
                    <a:cubicBezTo>
                      <a:pt x="0" y="385"/>
                      <a:pt x="0" y="385"/>
                      <a:pt x="0" y="385"/>
                    </a:cubicBezTo>
                    <a:cubicBezTo>
                      <a:pt x="0" y="19"/>
                      <a:pt x="0" y="19"/>
                      <a:pt x="0" y="19"/>
                    </a:cubicBezTo>
                    <a:cubicBezTo>
                      <a:pt x="12" y="14"/>
                      <a:pt x="23" y="9"/>
                      <a:pt x="34" y="3"/>
                    </a:cubicBezTo>
                    <a:cubicBezTo>
                      <a:pt x="35" y="2"/>
                      <a:pt x="37" y="1"/>
                      <a:pt x="39" y="0"/>
                    </a:cubicBezTo>
                    <a:close/>
                  </a:path>
                </a:pathLst>
              </a:custGeom>
              <a:solidFill>
                <a:srgbClr val="7C69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10"/>
              <p:cNvSpPr/>
              <p:nvPr/>
            </p:nvSpPr>
            <p:spPr>
              <a:xfrm>
                <a:off x="3864" y="1804"/>
                <a:ext cx="60" cy="31"/>
              </a:xfrm>
              <a:custGeom>
                <a:rect b="b" l="l" r="r" t="t"/>
                <a:pathLst>
                  <a:path extrusionOk="0" h="72" w="140">
                    <a:moveTo>
                      <a:pt x="140" y="30"/>
                    </a:moveTo>
                    <a:cubicBezTo>
                      <a:pt x="128" y="31"/>
                      <a:pt x="116" y="31"/>
                      <a:pt x="103" y="30"/>
                    </a:cubicBezTo>
                    <a:cubicBezTo>
                      <a:pt x="91" y="30"/>
                      <a:pt x="79" y="29"/>
                      <a:pt x="67" y="28"/>
                    </a:cubicBezTo>
                    <a:cubicBezTo>
                      <a:pt x="54" y="26"/>
                      <a:pt x="42" y="24"/>
                      <a:pt x="31" y="20"/>
                    </a:cubicBezTo>
                    <a:cubicBezTo>
                      <a:pt x="19" y="16"/>
                      <a:pt x="8" y="10"/>
                      <a:pt x="0" y="0"/>
                    </a:cubicBezTo>
                    <a:cubicBezTo>
                      <a:pt x="4" y="12"/>
                      <a:pt x="15" y="22"/>
                      <a:pt x="26" y="29"/>
                    </a:cubicBezTo>
                    <a:cubicBezTo>
                      <a:pt x="37" y="37"/>
                      <a:pt x="49" y="43"/>
                      <a:pt x="61" y="48"/>
                    </a:cubicBezTo>
                    <a:cubicBezTo>
                      <a:pt x="73" y="54"/>
                      <a:pt x="85" y="58"/>
                      <a:pt x="98" y="62"/>
                    </a:cubicBezTo>
                    <a:cubicBezTo>
                      <a:pt x="111" y="66"/>
                      <a:pt x="123" y="69"/>
                      <a:pt x="137" y="72"/>
                    </a:cubicBezTo>
                    <a:lnTo>
                      <a:pt x="140" y="30"/>
                    </a:lnTo>
                    <a:close/>
                  </a:path>
                </a:pathLst>
              </a:custGeom>
              <a:solidFill>
                <a:srgbClr val="7C69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235" name="Google Shape;235;p10"/>
            <p:cNvPicPr preferRelativeResize="0"/>
            <p:nvPr/>
          </p:nvPicPr>
          <p:blipFill rotWithShape="1">
            <a:blip r:embed="rId3">
              <a:alphaModFix/>
            </a:blip>
            <a:srcRect b="0" l="0" r="0" t="0"/>
            <a:stretch/>
          </p:blipFill>
          <p:spPr>
            <a:xfrm>
              <a:off x="6294295" y="1973214"/>
              <a:ext cx="725977" cy="1316174"/>
            </a:xfrm>
            <a:prstGeom prst="rect">
              <a:avLst/>
            </a:prstGeom>
            <a:noFill/>
            <a:ln>
              <a:noFill/>
            </a:ln>
          </p:spPr>
        </p:pic>
      </p:grpSp>
      <p:grpSp>
        <p:nvGrpSpPr>
          <p:cNvPr id="236" name="Google Shape;236;p10"/>
          <p:cNvGrpSpPr/>
          <p:nvPr/>
        </p:nvGrpSpPr>
        <p:grpSpPr>
          <a:xfrm>
            <a:off x="6732240" y="763709"/>
            <a:ext cx="1493535" cy="2334243"/>
            <a:chOff x="3698" y="307"/>
            <a:chExt cx="1680" cy="2625"/>
          </a:xfrm>
        </p:grpSpPr>
        <p:sp>
          <p:nvSpPr>
            <p:cNvPr id="237" name="Google Shape;237;p10"/>
            <p:cNvSpPr/>
            <p:nvPr/>
          </p:nvSpPr>
          <p:spPr>
            <a:xfrm>
              <a:off x="4398" y="1322"/>
              <a:ext cx="73" cy="1610"/>
            </a:xfrm>
            <a:custGeom>
              <a:rect b="b" l="l" r="r" t="t"/>
              <a:pathLst>
                <a:path extrusionOk="0" h="1610" w="73">
                  <a:moveTo>
                    <a:pt x="73" y="0"/>
                  </a:moveTo>
                  <a:lnTo>
                    <a:pt x="73" y="1610"/>
                  </a:lnTo>
                  <a:lnTo>
                    <a:pt x="0" y="1610"/>
                  </a:lnTo>
                  <a:lnTo>
                    <a:pt x="46" y="0"/>
                  </a:lnTo>
                  <a:lnTo>
                    <a:pt x="73" y="0"/>
                  </a:lnTo>
                  <a:close/>
                </a:path>
              </a:pathLst>
            </a:custGeom>
            <a:solidFill>
              <a:srgbClr val="AED6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 name="Google Shape;238;p10"/>
            <p:cNvSpPr/>
            <p:nvPr/>
          </p:nvSpPr>
          <p:spPr>
            <a:xfrm>
              <a:off x="4461" y="1322"/>
              <a:ext cx="73" cy="1610"/>
            </a:xfrm>
            <a:custGeom>
              <a:rect b="b" l="l" r="r" t="t"/>
              <a:pathLst>
                <a:path extrusionOk="0" h="1610" w="73">
                  <a:moveTo>
                    <a:pt x="73" y="1610"/>
                  </a:moveTo>
                  <a:lnTo>
                    <a:pt x="0" y="1610"/>
                  </a:lnTo>
                  <a:lnTo>
                    <a:pt x="0" y="0"/>
                  </a:lnTo>
                  <a:lnTo>
                    <a:pt x="27" y="0"/>
                  </a:lnTo>
                  <a:lnTo>
                    <a:pt x="73" y="1610"/>
                  </a:lnTo>
                  <a:close/>
                </a:path>
              </a:pathLst>
            </a:custGeom>
            <a:solidFill>
              <a:srgbClr val="72B25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 name="Google Shape;239;p10"/>
            <p:cNvSpPr/>
            <p:nvPr/>
          </p:nvSpPr>
          <p:spPr>
            <a:xfrm>
              <a:off x="4488" y="1362"/>
              <a:ext cx="885" cy="424"/>
            </a:xfrm>
            <a:custGeom>
              <a:rect b="b" l="l" r="r" t="t"/>
              <a:pathLst>
                <a:path extrusionOk="0" h="424" w="885">
                  <a:moveTo>
                    <a:pt x="882" y="424"/>
                  </a:moveTo>
                  <a:lnTo>
                    <a:pt x="0" y="24"/>
                  </a:lnTo>
                  <a:lnTo>
                    <a:pt x="13" y="0"/>
                  </a:lnTo>
                  <a:lnTo>
                    <a:pt x="885" y="394"/>
                  </a:lnTo>
                  <a:lnTo>
                    <a:pt x="882" y="424"/>
                  </a:lnTo>
                  <a:close/>
                </a:path>
              </a:pathLst>
            </a:custGeom>
            <a:solidFill>
              <a:srgbClr val="66A0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 name="Google Shape;240;p10"/>
            <p:cNvSpPr/>
            <p:nvPr/>
          </p:nvSpPr>
          <p:spPr>
            <a:xfrm>
              <a:off x="4501" y="1267"/>
              <a:ext cx="877" cy="489"/>
            </a:xfrm>
            <a:custGeom>
              <a:rect b="b" l="l" r="r" t="t"/>
              <a:pathLst>
                <a:path extrusionOk="0" h="268" w="479">
                  <a:moveTo>
                    <a:pt x="477" y="268"/>
                  </a:moveTo>
                  <a:cubicBezTo>
                    <a:pt x="0" y="52"/>
                    <a:pt x="0" y="52"/>
                    <a:pt x="0" y="52"/>
                  </a:cubicBezTo>
                  <a:cubicBezTo>
                    <a:pt x="15" y="25"/>
                    <a:pt x="15" y="25"/>
                    <a:pt x="15" y="25"/>
                  </a:cubicBezTo>
                  <a:cubicBezTo>
                    <a:pt x="37" y="36"/>
                    <a:pt x="120" y="0"/>
                    <a:pt x="120" y="0"/>
                  </a:cubicBezTo>
                  <a:cubicBezTo>
                    <a:pt x="479" y="240"/>
                    <a:pt x="479" y="240"/>
                    <a:pt x="479" y="240"/>
                  </a:cubicBezTo>
                  <a:lnTo>
                    <a:pt x="477" y="268"/>
                  </a:lnTo>
                  <a:close/>
                </a:path>
              </a:pathLst>
            </a:custGeom>
            <a:solidFill>
              <a:srgbClr val="AED6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 name="Google Shape;241;p10"/>
            <p:cNvSpPr/>
            <p:nvPr/>
          </p:nvSpPr>
          <p:spPr>
            <a:xfrm>
              <a:off x="4373" y="307"/>
              <a:ext cx="139" cy="962"/>
            </a:xfrm>
            <a:custGeom>
              <a:rect b="b" l="l" r="r" t="t"/>
              <a:pathLst>
                <a:path extrusionOk="0" h="962" w="139">
                  <a:moveTo>
                    <a:pt x="25" y="0"/>
                  </a:moveTo>
                  <a:lnTo>
                    <a:pt x="139" y="962"/>
                  </a:lnTo>
                  <a:lnTo>
                    <a:pt x="109" y="962"/>
                  </a:lnTo>
                  <a:lnTo>
                    <a:pt x="0" y="14"/>
                  </a:lnTo>
                  <a:lnTo>
                    <a:pt x="25" y="0"/>
                  </a:lnTo>
                  <a:close/>
                </a:path>
              </a:pathLst>
            </a:custGeom>
            <a:solidFill>
              <a:srgbClr val="66A0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 name="Google Shape;242;p10"/>
            <p:cNvSpPr/>
            <p:nvPr/>
          </p:nvSpPr>
          <p:spPr>
            <a:xfrm>
              <a:off x="4289" y="321"/>
              <a:ext cx="193" cy="952"/>
            </a:xfrm>
            <a:custGeom>
              <a:rect b="b" l="l" r="r" t="t"/>
              <a:pathLst>
                <a:path extrusionOk="0" h="521" w="106">
                  <a:moveTo>
                    <a:pt x="46" y="0"/>
                  </a:moveTo>
                  <a:cubicBezTo>
                    <a:pt x="106" y="519"/>
                    <a:pt x="106" y="519"/>
                    <a:pt x="106" y="519"/>
                  </a:cubicBezTo>
                  <a:cubicBezTo>
                    <a:pt x="75" y="521"/>
                    <a:pt x="75" y="521"/>
                    <a:pt x="75" y="521"/>
                  </a:cubicBezTo>
                  <a:cubicBezTo>
                    <a:pt x="74" y="496"/>
                    <a:pt x="0" y="443"/>
                    <a:pt x="0" y="443"/>
                  </a:cubicBezTo>
                  <a:cubicBezTo>
                    <a:pt x="21" y="12"/>
                    <a:pt x="21" y="12"/>
                    <a:pt x="21" y="12"/>
                  </a:cubicBezTo>
                  <a:lnTo>
                    <a:pt x="46" y="0"/>
                  </a:lnTo>
                  <a:close/>
                </a:path>
              </a:pathLst>
            </a:custGeom>
            <a:solidFill>
              <a:srgbClr val="AED6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10"/>
            <p:cNvSpPr/>
            <p:nvPr/>
          </p:nvSpPr>
          <p:spPr>
            <a:xfrm>
              <a:off x="3698" y="1316"/>
              <a:ext cx="717" cy="685"/>
            </a:xfrm>
            <a:custGeom>
              <a:rect b="b" l="l" r="r" t="t"/>
              <a:pathLst>
                <a:path extrusionOk="0" h="685" w="717">
                  <a:moveTo>
                    <a:pt x="0" y="671"/>
                  </a:moveTo>
                  <a:lnTo>
                    <a:pt x="699" y="0"/>
                  </a:lnTo>
                  <a:lnTo>
                    <a:pt x="717" y="22"/>
                  </a:lnTo>
                  <a:lnTo>
                    <a:pt x="27" y="685"/>
                  </a:lnTo>
                  <a:lnTo>
                    <a:pt x="0" y="671"/>
                  </a:lnTo>
                  <a:close/>
                </a:path>
              </a:pathLst>
            </a:custGeom>
            <a:solidFill>
              <a:srgbClr val="66A0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 name="Google Shape;244;p10"/>
            <p:cNvSpPr/>
            <p:nvPr/>
          </p:nvSpPr>
          <p:spPr>
            <a:xfrm>
              <a:off x="3725" y="1338"/>
              <a:ext cx="726" cy="685"/>
            </a:xfrm>
            <a:custGeom>
              <a:rect b="b" l="l" r="r" t="t"/>
              <a:pathLst>
                <a:path extrusionOk="0" h="375" w="397">
                  <a:moveTo>
                    <a:pt x="0" y="363"/>
                  </a:moveTo>
                  <a:cubicBezTo>
                    <a:pt x="377" y="0"/>
                    <a:pt x="377" y="0"/>
                    <a:pt x="377" y="0"/>
                  </a:cubicBezTo>
                  <a:cubicBezTo>
                    <a:pt x="397" y="24"/>
                    <a:pt x="397" y="24"/>
                    <a:pt x="397" y="24"/>
                  </a:cubicBezTo>
                  <a:cubicBezTo>
                    <a:pt x="378" y="40"/>
                    <a:pt x="381" y="130"/>
                    <a:pt x="381" y="130"/>
                  </a:cubicBezTo>
                  <a:cubicBezTo>
                    <a:pt x="25" y="375"/>
                    <a:pt x="25" y="375"/>
                    <a:pt x="25" y="375"/>
                  </a:cubicBezTo>
                  <a:lnTo>
                    <a:pt x="0" y="363"/>
                  </a:lnTo>
                  <a:close/>
                </a:path>
              </a:pathLst>
            </a:custGeom>
            <a:solidFill>
              <a:srgbClr val="AED6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 name="Google Shape;245;p10"/>
            <p:cNvSpPr/>
            <p:nvPr/>
          </p:nvSpPr>
          <p:spPr>
            <a:xfrm>
              <a:off x="4389" y="1245"/>
              <a:ext cx="154" cy="152"/>
            </a:xfrm>
            <a:custGeom>
              <a:rect b="b" l="l" r="r" t="t"/>
              <a:pathLst>
                <a:path extrusionOk="0" h="83" w="84">
                  <a:moveTo>
                    <a:pt x="39" y="81"/>
                  </a:moveTo>
                  <a:cubicBezTo>
                    <a:pt x="17" y="79"/>
                    <a:pt x="0" y="60"/>
                    <a:pt x="2" y="38"/>
                  </a:cubicBezTo>
                  <a:cubicBezTo>
                    <a:pt x="4" y="16"/>
                    <a:pt x="23" y="0"/>
                    <a:pt x="45" y="1"/>
                  </a:cubicBezTo>
                  <a:cubicBezTo>
                    <a:pt x="67" y="3"/>
                    <a:pt x="84" y="22"/>
                    <a:pt x="82" y="44"/>
                  </a:cubicBezTo>
                  <a:cubicBezTo>
                    <a:pt x="80" y="66"/>
                    <a:pt x="61" y="83"/>
                    <a:pt x="39" y="81"/>
                  </a:cubicBezTo>
                  <a:close/>
                </a:path>
              </a:pathLst>
            </a:custGeom>
            <a:solidFill>
              <a:srgbClr val="D3E7E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 name="Google Shape;246;p10"/>
            <p:cNvSpPr/>
            <p:nvPr/>
          </p:nvSpPr>
          <p:spPr>
            <a:xfrm>
              <a:off x="4439" y="1295"/>
              <a:ext cx="54" cy="53"/>
            </a:xfrm>
            <a:custGeom>
              <a:rect b="b" l="l" r="r" t="t"/>
              <a:pathLst>
                <a:path extrusionOk="0" h="29" w="30">
                  <a:moveTo>
                    <a:pt x="14" y="28"/>
                  </a:moveTo>
                  <a:cubicBezTo>
                    <a:pt x="6" y="28"/>
                    <a:pt x="0" y="21"/>
                    <a:pt x="1" y="13"/>
                  </a:cubicBezTo>
                  <a:cubicBezTo>
                    <a:pt x="2" y="5"/>
                    <a:pt x="8" y="0"/>
                    <a:pt x="16" y="0"/>
                  </a:cubicBezTo>
                  <a:cubicBezTo>
                    <a:pt x="24" y="1"/>
                    <a:pt x="30" y="8"/>
                    <a:pt x="29" y="15"/>
                  </a:cubicBezTo>
                  <a:cubicBezTo>
                    <a:pt x="29" y="23"/>
                    <a:pt x="22" y="29"/>
                    <a:pt x="14" y="28"/>
                  </a:cubicBezTo>
                  <a:close/>
                </a:path>
              </a:pathLst>
            </a:custGeom>
            <a:solidFill>
              <a:srgbClr val="AED6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47" name="Google Shape;247;p10"/>
          <p:cNvSpPr txBox="1"/>
          <p:nvPr>
            <p:ph idx="1" type="body"/>
          </p:nvPr>
        </p:nvSpPr>
        <p:spPr>
          <a:xfrm>
            <a:off x="1465390" y="3435846"/>
            <a:ext cx="725700" cy="365100"/>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Clr>
                <a:srgbClr val="5A8E50"/>
              </a:buClr>
              <a:buSzPts val="2000"/>
              <a:buNone/>
              <a:defRPr b="0" sz="2000">
                <a:solidFill>
                  <a:srgbClr val="5A8E50"/>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8" name="Google Shape;248;p10"/>
          <p:cNvSpPr txBox="1"/>
          <p:nvPr>
            <p:ph idx="2" type="body"/>
          </p:nvPr>
        </p:nvSpPr>
        <p:spPr>
          <a:xfrm>
            <a:off x="3284034" y="3435846"/>
            <a:ext cx="725700" cy="365100"/>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Clr>
                <a:srgbClr val="5A8E50"/>
              </a:buClr>
              <a:buSzPts val="2000"/>
              <a:buNone/>
              <a:defRPr b="0" sz="2000">
                <a:solidFill>
                  <a:srgbClr val="5A8E50"/>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9" name="Google Shape;249;p10"/>
          <p:cNvSpPr txBox="1"/>
          <p:nvPr>
            <p:ph idx="3" type="body"/>
          </p:nvPr>
        </p:nvSpPr>
        <p:spPr>
          <a:xfrm>
            <a:off x="5156242" y="3435846"/>
            <a:ext cx="725700" cy="365100"/>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Clr>
                <a:srgbClr val="5A8E50"/>
              </a:buClr>
              <a:buSzPts val="2000"/>
              <a:buNone/>
              <a:defRPr b="0" sz="2000">
                <a:solidFill>
                  <a:srgbClr val="5A8E50"/>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0" name="Google Shape;250;p10"/>
          <p:cNvSpPr txBox="1"/>
          <p:nvPr>
            <p:ph idx="4" type="body"/>
          </p:nvPr>
        </p:nvSpPr>
        <p:spPr>
          <a:xfrm>
            <a:off x="6969694" y="3435846"/>
            <a:ext cx="725700" cy="365100"/>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Clr>
                <a:srgbClr val="5A8E50"/>
              </a:buClr>
              <a:buSzPts val="2000"/>
              <a:buNone/>
              <a:defRPr b="0" sz="2000">
                <a:solidFill>
                  <a:srgbClr val="5A8E50"/>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1" name="Google Shape;251;p10"/>
          <p:cNvSpPr txBox="1"/>
          <p:nvPr>
            <p:ph idx="5" type="body"/>
          </p:nvPr>
        </p:nvSpPr>
        <p:spPr>
          <a:xfrm>
            <a:off x="1041009" y="3723878"/>
            <a:ext cx="1574400" cy="698700"/>
          </a:xfrm>
          <a:prstGeom prst="rect">
            <a:avLst/>
          </a:prstGeom>
          <a:noFill/>
          <a:ln>
            <a:noFill/>
          </a:ln>
        </p:spPr>
        <p:txBody>
          <a:bodyPr anchorCtr="0" anchor="t" bIns="45700" lIns="91425" spcFirstLastPara="1" rIns="91425" wrap="square" tIns="45700">
            <a:noAutofit/>
          </a:bodyPr>
          <a:lstStyle>
            <a:lvl1pPr indent="-228600" lvl="0" marL="457200" algn="ctr">
              <a:spcBef>
                <a:spcPts val="360"/>
              </a:spcBef>
              <a:spcAft>
                <a:spcPts val="0"/>
              </a:spcAft>
              <a:buClr>
                <a:schemeClr val="accent5"/>
              </a:buClr>
              <a:buSzPts val="1800"/>
              <a:buNone/>
              <a:defRPr sz="18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2" name="Google Shape;252;p10"/>
          <p:cNvSpPr txBox="1"/>
          <p:nvPr>
            <p:ph idx="6" type="body"/>
          </p:nvPr>
        </p:nvSpPr>
        <p:spPr>
          <a:xfrm>
            <a:off x="2859653" y="3723878"/>
            <a:ext cx="1574400" cy="698700"/>
          </a:xfrm>
          <a:prstGeom prst="rect">
            <a:avLst/>
          </a:prstGeom>
          <a:noFill/>
          <a:ln>
            <a:noFill/>
          </a:ln>
        </p:spPr>
        <p:txBody>
          <a:bodyPr anchorCtr="0" anchor="t" bIns="45700" lIns="91425" spcFirstLastPara="1" rIns="91425" wrap="square" tIns="45700">
            <a:noAutofit/>
          </a:bodyPr>
          <a:lstStyle>
            <a:lvl1pPr indent="-228600" lvl="0" marL="457200" algn="ctr">
              <a:spcBef>
                <a:spcPts val="360"/>
              </a:spcBef>
              <a:spcAft>
                <a:spcPts val="0"/>
              </a:spcAft>
              <a:buClr>
                <a:schemeClr val="accent5"/>
              </a:buClr>
              <a:buSzPts val="1800"/>
              <a:buNone/>
              <a:defRPr sz="18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3" name="Google Shape;253;p10"/>
          <p:cNvSpPr txBox="1"/>
          <p:nvPr>
            <p:ph idx="7" type="body"/>
          </p:nvPr>
        </p:nvSpPr>
        <p:spPr>
          <a:xfrm>
            <a:off x="4731861" y="3723878"/>
            <a:ext cx="1574400" cy="698700"/>
          </a:xfrm>
          <a:prstGeom prst="rect">
            <a:avLst/>
          </a:prstGeom>
          <a:noFill/>
          <a:ln>
            <a:noFill/>
          </a:ln>
        </p:spPr>
        <p:txBody>
          <a:bodyPr anchorCtr="0" anchor="t" bIns="45700" lIns="91425" spcFirstLastPara="1" rIns="91425" wrap="square" tIns="45700">
            <a:noAutofit/>
          </a:bodyPr>
          <a:lstStyle>
            <a:lvl1pPr indent="-228600" lvl="0" marL="457200" algn="ctr">
              <a:spcBef>
                <a:spcPts val="360"/>
              </a:spcBef>
              <a:spcAft>
                <a:spcPts val="0"/>
              </a:spcAft>
              <a:buClr>
                <a:schemeClr val="accent5"/>
              </a:buClr>
              <a:buSzPts val="1800"/>
              <a:buNone/>
              <a:defRPr sz="18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4" name="Google Shape;254;p10"/>
          <p:cNvSpPr txBox="1"/>
          <p:nvPr>
            <p:ph idx="8" type="body"/>
          </p:nvPr>
        </p:nvSpPr>
        <p:spPr>
          <a:xfrm>
            <a:off x="6545313" y="3723878"/>
            <a:ext cx="1574400" cy="698700"/>
          </a:xfrm>
          <a:prstGeom prst="rect">
            <a:avLst/>
          </a:prstGeom>
          <a:noFill/>
          <a:ln>
            <a:noFill/>
          </a:ln>
        </p:spPr>
        <p:txBody>
          <a:bodyPr anchorCtr="0" anchor="t" bIns="45700" lIns="91425" spcFirstLastPara="1" rIns="91425" wrap="square" tIns="45700">
            <a:noAutofit/>
          </a:bodyPr>
          <a:lstStyle>
            <a:lvl1pPr indent="-228600" lvl="0" marL="457200" algn="ctr">
              <a:spcBef>
                <a:spcPts val="360"/>
              </a:spcBef>
              <a:spcAft>
                <a:spcPts val="0"/>
              </a:spcAft>
              <a:buClr>
                <a:schemeClr val="accent5"/>
              </a:buClr>
              <a:buSzPts val="1800"/>
              <a:buNone/>
              <a:defRPr sz="18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5" name="Google Shape;255;p10"/>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Calibri"/>
              <a:buNone/>
              <a:defRPr sz="4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6" name="Google Shape;256;p10"/>
          <p:cNvSpPr txBox="1"/>
          <p:nvPr>
            <p:ph idx="9" type="body"/>
          </p:nvPr>
        </p:nvSpPr>
        <p:spPr>
          <a:xfrm>
            <a:off x="468313" y="771550"/>
            <a:ext cx="8207400" cy="503700"/>
          </a:xfrm>
          <a:prstGeom prst="rect">
            <a:avLst/>
          </a:prstGeom>
          <a:noFill/>
          <a:ln>
            <a:noFill/>
          </a:ln>
        </p:spPr>
        <p:txBody>
          <a:bodyPr anchorCtr="0" anchor="t" bIns="45700" lIns="91425" spcFirstLastPara="1" rIns="91425" wrap="square" tIns="45700">
            <a:noAutofit/>
          </a:bodyPr>
          <a:lstStyle>
            <a:lvl1pPr indent="-228600" lvl="0" marL="457200" algn="l">
              <a:spcBef>
                <a:spcPts val="540"/>
              </a:spcBef>
              <a:spcAft>
                <a:spcPts val="0"/>
              </a:spcAft>
              <a:buClr>
                <a:schemeClr val="accent5"/>
              </a:buClr>
              <a:buSzPts val="2700"/>
              <a:buNone/>
              <a:defRPr sz="27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orld Map Infographic">
  <p:cSld name="World Map Infographic">
    <p:spTree>
      <p:nvGrpSpPr>
        <p:cNvPr id="257" name="Shape 257"/>
        <p:cNvGrpSpPr/>
        <p:nvPr/>
      </p:nvGrpSpPr>
      <p:grpSpPr>
        <a:xfrm>
          <a:off x="0" y="0"/>
          <a:ext cx="0" cy="0"/>
          <a:chOff x="0" y="0"/>
          <a:chExt cx="0" cy="0"/>
        </a:xfrm>
      </p:grpSpPr>
      <p:sp>
        <p:nvSpPr>
          <p:cNvPr id="258" name="Google Shape;258;p11"/>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9" name="Google Shape;259;p11"/>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0" name="Google Shape;260;p11"/>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sp>
        <p:nvSpPr>
          <p:cNvPr id="261" name="Google Shape;261;p11"/>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Calibri"/>
              <a:buNone/>
              <a:defRPr sz="4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2" name="Google Shape;262;p11"/>
          <p:cNvSpPr txBox="1"/>
          <p:nvPr>
            <p:ph idx="1" type="body"/>
          </p:nvPr>
        </p:nvSpPr>
        <p:spPr>
          <a:xfrm>
            <a:off x="468313" y="771550"/>
            <a:ext cx="8207400" cy="503700"/>
          </a:xfrm>
          <a:prstGeom prst="rect">
            <a:avLst/>
          </a:prstGeom>
          <a:noFill/>
          <a:ln>
            <a:noFill/>
          </a:ln>
        </p:spPr>
        <p:txBody>
          <a:bodyPr anchorCtr="0" anchor="t" bIns="45700" lIns="91425" spcFirstLastPara="1" rIns="91425" wrap="square" tIns="45700">
            <a:noAutofit/>
          </a:bodyPr>
          <a:lstStyle>
            <a:lvl1pPr indent="-228600" lvl="0" marL="457200" algn="l">
              <a:spcBef>
                <a:spcPts val="540"/>
              </a:spcBef>
              <a:spcAft>
                <a:spcPts val="0"/>
              </a:spcAft>
              <a:buClr>
                <a:schemeClr val="accent5"/>
              </a:buClr>
              <a:buSzPts val="2700"/>
              <a:buNone/>
              <a:defRPr sz="27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263" name="Google Shape;263;p11"/>
          <p:cNvGrpSpPr/>
          <p:nvPr/>
        </p:nvGrpSpPr>
        <p:grpSpPr>
          <a:xfrm>
            <a:off x="522053" y="1693398"/>
            <a:ext cx="6079364" cy="2894606"/>
            <a:chOff x="944" y="669"/>
            <a:chExt cx="3980" cy="1895"/>
          </a:xfrm>
        </p:grpSpPr>
        <p:grpSp>
          <p:nvGrpSpPr>
            <p:cNvPr id="264" name="Google Shape;264;p11"/>
            <p:cNvGrpSpPr/>
            <p:nvPr/>
          </p:nvGrpSpPr>
          <p:grpSpPr>
            <a:xfrm>
              <a:off x="944" y="669"/>
              <a:ext cx="3980" cy="1880"/>
              <a:chOff x="944" y="669"/>
              <a:chExt cx="3980" cy="1880"/>
            </a:xfrm>
          </p:grpSpPr>
          <p:sp>
            <p:nvSpPr>
              <p:cNvPr id="265" name="Google Shape;265;p11"/>
              <p:cNvSpPr/>
              <p:nvPr/>
            </p:nvSpPr>
            <p:spPr>
              <a:xfrm>
                <a:off x="2487" y="672"/>
                <a:ext cx="24" cy="2"/>
              </a:xfrm>
              <a:custGeom>
                <a:rect b="b" l="l" r="r" t="t"/>
                <a:pathLst>
                  <a:path extrusionOk="0" h="1" w="10">
                    <a:moveTo>
                      <a:pt x="0" y="1"/>
                    </a:moveTo>
                    <a:cubicBezTo>
                      <a:pt x="0" y="1"/>
                      <a:pt x="0" y="0"/>
                      <a:pt x="0" y="0"/>
                    </a:cubicBezTo>
                    <a:cubicBezTo>
                      <a:pt x="3" y="0"/>
                      <a:pt x="6" y="0"/>
                      <a:pt x="10" y="0"/>
                    </a:cubicBezTo>
                    <a:cubicBezTo>
                      <a:pt x="10" y="0"/>
                      <a:pt x="10" y="1"/>
                      <a:pt x="10" y="1"/>
                    </a:cubicBezTo>
                    <a:cubicBezTo>
                      <a:pt x="6" y="1"/>
                      <a:pt x="3" y="1"/>
                      <a:pt x="0" y="1"/>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66" name="Google Shape;266;p11"/>
              <p:cNvSpPr/>
              <p:nvPr/>
            </p:nvSpPr>
            <p:spPr>
              <a:xfrm>
                <a:off x="2146" y="731"/>
                <a:ext cx="45" cy="9"/>
              </a:xfrm>
              <a:custGeom>
                <a:rect b="b" l="l" r="r" t="t"/>
                <a:pathLst>
                  <a:path extrusionOk="0" h="4" w="19">
                    <a:moveTo>
                      <a:pt x="6" y="3"/>
                    </a:moveTo>
                    <a:cubicBezTo>
                      <a:pt x="7" y="1"/>
                      <a:pt x="0" y="2"/>
                      <a:pt x="4" y="1"/>
                    </a:cubicBezTo>
                    <a:cubicBezTo>
                      <a:pt x="9" y="1"/>
                      <a:pt x="14" y="1"/>
                      <a:pt x="19" y="1"/>
                    </a:cubicBezTo>
                    <a:cubicBezTo>
                      <a:pt x="17" y="4"/>
                      <a:pt x="9" y="0"/>
                      <a:pt x="7" y="3"/>
                    </a:cubicBezTo>
                    <a:cubicBezTo>
                      <a:pt x="6" y="3"/>
                      <a:pt x="6" y="3"/>
                      <a:pt x="6" y="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67" name="Google Shape;267;p11"/>
              <p:cNvSpPr/>
              <p:nvPr/>
            </p:nvSpPr>
            <p:spPr>
              <a:xfrm>
                <a:off x="3001" y="811"/>
                <a:ext cx="23" cy="10"/>
              </a:xfrm>
              <a:custGeom>
                <a:rect b="b" l="l" r="r" t="t"/>
                <a:pathLst>
                  <a:path extrusionOk="0" h="4" w="10">
                    <a:moveTo>
                      <a:pt x="10" y="2"/>
                    </a:moveTo>
                    <a:cubicBezTo>
                      <a:pt x="7" y="2"/>
                      <a:pt x="1" y="4"/>
                      <a:pt x="0" y="1"/>
                    </a:cubicBezTo>
                    <a:cubicBezTo>
                      <a:pt x="3" y="2"/>
                      <a:pt x="8" y="0"/>
                      <a:pt x="10" y="2"/>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68" name="Google Shape;268;p11"/>
              <p:cNvSpPr/>
              <p:nvPr/>
            </p:nvSpPr>
            <p:spPr>
              <a:xfrm>
                <a:off x="3304" y="1186"/>
                <a:ext cx="9" cy="26"/>
              </a:xfrm>
              <a:custGeom>
                <a:rect b="b" l="l" r="r" t="t"/>
                <a:pathLst>
                  <a:path extrusionOk="0" h="11" w="4">
                    <a:moveTo>
                      <a:pt x="2" y="4"/>
                    </a:moveTo>
                    <a:cubicBezTo>
                      <a:pt x="2" y="2"/>
                      <a:pt x="1" y="0"/>
                      <a:pt x="3" y="0"/>
                    </a:cubicBezTo>
                    <a:cubicBezTo>
                      <a:pt x="2" y="2"/>
                      <a:pt x="2" y="5"/>
                      <a:pt x="4" y="6"/>
                    </a:cubicBezTo>
                    <a:cubicBezTo>
                      <a:pt x="1" y="6"/>
                      <a:pt x="3" y="9"/>
                      <a:pt x="3" y="11"/>
                    </a:cubicBezTo>
                    <a:cubicBezTo>
                      <a:pt x="0" y="10"/>
                      <a:pt x="2" y="6"/>
                      <a:pt x="2" y="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69" name="Google Shape;269;p11"/>
              <p:cNvSpPr/>
              <p:nvPr/>
            </p:nvSpPr>
            <p:spPr>
              <a:xfrm>
                <a:off x="1266" y="1212"/>
                <a:ext cx="10" cy="24"/>
              </a:xfrm>
              <a:custGeom>
                <a:rect b="b" l="l" r="r" t="t"/>
                <a:pathLst>
                  <a:path extrusionOk="0" h="10" w="4">
                    <a:moveTo>
                      <a:pt x="1" y="10"/>
                    </a:moveTo>
                    <a:cubicBezTo>
                      <a:pt x="2" y="7"/>
                      <a:pt x="0" y="2"/>
                      <a:pt x="2" y="0"/>
                    </a:cubicBezTo>
                    <a:cubicBezTo>
                      <a:pt x="2" y="3"/>
                      <a:pt x="4" y="9"/>
                      <a:pt x="1" y="1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70" name="Google Shape;270;p11"/>
              <p:cNvSpPr/>
              <p:nvPr/>
            </p:nvSpPr>
            <p:spPr>
              <a:xfrm>
                <a:off x="3112" y="1912"/>
                <a:ext cx="7" cy="40"/>
              </a:xfrm>
              <a:custGeom>
                <a:rect b="b" l="l" r="r" t="t"/>
                <a:pathLst>
                  <a:path extrusionOk="0" h="17" w="3">
                    <a:moveTo>
                      <a:pt x="3" y="2"/>
                    </a:moveTo>
                    <a:cubicBezTo>
                      <a:pt x="1" y="5"/>
                      <a:pt x="3" y="13"/>
                      <a:pt x="2" y="17"/>
                    </a:cubicBezTo>
                    <a:cubicBezTo>
                      <a:pt x="1" y="15"/>
                      <a:pt x="0" y="0"/>
                      <a:pt x="3" y="2"/>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71" name="Google Shape;271;p11"/>
              <p:cNvSpPr/>
              <p:nvPr/>
            </p:nvSpPr>
            <p:spPr>
              <a:xfrm>
                <a:off x="1836" y="2066"/>
                <a:ext cx="3" cy="28"/>
              </a:xfrm>
              <a:custGeom>
                <a:rect b="b" l="l" r="r" t="t"/>
                <a:pathLst>
                  <a:path extrusionOk="0" h="12" w="1">
                    <a:moveTo>
                      <a:pt x="0" y="0"/>
                    </a:moveTo>
                    <a:cubicBezTo>
                      <a:pt x="1" y="2"/>
                      <a:pt x="1" y="10"/>
                      <a:pt x="0" y="12"/>
                    </a:cubicBezTo>
                    <a:cubicBezTo>
                      <a:pt x="0" y="8"/>
                      <a:pt x="0" y="4"/>
                      <a:pt x="0"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72" name="Google Shape;272;p11"/>
              <p:cNvSpPr/>
              <p:nvPr/>
            </p:nvSpPr>
            <p:spPr>
              <a:xfrm>
                <a:off x="2130" y="1807"/>
                <a:ext cx="16" cy="19"/>
              </a:xfrm>
              <a:custGeom>
                <a:rect b="b" l="l" r="r" t="t"/>
                <a:pathLst>
                  <a:path extrusionOk="0" h="8" w="7">
                    <a:moveTo>
                      <a:pt x="1" y="0"/>
                    </a:moveTo>
                    <a:cubicBezTo>
                      <a:pt x="4" y="1"/>
                      <a:pt x="3" y="4"/>
                      <a:pt x="7" y="3"/>
                    </a:cubicBezTo>
                    <a:cubicBezTo>
                      <a:pt x="7" y="4"/>
                      <a:pt x="4" y="4"/>
                      <a:pt x="4" y="3"/>
                    </a:cubicBezTo>
                    <a:cubicBezTo>
                      <a:pt x="3" y="3"/>
                      <a:pt x="3" y="5"/>
                      <a:pt x="2" y="6"/>
                    </a:cubicBezTo>
                    <a:cubicBezTo>
                      <a:pt x="0" y="8"/>
                      <a:pt x="4" y="1"/>
                      <a:pt x="1"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73" name="Google Shape;273;p11"/>
              <p:cNvSpPr/>
              <p:nvPr/>
            </p:nvSpPr>
            <p:spPr>
              <a:xfrm>
                <a:off x="2080" y="854"/>
                <a:ext cx="12" cy="19"/>
              </a:xfrm>
              <a:custGeom>
                <a:rect b="b" l="l" r="r" t="t"/>
                <a:pathLst>
                  <a:path extrusionOk="0" h="8" w="5">
                    <a:moveTo>
                      <a:pt x="4" y="8"/>
                    </a:moveTo>
                    <a:cubicBezTo>
                      <a:pt x="2" y="7"/>
                      <a:pt x="1" y="6"/>
                      <a:pt x="0" y="4"/>
                    </a:cubicBezTo>
                    <a:cubicBezTo>
                      <a:pt x="1" y="4"/>
                      <a:pt x="3" y="4"/>
                      <a:pt x="4" y="4"/>
                    </a:cubicBezTo>
                    <a:cubicBezTo>
                      <a:pt x="3" y="3"/>
                      <a:pt x="2" y="0"/>
                      <a:pt x="5" y="1"/>
                    </a:cubicBezTo>
                    <a:cubicBezTo>
                      <a:pt x="5" y="1"/>
                      <a:pt x="5" y="1"/>
                      <a:pt x="5" y="2"/>
                    </a:cubicBezTo>
                    <a:cubicBezTo>
                      <a:pt x="4" y="2"/>
                      <a:pt x="4" y="3"/>
                      <a:pt x="5" y="3"/>
                    </a:cubicBezTo>
                    <a:cubicBezTo>
                      <a:pt x="5" y="4"/>
                      <a:pt x="4" y="5"/>
                      <a:pt x="2" y="5"/>
                    </a:cubicBezTo>
                    <a:cubicBezTo>
                      <a:pt x="3" y="6"/>
                      <a:pt x="4" y="7"/>
                      <a:pt x="4" y="8"/>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74" name="Google Shape;274;p11"/>
              <p:cNvSpPr/>
              <p:nvPr/>
            </p:nvSpPr>
            <p:spPr>
              <a:xfrm>
                <a:off x="1862" y="2407"/>
                <a:ext cx="19" cy="14"/>
              </a:xfrm>
              <a:custGeom>
                <a:rect b="b" l="l" r="r" t="t"/>
                <a:pathLst>
                  <a:path extrusionOk="0" h="6" w="8">
                    <a:moveTo>
                      <a:pt x="8" y="3"/>
                    </a:moveTo>
                    <a:cubicBezTo>
                      <a:pt x="7" y="4"/>
                      <a:pt x="7" y="5"/>
                      <a:pt x="7" y="6"/>
                    </a:cubicBezTo>
                    <a:cubicBezTo>
                      <a:pt x="3" y="6"/>
                      <a:pt x="4" y="2"/>
                      <a:pt x="0" y="2"/>
                    </a:cubicBezTo>
                    <a:cubicBezTo>
                      <a:pt x="0" y="0"/>
                      <a:pt x="3" y="1"/>
                      <a:pt x="3" y="0"/>
                    </a:cubicBezTo>
                    <a:cubicBezTo>
                      <a:pt x="6" y="0"/>
                      <a:pt x="1" y="2"/>
                      <a:pt x="5" y="1"/>
                    </a:cubicBezTo>
                    <a:cubicBezTo>
                      <a:pt x="2" y="3"/>
                      <a:pt x="6" y="5"/>
                      <a:pt x="7" y="2"/>
                    </a:cubicBezTo>
                    <a:cubicBezTo>
                      <a:pt x="7" y="2"/>
                      <a:pt x="8" y="3"/>
                      <a:pt x="8" y="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75" name="Google Shape;275;p11"/>
              <p:cNvSpPr/>
              <p:nvPr/>
            </p:nvSpPr>
            <p:spPr>
              <a:xfrm>
                <a:off x="1877" y="2464"/>
                <a:ext cx="16" cy="17"/>
              </a:xfrm>
              <a:custGeom>
                <a:rect b="b" l="l" r="r" t="t"/>
                <a:pathLst>
                  <a:path extrusionOk="0" h="7" w="7">
                    <a:moveTo>
                      <a:pt x="0" y="0"/>
                    </a:moveTo>
                    <a:cubicBezTo>
                      <a:pt x="1" y="1"/>
                      <a:pt x="2" y="2"/>
                      <a:pt x="4" y="1"/>
                    </a:cubicBezTo>
                    <a:cubicBezTo>
                      <a:pt x="3" y="4"/>
                      <a:pt x="7" y="6"/>
                      <a:pt x="4" y="7"/>
                    </a:cubicBezTo>
                    <a:cubicBezTo>
                      <a:pt x="2" y="5"/>
                      <a:pt x="2" y="3"/>
                      <a:pt x="0" y="1"/>
                    </a:cubicBezTo>
                    <a:cubicBezTo>
                      <a:pt x="0" y="1"/>
                      <a:pt x="0" y="1"/>
                      <a:pt x="0"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76" name="Google Shape;276;p11"/>
              <p:cNvSpPr/>
              <p:nvPr/>
            </p:nvSpPr>
            <p:spPr>
              <a:xfrm>
                <a:off x="1986" y="669"/>
                <a:ext cx="664" cy="270"/>
              </a:xfrm>
              <a:custGeom>
                <a:rect b="b" l="l" r="r" t="t"/>
                <a:pathLst>
                  <a:path extrusionOk="0" h="114" w="281">
                    <a:moveTo>
                      <a:pt x="192" y="5"/>
                    </a:moveTo>
                    <a:cubicBezTo>
                      <a:pt x="197" y="5"/>
                      <a:pt x="202" y="0"/>
                      <a:pt x="212" y="2"/>
                    </a:cubicBezTo>
                    <a:cubicBezTo>
                      <a:pt x="215" y="2"/>
                      <a:pt x="218" y="2"/>
                      <a:pt x="222" y="2"/>
                    </a:cubicBezTo>
                    <a:cubicBezTo>
                      <a:pt x="224" y="2"/>
                      <a:pt x="227" y="2"/>
                      <a:pt x="229" y="2"/>
                    </a:cubicBezTo>
                    <a:cubicBezTo>
                      <a:pt x="229" y="3"/>
                      <a:pt x="228" y="3"/>
                      <a:pt x="228" y="4"/>
                    </a:cubicBezTo>
                    <a:cubicBezTo>
                      <a:pt x="231" y="3"/>
                      <a:pt x="235" y="5"/>
                      <a:pt x="236" y="3"/>
                    </a:cubicBezTo>
                    <a:cubicBezTo>
                      <a:pt x="241" y="2"/>
                      <a:pt x="246" y="4"/>
                      <a:pt x="251" y="5"/>
                    </a:cubicBezTo>
                    <a:cubicBezTo>
                      <a:pt x="250" y="5"/>
                      <a:pt x="250" y="6"/>
                      <a:pt x="248" y="6"/>
                    </a:cubicBezTo>
                    <a:cubicBezTo>
                      <a:pt x="245" y="6"/>
                      <a:pt x="242" y="6"/>
                      <a:pt x="239" y="6"/>
                    </a:cubicBezTo>
                    <a:cubicBezTo>
                      <a:pt x="239" y="10"/>
                      <a:pt x="245" y="6"/>
                      <a:pt x="248" y="7"/>
                    </a:cubicBezTo>
                    <a:cubicBezTo>
                      <a:pt x="250" y="7"/>
                      <a:pt x="246" y="8"/>
                      <a:pt x="247" y="10"/>
                    </a:cubicBezTo>
                    <a:cubicBezTo>
                      <a:pt x="257" y="9"/>
                      <a:pt x="271" y="6"/>
                      <a:pt x="281" y="9"/>
                    </a:cubicBezTo>
                    <a:cubicBezTo>
                      <a:pt x="270" y="11"/>
                      <a:pt x="256" y="13"/>
                      <a:pt x="252" y="20"/>
                    </a:cubicBezTo>
                    <a:cubicBezTo>
                      <a:pt x="251" y="16"/>
                      <a:pt x="245" y="23"/>
                      <a:pt x="244" y="24"/>
                    </a:cubicBezTo>
                    <a:cubicBezTo>
                      <a:pt x="245" y="24"/>
                      <a:pt x="246" y="24"/>
                      <a:pt x="247" y="24"/>
                    </a:cubicBezTo>
                    <a:cubicBezTo>
                      <a:pt x="247" y="25"/>
                      <a:pt x="247" y="26"/>
                      <a:pt x="249" y="26"/>
                    </a:cubicBezTo>
                    <a:cubicBezTo>
                      <a:pt x="257" y="24"/>
                      <a:pt x="254" y="30"/>
                      <a:pt x="251" y="31"/>
                    </a:cubicBezTo>
                    <a:cubicBezTo>
                      <a:pt x="252" y="30"/>
                      <a:pt x="242" y="25"/>
                      <a:pt x="241" y="31"/>
                    </a:cubicBezTo>
                    <a:cubicBezTo>
                      <a:pt x="244" y="30"/>
                      <a:pt x="247" y="31"/>
                      <a:pt x="248" y="34"/>
                    </a:cubicBezTo>
                    <a:cubicBezTo>
                      <a:pt x="242" y="36"/>
                      <a:pt x="244" y="36"/>
                      <a:pt x="248" y="39"/>
                    </a:cubicBezTo>
                    <a:cubicBezTo>
                      <a:pt x="243" y="43"/>
                      <a:pt x="236" y="44"/>
                      <a:pt x="230" y="46"/>
                    </a:cubicBezTo>
                    <a:cubicBezTo>
                      <a:pt x="232" y="46"/>
                      <a:pt x="234" y="46"/>
                      <a:pt x="234" y="47"/>
                    </a:cubicBezTo>
                    <a:cubicBezTo>
                      <a:pt x="228" y="52"/>
                      <a:pt x="233" y="52"/>
                      <a:pt x="232" y="60"/>
                    </a:cubicBezTo>
                    <a:cubicBezTo>
                      <a:pt x="227" y="59"/>
                      <a:pt x="223" y="58"/>
                      <a:pt x="219" y="54"/>
                    </a:cubicBezTo>
                    <a:cubicBezTo>
                      <a:pt x="216" y="56"/>
                      <a:pt x="208" y="54"/>
                      <a:pt x="207" y="59"/>
                    </a:cubicBezTo>
                    <a:cubicBezTo>
                      <a:pt x="211" y="58"/>
                      <a:pt x="213" y="56"/>
                      <a:pt x="218" y="56"/>
                    </a:cubicBezTo>
                    <a:cubicBezTo>
                      <a:pt x="218" y="58"/>
                      <a:pt x="217" y="58"/>
                      <a:pt x="216" y="59"/>
                    </a:cubicBezTo>
                    <a:cubicBezTo>
                      <a:pt x="214" y="59"/>
                      <a:pt x="212" y="59"/>
                      <a:pt x="210" y="59"/>
                    </a:cubicBezTo>
                    <a:cubicBezTo>
                      <a:pt x="211" y="62"/>
                      <a:pt x="214" y="59"/>
                      <a:pt x="217" y="60"/>
                    </a:cubicBezTo>
                    <a:cubicBezTo>
                      <a:pt x="220" y="60"/>
                      <a:pt x="226" y="58"/>
                      <a:pt x="227" y="61"/>
                    </a:cubicBezTo>
                    <a:cubicBezTo>
                      <a:pt x="215" y="68"/>
                      <a:pt x="199" y="67"/>
                      <a:pt x="188" y="71"/>
                    </a:cubicBezTo>
                    <a:cubicBezTo>
                      <a:pt x="179" y="74"/>
                      <a:pt x="172" y="82"/>
                      <a:pt x="161" y="84"/>
                    </a:cubicBezTo>
                    <a:cubicBezTo>
                      <a:pt x="160" y="83"/>
                      <a:pt x="161" y="82"/>
                      <a:pt x="161" y="81"/>
                    </a:cubicBezTo>
                    <a:cubicBezTo>
                      <a:pt x="158" y="85"/>
                      <a:pt x="154" y="83"/>
                      <a:pt x="150" y="85"/>
                    </a:cubicBezTo>
                    <a:cubicBezTo>
                      <a:pt x="146" y="91"/>
                      <a:pt x="143" y="97"/>
                      <a:pt x="135" y="99"/>
                    </a:cubicBezTo>
                    <a:cubicBezTo>
                      <a:pt x="133" y="106"/>
                      <a:pt x="130" y="112"/>
                      <a:pt x="123" y="114"/>
                    </a:cubicBezTo>
                    <a:cubicBezTo>
                      <a:pt x="120" y="113"/>
                      <a:pt x="115" y="107"/>
                      <a:pt x="107" y="109"/>
                    </a:cubicBezTo>
                    <a:cubicBezTo>
                      <a:pt x="105" y="102"/>
                      <a:pt x="100" y="92"/>
                      <a:pt x="99" y="80"/>
                    </a:cubicBezTo>
                    <a:cubicBezTo>
                      <a:pt x="103" y="78"/>
                      <a:pt x="102" y="78"/>
                      <a:pt x="101" y="74"/>
                    </a:cubicBezTo>
                    <a:cubicBezTo>
                      <a:pt x="105" y="69"/>
                      <a:pt x="116" y="68"/>
                      <a:pt x="119" y="64"/>
                    </a:cubicBezTo>
                    <a:cubicBezTo>
                      <a:pt x="118" y="60"/>
                      <a:pt x="114" y="60"/>
                      <a:pt x="108" y="58"/>
                    </a:cubicBezTo>
                    <a:cubicBezTo>
                      <a:pt x="112" y="58"/>
                      <a:pt x="116" y="58"/>
                      <a:pt x="120" y="58"/>
                    </a:cubicBezTo>
                    <a:cubicBezTo>
                      <a:pt x="120" y="59"/>
                      <a:pt x="121" y="58"/>
                      <a:pt x="122" y="59"/>
                    </a:cubicBezTo>
                    <a:cubicBezTo>
                      <a:pt x="121" y="55"/>
                      <a:pt x="119" y="53"/>
                      <a:pt x="116" y="52"/>
                    </a:cubicBezTo>
                    <a:cubicBezTo>
                      <a:pt x="116" y="52"/>
                      <a:pt x="116" y="51"/>
                      <a:pt x="116" y="51"/>
                    </a:cubicBezTo>
                    <a:cubicBezTo>
                      <a:pt x="112" y="51"/>
                      <a:pt x="111" y="53"/>
                      <a:pt x="106" y="53"/>
                    </a:cubicBezTo>
                    <a:cubicBezTo>
                      <a:pt x="110" y="50"/>
                      <a:pt x="113" y="48"/>
                      <a:pt x="113" y="45"/>
                    </a:cubicBezTo>
                    <a:cubicBezTo>
                      <a:pt x="113" y="40"/>
                      <a:pt x="109" y="38"/>
                      <a:pt x="109" y="33"/>
                    </a:cubicBezTo>
                    <a:cubicBezTo>
                      <a:pt x="96" y="29"/>
                      <a:pt x="82" y="35"/>
                      <a:pt x="76" y="30"/>
                    </a:cubicBezTo>
                    <a:cubicBezTo>
                      <a:pt x="77" y="30"/>
                      <a:pt x="78" y="30"/>
                      <a:pt x="79" y="30"/>
                    </a:cubicBezTo>
                    <a:cubicBezTo>
                      <a:pt x="82" y="29"/>
                      <a:pt x="76" y="29"/>
                      <a:pt x="75" y="29"/>
                    </a:cubicBezTo>
                    <a:cubicBezTo>
                      <a:pt x="77" y="26"/>
                      <a:pt x="85" y="30"/>
                      <a:pt x="87" y="27"/>
                    </a:cubicBezTo>
                    <a:cubicBezTo>
                      <a:pt x="88" y="27"/>
                      <a:pt x="88" y="26"/>
                      <a:pt x="87" y="26"/>
                    </a:cubicBezTo>
                    <a:cubicBezTo>
                      <a:pt x="79" y="27"/>
                      <a:pt x="76" y="24"/>
                      <a:pt x="71" y="22"/>
                    </a:cubicBezTo>
                    <a:cubicBezTo>
                      <a:pt x="82" y="19"/>
                      <a:pt x="97" y="20"/>
                      <a:pt x="106" y="14"/>
                    </a:cubicBezTo>
                    <a:cubicBezTo>
                      <a:pt x="104" y="14"/>
                      <a:pt x="99" y="16"/>
                      <a:pt x="99" y="13"/>
                    </a:cubicBezTo>
                    <a:cubicBezTo>
                      <a:pt x="107" y="10"/>
                      <a:pt x="121" y="14"/>
                      <a:pt x="126" y="7"/>
                    </a:cubicBezTo>
                    <a:cubicBezTo>
                      <a:pt x="123" y="6"/>
                      <a:pt x="124" y="9"/>
                      <a:pt x="121" y="8"/>
                    </a:cubicBezTo>
                    <a:cubicBezTo>
                      <a:pt x="115" y="7"/>
                      <a:pt x="111" y="8"/>
                      <a:pt x="105" y="9"/>
                    </a:cubicBezTo>
                    <a:cubicBezTo>
                      <a:pt x="105" y="11"/>
                      <a:pt x="110" y="8"/>
                      <a:pt x="109" y="11"/>
                    </a:cubicBezTo>
                    <a:cubicBezTo>
                      <a:pt x="91" y="10"/>
                      <a:pt x="80" y="17"/>
                      <a:pt x="63" y="19"/>
                    </a:cubicBezTo>
                    <a:cubicBezTo>
                      <a:pt x="74" y="21"/>
                      <a:pt x="49" y="26"/>
                      <a:pt x="44" y="26"/>
                    </a:cubicBezTo>
                    <a:cubicBezTo>
                      <a:pt x="43" y="29"/>
                      <a:pt x="49" y="28"/>
                      <a:pt x="46" y="30"/>
                    </a:cubicBezTo>
                    <a:cubicBezTo>
                      <a:pt x="32" y="30"/>
                      <a:pt x="17" y="32"/>
                      <a:pt x="3" y="29"/>
                    </a:cubicBezTo>
                    <a:cubicBezTo>
                      <a:pt x="6" y="27"/>
                      <a:pt x="12" y="28"/>
                      <a:pt x="17" y="26"/>
                    </a:cubicBezTo>
                    <a:cubicBezTo>
                      <a:pt x="14" y="27"/>
                      <a:pt x="14" y="23"/>
                      <a:pt x="17" y="24"/>
                    </a:cubicBezTo>
                    <a:cubicBezTo>
                      <a:pt x="20" y="24"/>
                      <a:pt x="24" y="24"/>
                      <a:pt x="25" y="26"/>
                    </a:cubicBezTo>
                    <a:cubicBezTo>
                      <a:pt x="28" y="23"/>
                      <a:pt x="32" y="20"/>
                      <a:pt x="40" y="21"/>
                    </a:cubicBezTo>
                    <a:cubicBezTo>
                      <a:pt x="40" y="19"/>
                      <a:pt x="39" y="19"/>
                      <a:pt x="36" y="19"/>
                    </a:cubicBezTo>
                    <a:cubicBezTo>
                      <a:pt x="26" y="15"/>
                      <a:pt x="10" y="28"/>
                      <a:pt x="3" y="18"/>
                    </a:cubicBezTo>
                    <a:cubicBezTo>
                      <a:pt x="17" y="18"/>
                      <a:pt x="0" y="18"/>
                      <a:pt x="1" y="14"/>
                    </a:cubicBezTo>
                    <a:cubicBezTo>
                      <a:pt x="11" y="13"/>
                      <a:pt x="18" y="5"/>
                      <a:pt x="27" y="13"/>
                    </a:cubicBezTo>
                    <a:cubicBezTo>
                      <a:pt x="29" y="13"/>
                      <a:pt x="34" y="11"/>
                      <a:pt x="33" y="15"/>
                    </a:cubicBezTo>
                    <a:cubicBezTo>
                      <a:pt x="34" y="14"/>
                      <a:pt x="35" y="14"/>
                      <a:pt x="36" y="13"/>
                    </a:cubicBezTo>
                    <a:cubicBezTo>
                      <a:pt x="36" y="10"/>
                      <a:pt x="31" y="12"/>
                      <a:pt x="29" y="12"/>
                    </a:cubicBezTo>
                    <a:cubicBezTo>
                      <a:pt x="29" y="11"/>
                      <a:pt x="29" y="11"/>
                      <a:pt x="29" y="11"/>
                    </a:cubicBezTo>
                    <a:cubicBezTo>
                      <a:pt x="31" y="8"/>
                      <a:pt x="23" y="9"/>
                      <a:pt x="27" y="8"/>
                    </a:cubicBezTo>
                    <a:cubicBezTo>
                      <a:pt x="55" y="6"/>
                      <a:pt x="81" y="1"/>
                      <a:pt x="106" y="3"/>
                    </a:cubicBezTo>
                    <a:cubicBezTo>
                      <a:pt x="106" y="4"/>
                      <a:pt x="105" y="4"/>
                      <a:pt x="105" y="5"/>
                    </a:cubicBezTo>
                    <a:cubicBezTo>
                      <a:pt x="108" y="5"/>
                      <a:pt x="111" y="5"/>
                      <a:pt x="112" y="4"/>
                    </a:cubicBezTo>
                    <a:cubicBezTo>
                      <a:pt x="131" y="6"/>
                      <a:pt x="153" y="9"/>
                      <a:pt x="162" y="5"/>
                    </a:cubicBezTo>
                    <a:cubicBezTo>
                      <a:pt x="166" y="5"/>
                      <a:pt x="178" y="9"/>
                      <a:pt x="175" y="7"/>
                    </a:cubicBezTo>
                    <a:cubicBezTo>
                      <a:pt x="175" y="5"/>
                      <a:pt x="172" y="6"/>
                      <a:pt x="172" y="5"/>
                    </a:cubicBezTo>
                    <a:cubicBezTo>
                      <a:pt x="178" y="5"/>
                      <a:pt x="174" y="2"/>
                      <a:pt x="184" y="3"/>
                    </a:cubicBezTo>
                    <a:cubicBezTo>
                      <a:pt x="186" y="7"/>
                      <a:pt x="190" y="3"/>
                      <a:pt x="192" y="5"/>
                    </a:cubicBezTo>
                    <a:close/>
                    <a:moveTo>
                      <a:pt x="209" y="5"/>
                    </a:moveTo>
                    <a:cubicBezTo>
                      <a:pt x="215" y="5"/>
                      <a:pt x="220" y="5"/>
                      <a:pt x="224" y="3"/>
                    </a:cubicBezTo>
                    <a:cubicBezTo>
                      <a:pt x="219" y="3"/>
                      <a:pt x="213" y="3"/>
                      <a:pt x="209" y="5"/>
                    </a:cubicBezTo>
                    <a:close/>
                    <a:moveTo>
                      <a:pt x="251" y="13"/>
                    </a:moveTo>
                    <a:cubicBezTo>
                      <a:pt x="260" y="15"/>
                      <a:pt x="262" y="9"/>
                      <a:pt x="251" y="13"/>
                    </a:cubicBezTo>
                    <a:close/>
                    <a:moveTo>
                      <a:pt x="225" y="46"/>
                    </a:moveTo>
                    <a:cubicBezTo>
                      <a:pt x="232" y="46"/>
                      <a:pt x="219" y="42"/>
                      <a:pt x="218" y="45"/>
                    </a:cubicBezTo>
                    <a:cubicBezTo>
                      <a:pt x="220" y="47"/>
                      <a:pt x="220" y="45"/>
                      <a:pt x="223" y="45"/>
                    </a:cubicBezTo>
                    <a:cubicBezTo>
                      <a:pt x="224" y="49"/>
                      <a:pt x="223" y="49"/>
                      <a:pt x="221" y="50"/>
                    </a:cubicBezTo>
                    <a:cubicBezTo>
                      <a:pt x="225" y="49"/>
                      <a:pt x="228" y="53"/>
                      <a:pt x="230" y="50"/>
                    </a:cubicBezTo>
                    <a:cubicBezTo>
                      <a:pt x="227" y="50"/>
                      <a:pt x="225" y="49"/>
                      <a:pt x="225" y="46"/>
                    </a:cubicBezTo>
                    <a:close/>
                    <a:moveTo>
                      <a:pt x="103" y="90"/>
                    </a:moveTo>
                    <a:cubicBezTo>
                      <a:pt x="106" y="91"/>
                      <a:pt x="107" y="87"/>
                      <a:pt x="109" y="89"/>
                    </a:cubicBezTo>
                    <a:cubicBezTo>
                      <a:pt x="109" y="85"/>
                      <a:pt x="103" y="89"/>
                      <a:pt x="103" y="90"/>
                    </a:cubicBezTo>
                    <a:close/>
                    <a:moveTo>
                      <a:pt x="215" y="9"/>
                    </a:moveTo>
                    <a:cubicBezTo>
                      <a:pt x="221" y="8"/>
                      <a:pt x="227" y="8"/>
                      <a:pt x="231" y="6"/>
                    </a:cubicBezTo>
                    <a:cubicBezTo>
                      <a:pt x="225" y="6"/>
                      <a:pt x="219" y="7"/>
                      <a:pt x="215" y="9"/>
                    </a:cubicBezTo>
                    <a:close/>
                    <a:moveTo>
                      <a:pt x="62" y="13"/>
                    </a:moveTo>
                    <a:cubicBezTo>
                      <a:pt x="59" y="13"/>
                      <a:pt x="54" y="10"/>
                      <a:pt x="52" y="13"/>
                    </a:cubicBezTo>
                    <a:cubicBezTo>
                      <a:pt x="56" y="12"/>
                      <a:pt x="60" y="15"/>
                      <a:pt x="62" y="13"/>
                    </a:cubicBezTo>
                    <a:close/>
                    <a:moveTo>
                      <a:pt x="42" y="13"/>
                    </a:moveTo>
                    <a:cubicBezTo>
                      <a:pt x="46" y="12"/>
                      <a:pt x="48" y="19"/>
                      <a:pt x="50" y="14"/>
                    </a:cubicBezTo>
                    <a:cubicBezTo>
                      <a:pt x="48" y="15"/>
                      <a:pt x="48" y="13"/>
                      <a:pt x="48" y="12"/>
                    </a:cubicBezTo>
                    <a:cubicBezTo>
                      <a:pt x="46" y="12"/>
                      <a:pt x="43" y="12"/>
                      <a:pt x="42" y="1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77" name="Google Shape;277;p11"/>
              <p:cNvSpPr/>
              <p:nvPr/>
            </p:nvSpPr>
            <p:spPr>
              <a:xfrm>
                <a:off x="2234" y="674"/>
                <a:ext cx="17" cy="7"/>
              </a:xfrm>
              <a:custGeom>
                <a:rect b="b" l="l" r="r" t="t"/>
                <a:pathLst>
                  <a:path extrusionOk="0" h="3" w="7">
                    <a:moveTo>
                      <a:pt x="7" y="2"/>
                    </a:moveTo>
                    <a:cubicBezTo>
                      <a:pt x="6" y="3"/>
                      <a:pt x="3" y="3"/>
                      <a:pt x="0" y="3"/>
                    </a:cubicBezTo>
                    <a:cubicBezTo>
                      <a:pt x="0" y="2"/>
                      <a:pt x="1" y="2"/>
                      <a:pt x="1" y="1"/>
                    </a:cubicBezTo>
                    <a:cubicBezTo>
                      <a:pt x="3" y="1"/>
                      <a:pt x="7" y="0"/>
                      <a:pt x="7" y="2"/>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78" name="Google Shape;278;p11"/>
              <p:cNvSpPr/>
              <p:nvPr/>
            </p:nvSpPr>
            <p:spPr>
              <a:xfrm>
                <a:off x="2494" y="683"/>
                <a:ext cx="38" cy="8"/>
              </a:xfrm>
              <a:custGeom>
                <a:rect b="b" l="l" r="r" t="t"/>
                <a:pathLst>
                  <a:path extrusionOk="0" h="3" w="16">
                    <a:moveTo>
                      <a:pt x="16" y="0"/>
                    </a:moveTo>
                    <a:cubicBezTo>
                      <a:pt x="12" y="2"/>
                      <a:pt x="6" y="2"/>
                      <a:pt x="0" y="3"/>
                    </a:cubicBezTo>
                    <a:cubicBezTo>
                      <a:pt x="4" y="1"/>
                      <a:pt x="10" y="0"/>
                      <a:pt x="16"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79" name="Google Shape;279;p11"/>
              <p:cNvSpPr/>
              <p:nvPr/>
            </p:nvSpPr>
            <p:spPr>
              <a:xfrm>
                <a:off x="3154" y="691"/>
                <a:ext cx="31" cy="11"/>
              </a:xfrm>
              <a:custGeom>
                <a:rect b="b" l="l" r="r" t="t"/>
                <a:pathLst>
                  <a:path extrusionOk="0" h="5" w="13">
                    <a:moveTo>
                      <a:pt x="12" y="0"/>
                    </a:moveTo>
                    <a:cubicBezTo>
                      <a:pt x="11" y="1"/>
                      <a:pt x="11" y="2"/>
                      <a:pt x="13" y="2"/>
                    </a:cubicBezTo>
                    <a:cubicBezTo>
                      <a:pt x="10" y="5"/>
                      <a:pt x="6" y="2"/>
                      <a:pt x="0" y="3"/>
                    </a:cubicBezTo>
                    <a:cubicBezTo>
                      <a:pt x="2" y="0"/>
                      <a:pt x="7" y="0"/>
                      <a:pt x="12"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80" name="Google Shape;280;p11"/>
              <p:cNvSpPr/>
              <p:nvPr/>
            </p:nvSpPr>
            <p:spPr>
              <a:xfrm>
                <a:off x="3195" y="693"/>
                <a:ext cx="21" cy="9"/>
              </a:xfrm>
              <a:custGeom>
                <a:rect b="b" l="l" r="r" t="t"/>
                <a:pathLst>
                  <a:path extrusionOk="0" h="4" w="9">
                    <a:moveTo>
                      <a:pt x="1" y="1"/>
                    </a:moveTo>
                    <a:cubicBezTo>
                      <a:pt x="4" y="0"/>
                      <a:pt x="5" y="2"/>
                      <a:pt x="9" y="2"/>
                    </a:cubicBezTo>
                    <a:cubicBezTo>
                      <a:pt x="8" y="3"/>
                      <a:pt x="0" y="4"/>
                      <a:pt x="1" y="1"/>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81" name="Google Shape;281;p11"/>
              <p:cNvSpPr/>
              <p:nvPr/>
            </p:nvSpPr>
            <p:spPr>
              <a:xfrm>
                <a:off x="2049" y="693"/>
                <a:ext cx="22" cy="12"/>
              </a:xfrm>
              <a:custGeom>
                <a:rect b="b" l="l" r="r" t="t"/>
                <a:pathLst>
                  <a:path extrusionOk="0" h="5" w="9">
                    <a:moveTo>
                      <a:pt x="2" y="1"/>
                    </a:moveTo>
                    <a:cubicBezTo>
                      <a:pt x="2" y="1"/>
                      <a:pt x="2" y="1"/>
                      <a:pt x="2" y="2"/>
                    </a:cubicBezTo>
                    <a:cubicBezTo>
                      <a:pt x="4" y="2"/>
                      <a:pt x="9" y="0"/>
                      <a:pt x="9" y="3"/>
                    </a:cubicBezTo>
                    <a:cubicBezTo>
                      <a:pt x="8" y="4"/>
                      <a:pt x="7" y="4"/>
                      <a:pt x="6" y="5"/>
                    </a:cubicBezTo>
                    <a:cubicBezTo>
                      <a:pt x="7" y="1"/>
                      <a:pt x="2" y="3"/>
                      <a:pt x="0" y="3"/>
                    </a:cubicBezTo>
                    <a:cubicBezTo>
                      <a:pt x="0" y="1"/>
                      <a:pt x="1" y="1"/>
                      <a:pt x="2" y="1"/>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82" name="Google Shape;282;p11"/>
              <p:cNvSpPr/>
              <p:nvPr/>
            </p:nvSpPr>
            <p:spPr>
              <a:xfrm>
                <a:off x="2109" y="693"/>
                <a:ext cx="23" cy="12"/>
              </a:xfrm>
              <a:custGeom>
                <a:rect b="b" l="l" r="r" t="t"/>
                <a:pathLst>
                  <a:path extrusionOk="0" h="5" w="10">
                    <a:moveTo>
                      <a:pt x="0" y="3"/>
                    </a:moveTo>
                    <a:cubicBezTo>
                      <a:pt x="2" y="0"/>
                      <a:pt x="7" y="3"/>
                      <a:pt x="10" y="3"/>
                    </a:cubicBezTo>
                    <a:cubicBezTo>
                      <a:pt x="8" y="5"/>
                      <a:pt x="4" y="2"/>
                      <a:pt x="0" y="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83" name="Google Shape;283;p11"/>
              <p:cNvSpPr/>
              <p:nvPr/>
            </p:nvSpPr>
            <p:spPr>
              <a:xfrm>
                <a:off x="3173" y="698"/>
                <a:ext cx="24" cy="7"/>
              </a:xfrm>
              <a:custGeom>
                <a:rect b="b" l="l" r="r" t="t"/>
                <a:pathLst>
                  <a:path extrusionOk="0" h="3" w="10">
                    <a:moveTo>
                      <a:pt x="10" y="1"/>
                    </a:moveTo>
                    <a:cubicBezTo>
                      <a:pt x="8" y="3"/>
                      <a:pt x="4" y="2"/>
                      <a:pt x="0" y="2"/>
                    </a:cubicBezTo>
                    <a:cubicBezTo>
                      <a:pt x="2" y="0"/>
                      <a:pt x="6" y="0"/>
                      <a:pt x="10" y="1"/>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84" name="Google Shape;284;p11"/>
              <p:cNvSpPr/>
              <p:nvPr/>
            </p:nvSpPr>
            <p:spPr>
              <a:xfrm>
                <a:off x="1957" y="700"/>
                <a:ext cx="14" cy="12"/>
              </a:xfrm>
              <a:custGeom>
                <a:rect b="b" l="l" r="r" t="t"/>
                <a:pathLst>
                  <a:path extrusionOk="0" h="5" w="6">
                    <a:moveTo>
                      <a:pt x="6" y="0"/>
                    </a:moveTo>
                    <a:cubicBezTo>
                      <a:pt x="6" y="5"/>
                      <a:pt x="3" y="2"/>
                      <a:pt x="0" y="2"/>
                    </a:cubicBezTo>
                    <a:cubicBezTo>
                      <a:pt x="0" y="0"/>
                      <a:pt x="4" y="0"/>
                      <a:pt x="6"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85" name="Google Shape;285;p11"/>
              <p:cNvSpPr/>
              <p:nvPr/>
            </p:nvSpPr>
            <p:spPr>
              <a:xfrm>
                <a:off x="2821" y="698"/>
                <a:ext cx="111" cy="42"/>
              </a:xfrm>
              <a:custGeom>
                <a:rect b="b" l="l" r="r" t="t"/>
                <a:pathLst>
                  <a:path extrusionOk="0" h="18" w="47">
                    <a:moveTo>
                      <a:pt x="10" y="10"/>
                    </a:moveTo>
                    <a:cubicBezTo>
                      <a:pt x="3" y="10"/>
                      <a:pt x="5" y="6"/>
                      <a:pt x="0" y="5"/>
                    </a:cubicBezTo>
                    <a:cubicBezTo>
                      <a:pt x="3" y="4"/>
                      <a:pt x="6" y="2"/>
                      <a:pt x="11" y="2"/>
                    </a:cubicBezTo>
                    <a:cubicBezTo>
                      <a:pt x="11" y="3"/>
                      <a:pt x="11" y="4"/>
                      <a:pt x="11" y="5"/>
                    </a:cubicBezTo>
                    <a:cubicBezTo>
                      <a:pt x="18" y="6"/>
                      <a:pt x="19" y="0"/>
                      <a:pt x="25" y="4"/>
                    </a:cubicBezTo>
                    <a:cubicBezTo>
                      <a:pt x="28" y="4"/>
                      <a:pt x="26" y="8"/>
                      <a:pt x="30" y="6"/>
                    </a:cubicBezTo>
                    <a:cubicBezTo>
                      <a:pt x="36" y="8"/>
                      <a:pt x="41" y="11"/>
                      <a:pt x="47" y="12"/>
                    </a:cubicBezTo>
                    <a:cubicBezTo>
                      <a:pt x="47" y="14"/>
                      <a:pt x="40" y="13"/>
                      <a:pt x="36" y="14"/>
                    </a:cubicBezTo>
                    <a:cubicBezTo>
                      <a:pt x="39" y="10"/>
                      <a:pt x="33" y="11"/>
                      <a:pt x="33" y="8"/>
                    </a:cubicBezTo>
                    <a:cubicBezTo>
                      <a:pt x="26" y="9"/>
                      <a:pt x="26" y="17"/>
                      <a:pt x="19" y="18"/>
                    </a:cubicBezTo>
                    <a:cubicBezTo>
                      <a:pt x="18" y="15"/>
                      <a:pt x="13" y="15"/>
                      <a:pt x="11" y="14"/>
                    </a:cubicBezTo>
                    <a:cubicBezTo>
                      <a:pt x="11" y="13"/>
                      <a:pt x="12" y="13"/>
                      <a:pt x="14" y="13"/>
                    </a:cubicBezTo>
                    <a:cubicBezTo>
                      <a:pt x="13" y="12"/>
                      <a:pt x="12" y="12"/>
                      <a:pt x="11" y="12"/>
                    </a:cubicBezTo>
                    <a:cubicBezTo>
                      <a:pt x="12" y="10"/>
                      <a:pt x="18" y="12"/>
                      <a:pt x="20" y="10"/>
                    </a:cubicBezTo>
                    <a:cubicBezTo>
                      <a:pt x="17" y="8"/>
                      <a:pt x="12" y="8"/>
                      <a:pt x="10" y="1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86" name="Google Shape;286;p11"/>
              <p:cNvSpPr/>
              <p:nvPr/>
            </p:nvSpPr>
            <p:spPr>
              <a:xfrm>
                <a:off x="1898" y="707"/>
                <a:ext cx="47" cy="21"/>
              </a:xfrm>
              <a:custGeom>
                <a:rect b="b" l="l" r="r" t="t"/>
                <a:pathLst>
                  <a:path extrusionOk="0" h="9" w="20">
                    <a:moveTo>
                      <a:pt x="20" y="3"/>
                    </a:moveTo>
                    <a:cubicBezTo>
                      <a:pt x="19" y="7"/>
                      <a:pt x="17" y="4"/>
                      <a:pt x="19" y="8"/>
                    </a:cubicBezTo>
                    <a:cubicBezTo>
                      <a:pt x="11" y="9"/>
                      <a:pt x="9" y="5"/>
                      <a:pt x="0" y="6"/>
                    </a:cubicBezTo>
                    <a:cubicBezTo>
                      <a:pt x="0" y="5"/>
                      <a:pt x="2" y="5"/>
                      <a:pt x="2" y="5"/>
                    </a:cubicBezTo>
                    <a:cubicBezTo>
                      <a:pt x="5" y="4"/>
                      <a:pt x="1" y="3"/>
                      <a:pt x="3" y="1"/>
                    </a:cubicBezTo>
                    <a:cubicBezTo>
                      <a:pt x="11" y="0"/>
                      <a:pt x="13" y="4"/>
                      <a:pt x="20" y="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87" name="Google Shape;287;p11"/>
              <p:cNvSpPr/>
              <p:nvPr/>
            </p:nvSpPr>
            <p:spPr>
              <a:xfrm>
                <a:off x="1967" y="717"/>
                <a:ext cx="19" cy="14"/>
              </a:xfrm>
              <a:custGeom>
                <a:rect b="b" l="l" r="r" t="t"/>
                <a:pathLst>
                  <a:path extrusionOk="0" h="6" w="8">
                    <a:moveTo>
                      <a:pt x="5" y="6"/>
                    </a:moveTo>
                    <a:cubicBezTo>
                      <a:pt x="5" y="5"/>
                      <a:pt x="6" y="5"/>
                      <a:pt x="7" y="5"/>
                    </a:cubicBezTo>
                    <a:cubicBezTo>
                      <a:pt x="7" y="3"/>
                      <a:pt x="4" y="5"/>
                      <a:pt x="2" y="4"/>
                    </a:cubicBezTo>
                    <a:cubicBezTo>
                      <a:pt x="0" y="3"/>
                      <a:pt x="8" y="2"/>
                      <a:pt x="3" y="0"/>
                    </a:cubicBezTo>
                    <a:cubicBezTo>
                      <a:pt x="5" y="0"/>
                      <a:pt x="7" y="2"/>
                      <a:pt x="5" y="2"/>
                    </a:cubicBezTo>
                    <a:cubicBezTo>
                      <a:pt x="6" y="3"/>
                      <a:pt x="7" y="4"/>
                      <a:pt x="8" y="4"/>
                    </a:cubicBezTo>
                    <a:cubicBezTo>
                      <a:pt x="7" y="5"/>
                      <a:pt x="7" y="6"/>
                      <a:pt x="5" y="6"/>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88" name="Google Shape;288;p11"/>
              <p:cNvSpPr/>
              <p:nvPr/>
            </p:nvSpPr>
            <p:spPr>
              <a:xfrm>
                <a:off x="1813" y="724"/>
                <a:ext cx="33" cy="12"/>
              </a:xfrm>
              <a:custGeom>
                <a:rect b="b" l="l" r="r" t="t"/>
                <a:pathLst>
                  <a:path extrusionOk="0" h="5" w="14">
                    <a:moveTo>
                      <a:pt x="14" y="1"/>
                    </a:moveTo>
                    <a:cubicBezTo>
                      <a:pt x="12" y="5"/>
                      <a:pt x="3" y="2"/>
                      <a:pt x="0" y="1"/>
                    </a:cubicBezTo>
                    <a:cubicBezTo>
                      <a:pt x="1" y="0"/>
                      <a:pt x="9" y="0"/>
                      <a:pt x="14" y="1"/>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89" name="Google Shape;289;p11"/>
              <p:cNvSpPr/>
              <p:nvPr/>
            </p:nvSpPr>
            <p:spPr>
              <a:xfrm>
                <a:off x="3365" y="797"/>
                <a:ext cx="33" cy="33"/>
              </a:xfrm>
              <a:custGeom>
                <a:rect b="b" l="l" r="r" t="t"/>
                <a:pathLst>
                  <a:path extrusionOk="0" h="14" w="14">
                    <a:moveTo>
                      <a:pt x="0" y="0"/>
                    </a:moveTo>
                    <a:cubicBezTo>
                      <a:pt x="5" y="4"/>
                      <a:pt x="10" y="9"/>
                      <a:pt x="14" y="14"/>
                    </a:cubicBezTo>
                    <a:cubicBezTo>
                      <a:pt x="9" y="10"/>
                      <a:pt x="4" y="5"/>
                      <a:pt x="0"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90" name="Google Shape;290;p11"/>
              <p:cNvSpPr/>
              <p:nvPr/>
            </p:nvSpPr>
            <p:spPr>
              <a:xfrm>
                <a:off x="2601" y="1013"/>
                <a:ext cx="21" cy="12"/>
              </a:xfrm>
              <a:custGeom>
                <a:rect b="b" l="l" r="r" t="t"/>
                <a:pathLst>
                  <a:path extrusionOk="0" h="5" w="9">
                    <a:moveTo>
                      <a:pt x="1" y="5"/>
                    </a:moveTo>
                    <a:cubicBezTo>
                      <a:pt x="3" y="3"/>
                      <a:pt x="0" y="2"/>
                      <a:pt x="2" y="0"/>
                    </a:cubicBezTo>
                    <a:cubicBezTo>
                      <a:pt x="4" y="0"/>
                      <a:pt x="6" y="0"/>
                      <a:pt x="9" y="0"/>
                    </a:cubicBezTo>
                    <a:cubicBezTo>
                      <a:pt x="9" y="2"/>
                      <a:pt x="5" y="0"/>
                      <a:pt x="4" y="1"/>
                    </a:cubicBezTo>
                    <a:cubicBezTo>
                      <a:pt x="2" y="1"/>
                      <a:pt x="3" y="4"/>
                      <a:pt x="2" y="5"/>
                    </a:cubicBezTo>
                    <a:cubicBezTo>
                      <a:pt x="2" y="5"/>
                      <a:pt x="1" y="5"/>
                      <a:pt x="1" y="5"/>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91" name="Google Shape;291;p11"/>
              <p:cNvSpPr/>
              <p:nvPr/>
            </p:nvSpPr>
            <p:spPr>
              <a:xfrm>
                <a:off x="3808" y="1456"/>
                <a:ext cx="11" cy="10"/>
              </a:xfrm>
              <a:custGeom>
                <a:rect b="b" l="l" r="r" t="t"/>
                <a:pathLst>
                  <a:path extrusionOk="0" h="4" w="5">
                    <a:moveTo>
                      <a:pt x="0" y="4"/>
                    </a:moveTo>
                    <a:cubicBezTo>
                      <a:pt x="0" y="3"/>
                      <a:pt x="0" y="2"/>
                      <a:pt x="1" y="3"/>
                    </a:cubicBezTo>
                    <a:cubicBezTo>
                      <a:pt x="2" y="3"/>
                      <a:pt x="2" y="1"/>
                      <a:pt x="1" y="1"/>
                    </a:cubicBezTo>
                    <a:cubicBezTo>
                      <a:pt x="1" y="0"/>
                      <a:pt x="3" y="0"/>
                      <a:pt x="4" y="1"/>
                    </a:cubicBezTo>
                    <a:cubicBezTo>
                      <a:pt x="4" y="2"/>
                      <a:pt x="4" y="2"/>
                      <a:pt x="5" y="3"/>
                    </a:cubicBezTo>
                    <a:cubicBezTo>
                      <a:pt x="2" y="2"/>
                      <a:pt x="2" y="4"/>
                      <a:pt x="0" y="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92" name="Google Shape;292;p11"/>
              <p:cNvSpPr/>
              <p:nvPr/>
            </p:nvSpPr>
            <p:spPr>
              <a:xfrm>
                <a:off x="3940" y="774"/>
                <a:ext cx="31" cy="9"/>
              </a:xfrm>
              <a:custGeom>
                <a:rect b="b" l="l" r="r" t="t"/>
                <a:pathLst>
                  <a:path extrusionOk="0" h="4" w="13">
                    <a:moveTo>
                      <a:pt x="0" y="1"/>
                    </a:moveTo>
                    <a:cubicBezTo>
                      <a:pt x="4" y="1"/>
                      <a:pt x="10" y="2"/>
                      <a:pt x="12" y="0"/>
                    </a:cubicBezTo>
                    <a:cubicBezTo>
                      <a:pt x="13" y="1"/>
                      <a:pt x="12" y="1"/>
                      <a:pt x="12" y="2"/>
                    </a:cubicBezTo>
                    <a:cubicBezTo>
                      <a:pt x="8" y="2"/>
                      <a:pt x="4" y="2"/>
                      <a:pt x="4" y="4"/>
                    </a:cubicBezTo>
                    <a:cubicBezTo>
                      <a:pt x="5" y="1"/>
                      <a:pt x="1" y="3"/>
                      <a:pt x="0" y="1"/>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93" name="Google Shape;293;p11"/>
              <p:cNvSpPr/>
              <p:nvPr/>
            </p:nvSpPr>
            <p:spPr>
              <a:xfrm>
                <a:off x="1777" y="726"/>
                <a:ext cx="19" cy="12"/>
              </a:xfrm>
              <a:custGeom>
                <a:rect b="b" l="l" r="r" t="t"/>
                <a:pathLst>
                  <a:path extrusionOk="0" h="5" w="8">
                    <a:moveTo>
                      <a:pt x="0" y="4"/>
                    </a:moveTo>
                    <a:cubicBezTo>
                      <a:pt x="2" y="2"/>
                      <a:pt x="4" y="0"/>
                      <a:pt x="8" y="1"/>
                    </a:cubicBezTo>
                    <a:cubicBezTo>
                      <a:pt x="8" y="5"/>
                      <a:pt x="2" y="3"/>
                      <a:pt x="1" y="5"/>
                    </a:cubicBezTo>
                    <a:cubicBezTo>
                      <a:pt x="1" y="4"/>
                      <a:pt x="0" y="4"/>
                      <a:pt x="0" y="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94" name="Google Shape;294;p11"/>
              <p:cNvSpPr/>
              <p:nvPr/>
            </p:nvSpPr>
            <p:spPr>
              <a:xfrm>
                <a:off x="1995" y="726"/>
                <a:ext cx="12" cy="7"/>
              </a:xfrm>
              <a:custGeom>
                <a:rect b="b" l="l" r="r" t="t"/>
                <a:pathLst>
                  <a:path extrusionOk="0" h="3" w="5">
                    <a:moveTo>
                      <a:pt x="5" y="1"/>
                    </a:moveTo>
                    <a:cubicBezTo>
                      <a:pt x="5" y="3"/>
                      <a:pt x="2" y="3"/>
                      <a:pt x="0" y="3"/>
                    </a:cubicBezTo>
                    <a:cubicBezTo>
                      <a:pt x="0" y="0"/>
                      <a:pt x="3" y="1"/>
                      <a:pt x="5" y="1"/>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95" name="Google Shape;295;p11"/>
              <p:cNvSpPr/>
              <p:nvPr/>
            </p:nvSpPr>
            <p:spPr>
              <a:xfrm>
                <a:off x="2144" y="728"/>
                <a:ext cx="19" cy="12"/>
              </a:xfrm>
              <a:custGeom>
                <a:rect b="b" l="l" r="r" t="t"/>
                <a:pathLst>
                  <a:path extrusionOk="0" h="5" w="8">
                    <a:moveTo>
                      <a:pt x="7" y="4"/>
                    </a:moveTo>
                    <a:cubicBezTo>
                      <a:pt x="4" y="5"/>
                      <a:pt x="0" y="1"/>
                      <a:pt x="2" y="0"/>
                    </a:cubicBezTo>
                    <a:cubicBezTo>
                      <a:pt x="4" y="0"/>
                      <a:pt x="4" y="1"/>
                      <a:pt x="5" y="2"/>
                    </a:cubicBezTo>
                    <a:cubicBezTo>
                      <a:pt x="1" y="3"/>
                      <a:pt x="8" y="2"/>
                      <a:pt x="7" y="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96" name="Google Shape;296;p11"/>
              <p:cNvSpPr/>
              <p:nvPr/>
            </p:nvSpPr>
            <p:spPr>
              <a:xfrm>
                <a:off x="2475" y="726"/>
                <a:ext cx="2036" cy="1548"/>
              </a:xfrm>
              <a:custGeom>
                <a:rect b="b" l="l" r="r" t="t"/>
                <a:pathLst>
                  <a:path extrusionOk="0" h="653" w="860">
                    <a:moveTo>
                      <a:pt x="752" y="40"/>
                    </a:moveTo>
                    <a:cubicBezTo>
                      <a:pt x="756" y="40"/>
                      <a:pt x="758" y="43"/>
                      <a:pt x="762" y="42"/>
                    </a:cubicBezTo>
                    <a:cubicBezTo>
                      <a:pt x="761" y="39"/>
                      <a:pt x="754" y="40"/>
                      <a:pt x="754" y="36"/>
                    </a:cubicBezTo>
                    <a:cubicBezTo>
                      <a:pt x="785" y="39"/>
                      <a:pt x="815" y="43"/>
                      <a:pt x="838" y="55"/>
                    </a:cubicBezTo>
                    <a:cubicBezTo>
                      <a:pt x="841" y="54"/>
                      <a:pt x="837" y="53"/>
                      <a:pt x="836" y="53"/>
                    </a:cubicBezTo>
                    <a:cubicBezTo>
                      <a:pt x="844" y="51"/>
                      <a:pt x="855" y="55"/>
                      <a:pt x="860" y="59"/>
                    </a:cubicBezTo>
                    <a:cubicBezTo>
                      <a:pt x="860" y="60"/>
                      <a:pt x="859" y="61"/>
                      <a:pt x="857" y="61"/>
                    </a:cubicBezTo>
                    <a:cubicBezTo>
                      <a:pt x="858" y="64"/>
                      <a:pt x="858" y="63"/>
                      <a:pt x="860" y="66"/>
                    </a:cubicBezTo>
                    <a:cubicBezTo>
                      <a:pt x="847" y="65"/>
                      <a:pt x="837" y="60"/>
                      <a:pt x="825" y="58"/>
                    </a:cubicBezTo>
                    <a:cubicBezTo>
                      <a:pt x="823" y="58"/>
                      <a:pt x="825" y="62"/>
                      <a:pt x="828" y="61"/>
                    </a:cubicBezTo>
                    <a:cubicBezTo>
                      <a:pt x="827" y="63"/>
                      <a:pt x="826" y="64"/>
                      <a:pt x="825" y="64"/>
                    </a:cubicBezTo>
                    <a:cubicBezTo>
                      <a:pt x="820" y="65"/>
                      <a:pt x="818" y="63"/>
                      <a:pt x="813" y="63"/>
                    </a:cubicBezTo>
                    <a:cubicBezTo>
                      <a:pt x="816" y="66"/>
                      <a:pt x="821" y="66"/>
                      <a:pt x="826" y="66"/>
                    </a:cubicBezTo>
                    <a:cubicBezTo>
                      <a:pt x="831" y="70"/>
                      <a:pt x="837" y="72"/>
                      <a:pt x="842" y="76"/>
                    </a:cubicBezTo>
                    <a:cubicBezTo>
                      <a:pt x="836" y="74"/>
                      <a:pt x="831" y="77"/>
                      <a:pt x="824" y="80"/>
                    </a:cubicBezTo>
                    <a:cubicBezTo>
                      <a:pt x="824" y="84"/>
                      <a:pt x="819" y="86"/>
                      <a:pt x="821" y="89"/>
                    </a:cubicBezTo>
                    <a:cubicBezTo>
                      <a:pt x="817" y="88"/>
                      <a:pt x="804" y="83"/>
                      <a:pt x="806" y="90"/>
                    </a:cubicBezTo>
                    <a:cubicBezTo>
                      <a:pt x="803" y="91"/>
                      <a:pt x="803" y="88"/>
                      <a:pt x="801" y="87"/>
                    </a:cubicBezTo>
                    <a:cubicBezTo>
                      <a:pt x="800" y="88"/>
                      <a:pt x="800" y="90"/>
                      <a:pt x="800" y="91"/>
                    </a:cubicBezTo>
                    <a:cubicBezTo>
                      <a:pt x="798" y="91"/>
                      <a:pt x="795" y="90"/>
                      <a:pt x="793" y="89"/>
                    </a:cubicBezTo>
                    <a:cubicBezTo>
                      <a:pt x="796" y="93"/>
                      <a:pt x="797" y="99"/>
                      <a:pt x="800" y="103"/>
                    </a:cubicBezTo>
                    <a:cubicBezTo>
                      <a:pt x="806" y="101"/>
                      <a:pt x="808" y="109"/>
                      <a:pt x="814" y="110"/>
                    </a:cubicBezTo>
                    <a:cubicBezTo>
                      <a:pt x="813" y="114"/>
                      <a:pt x="812" y="108"/>
                      <a:pt x="810" y="109"/>
                    </a:cubicBezTo>
                    <a:cubicBezTo>
                      <a:pt x="812" y="113"/>
                      <a:pt x="812" y="117"/>
                      <a:pt x="817" y="117"/>
                    </a:cubicBezTo>
                    <a:cubicBezTo>
                      <a:pt x="818" y="121"/>
                      <a:pt x="813" y="119"/>
                      <a:pt x="811" y="121"/>
                    </a:cubicBezTo>
                    <a:cubicBezTo>
                      <a:pt x="812" y="124"/>
                      <a:pt x="814" y="126"/>
                      <a:pt x="816" y="127"/>
                    </a:cubicBezTo>
                    <a:cubicBezTo>
                      <a:pt x="816" y="128"/>
                      <a:pt x="814" y="129"/>
                      <a:pt x="812" y="129"/>
                    </a:cubicBezTo>
                    <a:cubicBezTo>
                      <a:pt x="815" y="131"/>
                      <a:pt x="815" y="136"/>
                      <a:pt x="814" y="140"/>
                    </a:cubicBezTo>
                    <a:cubicBezTo>
                      <a:pt x="800" y="130"/>
                      <a:pt x="785" y="120"/>
                      <a:pt x="778" y="103"/>
                    </a:cubicBezTo>
                    <a:cubicBezTo>
                      <a:pt x="779" y="101"/>
                      <a:pt x="780" y="101"/>
                      <a:pt x="783" y="101"/>
                    </a:cubicBezTo>
                    <a:cubicBezTo>
                      <a:pt x="783" y="94"/>
                      <a:pt x="783" y="87"/>
                      <a:pt x="787" y="85"/>
                    </a:cubicBezTo>
                    <a:cubicBezTo>
                      <a:pt x="786" y="82"/>
                      <a:pt x="783" y="80"/>
                      <a:pt x="781" y="78"/>
                    </a:cubicBezTo>
                    <a:cubicBezTo>
                      <a:pt x="781" y="77"/>
                      <a:pt x="782" y="76"/>
                      <a:pt x="784" y="76"/>
                    </a:cubicBezTo>
                    <a:cubicBezTo>
                      <a:pt x="783" y="74"/>
                      <a:pt x="779" y="75"/>
                      <a:pt x="777" y="75"/>
                    </a:cubicBezTo>
                    <a:cubicBezTo>
                      <a:pt x="777" y="78"/>
                      <a:pt x="779" y="78"/>
                      <a:pt x="781" y="80"/>
                    </a:cubicBezTo>
                    <a:cubicBezTo>
                      <a:pt x="778" y="81"/>
                      <a:pt x="776" y="83"/>
                      <a:pt x="775" y="86"/>
                    </a:cubicBezTo>
                    <a:cubicBezTo>
                      <a:pt x="771" y="86"/>
                      <a:pt x="771" y="81"/>
                      <a:pt x="767" y="80"/>
                    </a:cubicBezTo>
                    <a:cubicBezTo>
                      <a:pt x="763" y="79"/>
                      <a:pt x="761" y="81"/>
                      <a:pt x="757" y="81"/>
                    </a:cubicBezTo>
                    <a:cubicBezTo>
                      <a:pt x="755" y="83"/>
                      <a:pt x="755" y="86"/>
                      <a:pt x="755" y="90"/>
                    </a:cubicBezTo>
                    <a:cubicBezTo>
                      <a:pt x="755" y="93"/>
                      <a:pt x="760" y="91"/>
                      <a:pt x="762" y="93"/>
                    </a:cubicBezTo>
                    <a:cubicBezTo>
                      <a:pt x="756" y="94"/>
                      <a:pt x="750" y="97"/>
                      <a:pt x="745" y="95"/>
                    </a:cubicBezTo>
                    <a:cubicBezTo>
                      <a:pt x="745" y="94"/>
                      <a:pt x="747" y="94"/>
                      <a:pt x="748" y="94"/>
                    </a:cubicBezTo>
                    <a:cubicBezTo>
                      <a:pt x="746" y="91"/>
                      <a:pt x="738" y="93"/>
                      <a:pt x="736" y="90"/>
                    </a:cubicBezTo>
                    <a:cubicBezTo>
                      <a:pt x="734" y="91"/>
                      <a:pt x="735" y="93"/>
                      <a:pt x="735" y="94"/>
                    </a:cubicBezTo>
                    <a:cubicBezTo>
                      <a:pt x="726" y="95"/>
                      <a:pt x="718" y="91"/>
                      <a:pt x="713" y="92"/>
                    </a:cubicBezTo>
                    <a:cubicBezTo>
                      <a:pt x="702" y="95"/>
                      <a:pt x="707" y="110"/>
                      <a:pt x="699" y="116"/>
                    </a:cubicBezTo>
                    <a:cubicBezTo>
                      <a:pt x="700" y="121"/>
                      <a:pt x="706" y="121"/>
                      <a:pt x="712" y="121"/>
                    </a:cubicBezTo>
                    <a:cubicBezTo>
                      <a:pt x="711" y="123"/>
                      <a:pt x="713" y="123"/>
                      <a:pt x="713" y="126"/>
                    </a:cubicBezTo>
                    <a:cubicBezTo>
                      <a:pt x="716" y="126"/>
                      <a:pt x="716" y="122"/>
                      <a:pt x="717" y="121"/>
                    </a:cubicBezTo>
                    <a:cubicBezTo>
                      <a:pt x="726" y="123"/>
                      <a:pt x="733" y="128"/>
                      <a:pt x="738" y="133"/>
                    </a:cubicBezTo>
                    <a:cubicBezTo>
                      <a:pt x="734" y="128"/>
                      <a:pt x="738" y="124"/>
                      <a:pt x="732" y="122"/>
                    </a:cubicBezTo>
                    <a:cubicBezTo>
                      <a:pt x="736" y="120"/>
                      <a:pt x="739" y="128"/>
                      <a:pt x="743" y="129"/>
                    </a:cubicBezTo>
                    <a:cubicBezTo>
                      <a:pt x="748" y="140"/>
                      <a:pt x="759" y="144"/>
                      <a:pt x="766" y="152"/>
                    </a:cubicBezTo>
                    <a:cubicBezTo>
                      <a:pt x="764" y="154"/>
                      <a:pt x="762" y="149"/>
                      <a:pt x="759" y="150"/>
                    </a:cubicBezTo>
                    <a:cubicBezTo>
                      <a:pt x="759" y="159"/>
                      <a:pt x="767" y="162"/>
                      <a:pt x="772" y="167"/>
                    </a:cubicBezTo>
                    <a:cubicBezTo>
                      <a:pt x="772" y="171"/>
                      <a:pt x="769" y="166"/>
                      <a:pt x="767" y="165"/>
                    </a:cubicBezTo>
                    <a:cubicBezTo>
                      <a:pt x="766" y="165"/>
                      <a:pt x="766" y="168"/>
                      <a:pt x="766" y="169"/>
                    </a:cubicBezTo>
                    <a:cubicBezTo>
                      <a:pt x="757" y="158"/>
                      <a:pt x="753" y="142"/>
                      <a:pt x="739" y="135"/>
                    </a:cubicBezTo>
                    <a:cubicBezTo>
                      <a:pt x="738" y="143"/>
                      <a:pt x="746" y="148"/>
                      <a:pt x="748" y="155"/>
                    </a:cubicBezTo>
                    <a:cubicBezTo>
                      <a:pt x="745" y="167"/>
                      <a:pt x="747" y="184"/>
                      <a:pt x="737" y="189"/>
                    </a:cubicBezTo>
                    <a:cubicBezTo>
                      <a:pt x="733" y="189"/>
                      <a:pt x="730" y="187"/>
                      <a:pt x="728" y="185"/>
                    </a:cubicBezTo>
                    <a:cubicBezTo>
                      <a:pt x="723" y="190"/>
                      <a:pt x="725" y="203"/>
                      <a:pt x="718" y="208"/>
                    </a:cubicBezTo>
                    <a:cubicBezTo>
                      <a:pt x="727" y="215"/>
                      <a:pt x="737" y="220"/>
                      <a:pt x="738" y="234"/>
                    </a:cubicBezTo>
                    <a:cubicBezTo>
                      <a:pt x="737" y="234"/>
                      <a:pt x="737" y="235"/>
                      <a:pt x="737" y="236"/>
                    </a:cubicBezTo>
                    <a:cubicBezTo>
                      <a:pt x="731" y="233"/>
                      <a:pt x="732" y="240"/>
                      <a:pt x="725" y="238"/>
                    </a:cubicBezTo>
                    <a:cubicBezTo>
                      <a:pt x="725" y="231"/>
                      <a:pt x="722" y="227"/>
                      <a:pt x="719" y="223"/>
                    </a:cubicBezTo>
                    <a:cubicBezTo>
                      <a:pt x="721" y="222"/>
                      <a:pt x="721" y="224"/>
                      <a:pt x="722" y="224"/>
                    </a:cubicBezTo>
                    <a:cubicBezTo>
                      <a:pt x="722" y="216"/>
                      <a:pt x="712" y="220"/>
                      <a:pt x="709" y="215"/>
                    </a:cubicBezTo>
                    <a:cubicBezTo>
                      <a:pt x="711" y="212"/>
                      <a:pt x="709" y="212"/>
                      <a:pt x="708" y="207"/>
                    </a:cubicBezTo>
                    <a:cubicBezTo>
                      <a:pt x="700" y="205"/>
                      <a:pt x="694" y="206"/>
                      <a:pt x="690" y="212"/>
                    </a:cubicBezTo>
                    <a:cubicBezTo>
                      <a:pt x="690" y="209"/>
                      <a:pt x="688" y="207"/>
                      <a:pt x="690" y="202"/>
                    </a:cubicBezTo>
                    <a:cubicBezTo>
                      <a:pt x="689" y="200"/>
                      <a:pt x="687" y="200"/>
                      <a:pt x="686" y="200"/>
                    </a:cubicBezTo>
                    <a:cubicBezTo>
                      <a:pt x="682" y="202"/>
                      <a:pt x="679" y="204"/>
                      <a:pt x="678" y="209"/>
                    </a:cubicBezTo>
                    <a:cubicBezTo>
                      <a:pt x="676" y="209"/>
                      <a:pt x="674" y="209"/>
                      <a:pt x="672" y="209"/>
                    </a:cubicBezTo>
                    <a:cubicBezTo>
                      <a:pt x="672" y="218"/>
                      <a:pt x="682" y="217"/>
                      <a:pt x="685" y="222"/>
                    </a:cubicBezTo>
                    <a:cubicBezTo>
                      <a:pt x="688" y="222"/>
                      <a:pt x="687" y="218"/>
                      <a:pt x="690" y="218"/>
                    </a:cubicBezTo>
                    <a:cubicBezTo>
                      <a:pt x="693" y="219"/>
                      <a:pt x="696" y="220"/>
                      <a:pt x="700" y="221"/>
                    </a:cubicBezTo>
                    <a:cubicBezTo>
                      <a:pt x="696" y="225"/>
                      <a:pt x="690" y="227"/>
                      <a:pt x="690" y="234"/>
                    </a:cubicBezTo>
                    <a:cubicBezTo>
                      <a:pt x="696" y="240"/>
                      <a:pt x="701" y="248"/>
                      <a:pt x="709" y="253"/>
                    </a:cubicBezTo>
                    <a:cubicBezTo>
                      <a:pt x="708" y="256"/>
                      <a:pt x="706" y="253"/>
                      <a:pt x="704" y="253"/>
                    </a:cubicBezTo>
                    <a:cubicBezTo>
                      <a:pt x="705" y="256"/>
                      <a:pt x="709" y="256"/>
                      <a:pt x="710" y="258"/>
                    </a:cubicBezTo>
                    <a:cubicBezTo>
                      <a:pt x="709" y="261"/>
                      <a:pt x="707" y="262"/>
                      <a:pt x="704" y="262"/>
                    </a:cubicBezTo>
                    <a:cubicBezTo>
                      <a:pt x="714" y="264"/>
                      <a:pt x="713" y="266"/>
                      <a:pt x="714" y="276"/>
                    </a:cubicBezTo>
                    <a:cubicBezTo>
                      <a:pt x="710" y="273"/>
                      <a:pt x="710" y="282"/>
                      <a:pt x="709" y="285"/>
                    </a:cubicBezTo>
                    <a:cubicBezTo>
                      <a:pt x="708" y="285"/>
                      <a:pt x="708" y="284"/>
                      <a:pt x="707" y="284"/>
                    </a:cubicBezTo>
                    <a:cubicBezTo>
                      <a:pt x="706" y="284"/>
                      <a:pt x="706" y="290"/>
                      <a:pt x="708" y="291"/>
                    </a:cubicBezTo>
                    <a:cubicBezTo>
                      <a:pt x="704" y="297"/>
                      <a:pt x="698" y="301"/>
                      <a:pt x="693" y="307"/>
                    </a:cubicBezTo>
                    <a:cubicBezTo>
                      <a:pt x="690" y="308"/>
                      <a:pt x="684" y="307"/>
                      <a:pt x="684" y="311"/>
                    </a:cubicBezTo>
                    <a:cubicBezTo>
                      <a:pt x="682" y="311"/>
                      <a:pt x="681" y="310"/>
                      <a:pt x="681" y="308"/>
                    </a:cubicBezTo>
                    <a:cubicBezTo>
                      <a:pt x="679" y="314"/>
                      <a:pt x="669" y="316"/>
                      <a:pt x="664" y="316"/>
                    </a:cubicBezTo>
                    <a:cubicBezTo>
                      <a:pt x="665" y="319"/>
                      <a:pt x="664" y="324"/>
                      <a:pt x="668" y="324"/>
                    </a:cubicBezTo>
                    <a:cubicBezTo>
                      <a:pt x="670" y="334"/>
                      <a:pt x="660" y="339"/>
                      <a:pt x="657" y="330"/>
                    </a:cubicBezTo>
                    <a:cubicBezTo>
                      <a:pt x="658" y="327"/>
                      <a:pt x="659" y="324"/>
                      <a:pt x="665" y="325"/>
                    </a:cubicBezTo>
                    <a:cubicBezTo>
                      <a:pt x="662" y="323"/>
                      <a:pt x="661" y="320"/>
                      <a:pt x="662" y="316"/>
                    </a:cubicBezTo>
                    <a:cubicBezTo>
                      <a:pt x="655" y="312"/>
                      <a:pt x="647" y="318"/>
                      <a:pt x="642" y="325"/>
                    </a:cubicBezTo>
                    <a:cubicBezTo>
                      <a:pt x="643" y="342"/>
                      <a:pt x="665" y="348"/>
                      <a:pt x="666" y="366"/>
                    </a:cubicBezTo>
                    <a:cubicBezTo>
                      <a:pt x="667" y="372"/>
                      <a:pt x="664" y="381"/>
                      <a:pt x="655" y="381"/>
                    </a:cubicBezTo>
                    <a:cubicBezTo>
                      <a:pt x="653" y="384"/>
                      <a:pt x="650" y="389"/>
                      <a:pt x="645" y="393"/>
                    </a:cubicBezTo>
                    <a:cubicBezTo>
                      <a:pt x="643" y="393"/>
                      <a:pt x="643" y="387"/>
                      <a:pt x="644" y="385"/>
                    </a:cubicBezTo>
                    <a:cubicBezTo>
                      <a:pt x="642" y="383"/>
                      <a:pt x="636" y="379"/>
                      <a:pt x="635" y="379"/>
                    </a:cubicBezTo>
                    <a:cubicBezTo>
                      <a:pt x="632" y="374"/>
                      <a:pt x="629" y="367"/>
                      <a:pt x="622" y="369"/>
                    </a:cubicBezTo>
                    <a:cubicBezTo>
                      <a:pt x="621" y="367"/>
                      <a:pt x="622" y="364"/>
                      <a:pt x="620" y="363"/>
                    </a:cubicBezTo>
                    <a:cubicBezTo>
                      <a:pt x="619" y="363"/>
                      <a:pt x="619" y="364"/>
                      <a:pt x="618" y="364"/>
                    </a:cubicBezTo>
                    <a:cubicBezTo>
                      <a:pt x="617" y="372"/>
                      <a:pt x="615" y="379"/>
                      <a:pt x="614" y="387"/>
                    </a:cubicBezTo>
                    <a:cubicBezTo>
                      <a:pt x="617" y="389"/>
                      <a:pt x="623" y="393"/>
                      <a:pt x="619" y="398"/>
                    </a:cubicBezTo>
                    <a:cubicBezTo>
                      <a:pt x="624" y="405"/>
                      <a:pt x="641" y="407"/>
                      <a:pt x="638" y="425"/>
                    </a:cubicBezTo>
                    <a:cubicBezTo>
                      <a:pt x="638" y="429"/>
                      <a:pt x="643" y="430"/>
                      <a:pt x="642" y="435"/>
                    </a:cubicBezTo>
                    <a:cubicBezTo>
                      <a:pt x="620" y="434"/>
                      <a:pt x="624" y="403"/>
                      <a:pt x="610" y="392"/>
                    </a:cubicBezTo>
                    <a:cubicBezTo>
                      <a:pt x="613" y="370"/>
                      <a:pt x="605" y="357"/>
                      <a:pt x="598" y="341"/>
                    </a:cubicBezTo>
                    <a:cubicBezTo>
                      <a:pt x="597" y="345"/>
                      <a:pt x="593" y="350"/>
                      <a:pt x="589" y="349"/>
                    </a:cubicBezTo>
                    <a:cubicBezTo>
                      <a:pt x="586" y="349"/>
                      <a:pt x="587" y="345"/>
                      <a:pt x="584" y="348"/>
                    </a:cubicBezTo>
                    <a:cubicBezTo>
                      <a:pt x="586" y="341"/>
                      <a:pt x="585" y="331"/>
                      <a:pt x="579" y="330"/>
                    </a:cubicBezTo>
                    <a:cubicBezTo>
                      <a:pt x="582" y="323"/>
                      <a:pt x="567" y="323"/>
                      <a:pt x="568" y="311"/>
                    </a:cubicBezTo>
                    <a:cubicBezTo>
                      <a:pt x="567" y="310"/>
                      <a:pt x="567" y="310"/>
                      <a:pt x="567" y="309"/>
                    </a:cubicBezTo>
                    <a:cubicBezTo>
                      <a:pt x="565" y="306"/>
                      <a:pt x="560" y="307"/>
                      <a:pt x="560" y="303"/>
                    </a:cubicBezTo>
                    <a:cubicBezTo>
                      <a:pt x="558" y="304"/>
                      <a:pt x="561" y="307"/>
                      <a:pt x="560" y="309"/>
                    </a:cubicBezTo>
                    <a:cubicBezTo>
                      <a:pt x="560" y="310"/>
                      <a:pt x="560" y="312"/>
                      <a:pt x="560" y="313"/>
                    </a:cubicBezTo>
                    <a:cubicBezTo>
                      <a:pt x="555" y="314"/>
                      <a:pt x="550" y="314"/>
                      <a:pt x="544" y="316"/>
                    </a:cubicBezTo>
                    <a:cubicBezTo>
                      <a:pt x="544" y="322"/>
                      <a:pt x="542" y="326"/>
                      <a:pt x="536" y="326"/>
                    </a:cubicBezTo>
                    <a:cubicBezTo>
                      <a:pt x="529" y="336"/>
                      <a:pt x="522" y="346"/>
                      <a:pt x="511" y="351"/>
                    </a:cubicBezTo>
                    <a:cubicBezTo>
                      <a:pt x="514" y="364"/>
                      <a:pt x="511" y="371"/>
                      <a:pt x="512" y="383"/>
                    </a:cubicBezTo>
                    <a:cubicBezTo>
                      <a:pt x="509" y="382"/>
                      <a:pt x="507" y="387"/>
                      <a:pt x="509" y="388"/>
                    </a:cubicBezTo>
                    <a:cubicBezTo>
                      <a:pt x="504" y="388"/>
                      <a:pt x="504" y="393"/>
                      <a:pt x="501" y="396"/>
                    </a:cubicBezTo>
                    <a:cubicBezTo>
                      <a:pt x="492" y="394"/>
                      <a:pt x="493" y="384"/>
                      <a:pt x="490" y="376"/>
                    </a:cubicBezTo>
                    <a:cubicBezTo>
                      <a:pt x="483" y="362"/>
                      <a:pt x="471" y="346"/>
                      <a:pt x="470" y="326"/>
                    </a:cubicBezTo>
                    <a:cubicBezTo>
                      <a:pt x="469" y="321"/>
                      <a:pt x="471" y="316"/>
                      <a:pt x="468" y="311"/>
                    </a:cubicBezTo>
                    <a:cubicBezTo>
                      <a:pt x="465" y="312"/>
                      <a:pt x="466" y="314"/>
                      <a:pt x="467" y="317"/>
                    </a:cubicBezTo>
                    <a:cubicBezTo>
                      <a:pt x="465" y="318"/>
                      <a:pt x="462" y="319"/>
                      <a:pt x="460" y="321"/>
                    </a:cubicBezTo>
                    <a:cubicBezTo>
                      <a:pt x="456" y="318"/>
                      <a:pt x="452" y="315"/>
                      <a:pt x="450" y="310"/>
                    </a:cubicBezTo>
                    <a:cubicBezTo>
                      <a:pt x="453" y="310"/>
                      <a:pt x="456" y="309"/>
                      <a:pt x="457" y="306"/>
                    </a:cubicBezTo>
                    <a:cubicBezTo>
                      <a:pt x="453" y="306"/>
                      <a:pt x="452" y="308"/>
                      <a:pt x="448" y="308"/>
                    </a:cubicBezTo>
                    <a:cubicBezTo>
                      <a:pt x="446" y="301"/>
                      <a:pt x="438" y="299"/>
                      <a:pt x="435" y="293"/>
                    </a:cubicBezTo>
                    <a:cubicBezTo>
                      <a:pt x="417" y="293"/>
                      <a:pt x="400" y="295"/>
                      <a:pt x="386" y="289"/>
                    </a:cubicBezTo>
                    <a:cubicBezTo>
                      <a:pt x="386" y="285"/>
                      <a:pt x="385" y="282"/>
                      <a:pt x="381" y="281"/>
                    </a:cubicBezTo>
                    <a:cubicBezTo>
                      <a:pt x="381" y="283"/>
                      <a:pt x="380" y="283"/>
                      <a:pt x="378" y="285"/>
                    </a:cubicBezTo>
                    <a:cubicBezTo>
                      <a:pt x="369" y="284"/>
                      <a:pt x="364" y="278"/>
                      <a:pt x="354" y="277"/>
                    </a:cubicBezTo>
                    <a:cubicBezTo>
                      <a:pt x="353" y="269"/>
                      <a:pt x="344" y="258"/>
                      <a:pt x="337" y="267"/>
                    </a:cubicBezTo>
                    <a:cubicBezTo>
                      <a:pt x="340" y="274"/>
                      <a:pt x="344" y="281"/>
                      <a:pt x="351" y="284"/>
                    </a:cubicBezTo>
                    <a:cubicBezTo>
                      <a:pt x="349" y="289"/>
                      <a:pt x="351" y="290"/>
                      <a:pt x="353" y="294"/>
                    </a:cubicBezTo>
                    <a:cubicBezTo>
                      <a:pt x="355" y="293"/>
                      <a:pt x="353" y="289"/>
                      <a:pt x="355" y="289"/>
                    </a:cubicBezTo>
                    <a:cubicBezTo>
                      <a:pt x="359" y="290"/>
                      <a:pt x="358" y="295"/>
                      <a:pt x="357" y="298"/>
                    </a:cubicBezTo>
                    <a:cubicBezTo>
                      <a:pt x="370" y="306"/>
                      <a:pt x="377" y="294"/>
                      <a:pt x="382" y="287"/>
                    </a:cubicBezTo>
                    <a:cubicBezTo>
                      <a:pt x="382" y="301"/>
                      <a:pt x="394" y="304"/>
                      <a:pt x="402" y="309"/>
                    </a:cubicBezTo>
                    <a:cubicBezTo>
                      <a:pt x="403" y="320"/>
                      <a:pt x="390" y="318"/>
                      <a:pt x="393" y="330"/>
                    </a:cubicBezTo>
                    <a:cubicBezTo>
                      <a:pt x="383" y="334"/>
                      <a:pt x="379" y="345"/>
                      <a:pt x="366" y="346"/>
                    </a:cubicBezTo>
                    <a:cubicBezTo>
                      <a:pt x="364" y="348"/>
                      <a:pt x="363" y="351"/>
                      <a:pt x="361" y="353"/>
                    </a:cubicBezTo>
                    <a:cubicBezTo>
                      <a:pt x="351" y="357"/>
                      <a:pt x="343" y="363"/>
                      <a:pt x="330" y="365"/>
                    </a:cubicBezTo>
                    <a:cubicBezTo>
                      <a:pt x="329" y="365"/>
                      <a:pt x="329" y="367"/>
                      <a:pt x="328" y="369"/>
                    </a:cubicBezTo>
                    <a:cubicBezTo>
                      <a:pt x="325" y="369"/>
                      <a:pt x="322" y="369"/>
                      <a:pt x="320" y="369"/>
                    </a:cubicBezTo>
                    <a:cubicBezTo>
                      <a:pt x="319" y="363"/>
                      <a:pt x="318" y="358"/>
                      <a:pt x="315" y="354"/>
                    </a:cubicBezTo>
                    <a:cubicBezTo>
                      <a:pt x="317" y="342"/>
                      <a:pt x="307" y="334"/>
                      <a:pt x="301" y="325"/>
                    </a:cubicBezTo>
                    <a:cubicBezTo>
                      <a:pt x="298" y="321"/>
                      <a:pt x="294" y="318"/>
                      <a:pt x="294" y="317"/>
                    </a:cubicBezTo>
                    <a:cubicBezTo>
                      <a:pt x="293" y="313"/>
                      <a:pt x="294" y="310"/>
                      <a:pt x="293" y="306"/>
                    </a:cubicBezTo>
                    <a:cubicBezTo>
                      <a:pt x="291" y="302"/>
                      <a:pt x="288" y="302"/>
                      <a:pt x="285" y="299"/>
                    </a:cubicBezTo>
                    <a:cubicBezTo>
                      <a:pt x="280" y="291"/>
                      <a:pt x="278" y="280"/>
                      <a:pt x="270" y="276"/>
                    </a:cubicBezTo>
                    <a:cubicBezTo>
                      <a:pt x="271" y="273"/>
                      <a:pt x="271" y="271"/>
                      <a:pt x="271" y="268"/>
                    </a:cubicBezTo>
                    <a:cubicBezTo>
                      <a:pt x="269" y="270"/>
                      <a:pt x="270" y="275"/>
                      <a:pt x="268" y="277"/>
                    </a:cubicBezTo>
                    <a:cubicBezTo>
                      <a:pt x="265" y="277"/>
                      <a:pt x="265" y="275"/>
                      <a:pt x="263" y="274"/>
                    </a:cubicBezTo>
                    <a:cubicBezTo>
                      <a:pt x="262" y="271"/>
                      <a:pt x="261" y="267"/>
                      <a:pt x="258" y="266"/>
                    </a:cubicBezTo>
                    <a:cubicBezTo>
                      <a:pt x="259" y="269"/>
                      <a:pt x="260" y="272"/>
                      <a:pt x="262" y="274"/>
                    </a:cubicBezTo>
                    <a:cubicBezTo>
                      <a:pt x="266" y="283"/>
                      <a:pt x="273" y="291"/>
                      <a:pt x="278" y="300"/>
                    </a:cubicBezTo>
                    <a:cubicBezTo>
                      <a:pt x="273" y="304"/>
                      <a:pt x="280" y="309"/>
                      <a:pt x="283" y="311"/>
                    </a:cubicBezTo>
                    <a:cubicBezTo>
                      <a:pt x="285" y="321"/>
                      <a:pt x="285" y="333"/>
                      <a:pt x="294" y="336"/>
                    </a:cubicBezTo>
                    <a:cubicBezTo>
                      <a:pt x="296" y="354"/>
                      <a:pt x="312" y="358"/>
                      <a:pt x="320" y="371"/>
                    </a:cubicBezTo>
                    <a:cubicBezTo>
                      <a:pt x="316" y="375"/>
                      <a:pt x="323" y="379"/>
                      <a:pt x="326" y="382"/>
                    </a:cubicBezTo>
                    <a:cubicBezTo>
                      <a:pt x="336" y="378"/>
                      <a:pt x="350" y="377"/>
                      <a:pt x="361" y="373"/>
                    </a:cubicBezTo>
                    <a:cubicBezTo>
                      <a:pt x="361" y="378"/>
                      <a:pt x="360" y="380"/>
                      <a:pt x="362" y="383"/>
                    </a:cubicBezTo>
                    <a:cubicBezTo>
                      <a:pt x="351" y="402"/>
                      <a:pt x="346" y="420"/>
                      <a:pt x="330" y="433"/>
                    </a:cubicBezTo>
                    <a:cubicBezTo>
                      <a:pt x="317" y="443"/>
                      <a:pt x="308" y="458"/>
                      <a:pt x="299" y="471"/>
                    </a:cubicBezTo>
                    <a:cubicBezTo>
                      <a:pt x="299" y="476"/>
                      <a:pt x="297" y="477"/>
                      <a:pt x="297" y="481"/>
                    </a:cubicBezTo>
                    <a:cubicBezTo>
                      <a:pt x="302" y="488"/>
                      <a:pt x="296" y="503"/>
                      <a:pt x="306" y="507"/>
                    </a:cubicBezTo>
                    <a:cubicBezTo>
                      <a:pt x="304" y="514"/>
                      <a:pt x="304" y="526"/>
                      <a:pt x="306" y="532"/>
                    </a:cubicBezTo>
                    <a:cubicBezTo>
                      <a:pt x="305" y="544"/>
                      <a:pt x="294" y="545"/>
                      <a:pt x="286" y="550"/>
                    </a:cubicBezTo>
                    <a:cubicBezTo>
                      <a:pt x="281" y="554"/>
                      <a:pt x="278" y="561"/>
                      <a:pt x="273" y="564"/>
                    </a:cubicBezTo>
                    <a:cubicBezTo>
                      <a:pt x="273" y="569"/>
                      <a:pt x="276" y="573"/>
                      <a:pt x="277" y="578"/>
                    </a:cubicBezTo>
                    <a:cubicBezTo>
                      <a:pt x="278" y="591"/>
                      <a:pt x="270" y="593"/>
                      <a:pt x="260" y="599"/>
                    </a:cubicBezTo>
                    <a:cubicBezTo>
                      <a:pt x="263" y="620"/>
                      <a:pt x="242" y="634"/>
                      <a:pt x="230" y="646"/>
                    </a:cubicBezTo>
                    <a:cubicBezTo>
                      <a:pt x="226" y="646"/>
                      <a:pt x="223" y="646"/>
                      <a:pt x="222" y="648"/>
                    </a:cubicBezTo>
                    <a:cubicBezTo>
                      <a:pt x="211" y="647"/>
                      <a:pt x="201" y="649"/>
                      <a:pt x="194" y="653"/>
                    </a:cubicBezTo>
                    <a:cubicBezTo>
                      <a:pt x="191" y="653"/>
                      <a:pt x="189" y="647"/>
                      <a:pt x="186" y="649"/>
                    </a:cubicBezTo>
                    <a:cubicBezTo>
                      <a:pt x="186" y="647"/>
                      <a:pt x="186" y="644"/>
                      <a:pt x="184" y="641"/>
                    </a:cubicBezTo>
                    <a:cubicBezTo>
                      <a:pt x="185" y="640"/>
                      <a:pt x="186" y="639"/>
                      <a:pt x="186" y="636"/>
                    </a:cubicBezTo>
                    <a:cubicBezTo>
                      <a:pt x="178" y="621"/>
                      <a:pt x="169" y="606"/>
                      <a:pt x="167" y="587"/>
                    </a:cubicBezTo>
                    <a:cubicBezTo>
                      <a:pt x="166" y="573"/>
                      <a:pt x="160" y="563"/>
                      <a:pt x="154" y="554"/>
                    </a:cubicBezTo>
                    <a:cubicBezTo>
                      <a:pt x="148" y="529"/>
                      <a:pt x="171" y="518"/>
                      <a:pt x="160" y="499"/>
                    </a:cubicBezTo>
                    <a:cubicBezTo>
                      <a:pt x="163" y="479"/>
                      <a:pt x="145" y="465"/>
                      <a:pt x="138" y="450"/>
                    </a:cubicBezTo>
                    <a:cubicBezTo>
                      <a:pt x="141" y="449"/>
                      <a:pt x="139" y="441"/>
                      <a:pt x="142" y="440"/>
                    </a:cubicBezTo>
                    <a:cubicBezTo>
                      <a:pt x="143" y="438"/>
                      <a:pt x="142" y="438"/>
                      <a:pt x="140" y="438"/>
                    </a:cubicBezTo>
                    <a:cubicBezTo>
                      <a:pt x="147" y="430"/>
                      <a:pt x="141" y="418"/>
                      <a:pt x="137" y="416"/>
                    </a:cubicBezTo>
                    <a:cubicBezTo>
                      <a:pt x="131" y="416"/>
                      <a:pt x="128" y="418"/>
                      <a:pt x="122" y="419"/>
                    </a:cubicBezTo>
                    <a:cubicBezTo>
                      <a:pt x="120" y="414"/>
                      <a:pt x="118" y="410"/>
                      <a:pt x="115" y="406"/>
                    </a:cubicBezTo>
                    <a:cubicBezTo>
                      <a:pt x="109" y="406"/>
                      <a:pt x="104" y="406"/>
                      <a:pt x="99" y="407"/>
                    </a:cubicBezTo>
                    <a:cubicBezTo>
                      <a:pt x="90" y="420"/>
                      <a:pt x="62" y="408"/>
                      <a:pt x="52" y="419"/>
                    </a:cubicBezTo>
                    <a:cubicBezTo>
                      <a:pt x="39" y="414"/>
                      <a:pt x="32" y="402"/>
                      <a:pt x="22" y="397"/>
                    </a:cubicBezTo>
                    <a:cubicBezTo>
                      <a:pt x="22" y="385"/>
                      <a:pt x="12" y="376"/>
                      <a:pt x="3" y="371"/>
                    </a:cubicBezTo>
                    <a:cubicBezTo>
                      <a:pt x="3" y="368"/>
                      <a:pt x="3" y="366"/>
                      <a:pt x="3" y="364"/>
                    </a:cubicBezTo>
                    <a:cubicBezTo>
                      <a:pt x="5" y="364"/>
                      <a:pt x="5" y="365"/>
                      <a:pt x="6" y="365"/>
                    </a:cubicBezTo>
                    <a:cubicBezTo>
                      <a:pt x="4" y="362"/>
                      <a:pt x="4" y="357"/>
                      <a:pt x="0" y="356"/>
                    </a:cubicBezTo>
                    <a:cubicBezTo>
                      <a:pt x="8" y="348"/>
                      <a:pt x="12" y="322"/>
                      <a:pt x="3" y="319"/>
                    </a:cubicBezTo>
                    <a:cubicBezTo>
                      <a:pt x="1" y="313"/>
                      <a:pt x="9" y="309"/>
                      <a:pt x="11" y="305"/>
                    </a:cubicBezTo>
                    <a:cubicBezTo>
                      <a:pt x="11" y="304"/>
                      <a:pt x="10" y="302"/>
                      <a:pt x="10" y="302"/>
                    </a:cubicBezTo>
                    <a:cubicBezTo>
                      <a:pt x="18" y="286"/>
                      <a:pt x="29" y="276"/>
                      <a:pt x="43" y="266"/>
                    </a:cubicBezTo>
                    <a:cubicBezTo>
                      <a:pt x="41" y="244"/>
                      <a:pt x="61" y="245"/>
                      <a:pt x="66" y="229"/>
                    </a:cubicBezTo>
                    <a:cubicBezTo>
                      <a:pt x="70" y="229"/>
                      <a:pt x="68" y="233"/>
                      <a:pt x="71" y="233"/>
                    </a:cubicBezTo>
                    <a:cubicBezTo>
                      <a:pt x="78" y="233"/>
                      <a:pt x="79" y="233"/>
                      <a:pt x="85" y="233"/>
                    </a:cubicBezTo>
                    <a:cubicBezTo>
                      <a:pt x="96" y="225"/>
                      <a:pt x="120" y="222"/>
                      <a:pt x="135" y="224"/>
                    </a:cubicBezTo>
                    <a:cubicBezTo>
                      <a:pt x="139" y="219"/>
                      <a:pt x="145" y="223"/>
                      <a:pt x="150" y="222"/>
                    </a:cubicBezTo>
                    <a:cubicBezTo>
                      <a:pt x="148" y="225"/>
                      <a:pt x="146" y="229"/>
                      <a:pt x="150" y="232"/>
                    </a:cubicBezTo>
                    <a:cubicBezTo>
                      <a:pt x="149" y="236"/>
                      <a:pt x="148" y="238"/>
                      <a:pt x="144" y="239"/>
                    </a:cubicBezTo>
                    <a:cubicBezTo>
                      <a:pt x="148" y="248"/>
                      <a:pt x="161" y="247"/>
                      <a:pt x="170" y="250"/>
                    </a:cubicBezTo>
                    <a:cubicBezTo>
                      <a:pt x="171" y="260"/>
                      <a:pt x="186" y="257"/>
                      <a:pt x="190" y="263"/>
                    </a:cubicBezTo>
                    <a:cubicBezTo>
                      <a:pt x="193" y="263"/>
                      <a:pt x="194" y="261"/>
                      <a:pt x="195" y="259"/>
                    </a:cubicBezTo>
                    <a:cubicBezTo>
                      <a:pt x="195" y="257"/>
                      <a:pt x="195" y="255"/>
                      <a:pt x="194" y="253"/>
                    </a:cubicBezTo>
                    <a:cubicBezTo>
                      <a:pt x="196" y="248"/>
                      <a:pt x="200" y="247"/>
                      <a:pt x="205" y="247"/>
                    </a:cubicBezTo>
                    <a:cubicBezTo>
                      <a:pt x="208" y="247"/>
                      <a:pt x="218" y="254"/>
                      <a:pt x="223" y="255"/>
                    </a:cubicBezTo>
                    <a:cubicBezTo>
                      <a:pt x="229" y="257"/>
                      <a:pt x="238" y="259"/>
                      <a:pt x="242" y="258"/>
                    </a:cubicBezTo>
                    <a:cubicBezTo>
                      <a:pt x="248" y="258"/>
                      <a:pt x="249" y="255"/>
                      <a:pt x="254" y="255"/>
                    </a:cubicBezTo>
                    <a:cubicBezTo>
                      <a:pt x="258" y="255"/>
                      <a:pt x="261" y="260"/>
                      <a:pt x="265" y="257"/>
                    </a:cubicBezTo>
                    <a:cubicBezTo>
                      <a:pt x="274" y="253"/>
                      <a:pt x="271" y="231"/>
                      <a:pt x="274" y="224"/>
                    </a:cubicBezTo>
                    <a:cubicBezTo>
                      <a:pt x="267" y="224"/>
                      <a:pt x="263" y="227"/>
                      <a:pt x="258" y="229"/>
                    </a:cubicBezTo>
                    <a:cubicBezTo>
                      <a:pt x="253" y="228"/>
                      <a:pt x="253" y="223"/>
                      <a:pt x="247" y="224"/>
                    </a:cubicBezTo>
                    <a:cubicBezTo>
                      <a:pt x="246" y="225"/>
                      <a:pt x="246" y="227"/>
                      <a:pt x="244" y="228"/>
                    </a:cubicBezTo>
                    <a:cubicBezTo>
                      <a:pt x="238" y="228"/>
                      <a:pt x="238" y="222"/>
                      <a:pt x="232" y="225"/>
                    </a:cubicBezTo>
                    <a:cubicBezTo>
                      <a:pt x="234" y="223"/>
                      <a:pt x="228" y="217"/>
                      <a:pt x="225" y="215"/>
                    </a:cubicBezTo>
                    <a:cubicBezTo>
                      <a:pt x="227" y="214"/>
                      <a:pt x="226" y="211"/>
                      <a:pt x="227" y="207"/>
                    </a:cubicBezTo>
                    <a:cubicBezTo>
                      <a:pt x="222" y="206"/>
                      <a:pt x="226" y="213"/>
                      <a:pt x="224" y="210"/>
                    </a:cubicBezTo>
                    <a:cubicBezTo>
                      <a:pt x="220" y="211"/>
                      <a:pt x="223" y="204"/>
                      <a:pt x="224" y="203"/>
                    </a:cubicBezTo>
                    <a:cubicBezTo>
                      <a:pt x="223" y="199"/>
                      <a:pt x="217" y="200"/>
                      <a:pt x="212" y="200"/>
                    </a:cubicBezTo>
                    <a:cubicBezTo>
                      <a:pt x="210" y="201"/>
                      <a:pt x="213" y="202"/>
                      <a:pt x="211" y="205"/>
                    </a:cubicBezTo>
                    <a:cubicBezTo>
                      <a:pt x="209" y="207"/>
                      <a:pt x="208" y="202"/>
                      <a:pt x="206" y="202"/>
                    </a:cubicBezTo>
                    <a:cubicBezTo>
                      <a:pt x="205" y="206"/>
                      <a:pt x="209" y="206"/>
                      <a:pt x="210" y="210"/>
                    </a:cubicBezTo>
                    <a:cubicBezTo>
                      <a:pt x="207" y="208"/>
                      <a:pt x="208" y="211"/>
                      <a:pt x="207" y="211"/>
                    </a:cubicBezTo>
                    <a:cubicBezTo>
                      <a:pt x="209" y="212"/>
                      <a:pt x="215" y="212"/>
                      <a:pt x="215" y="217"/>
                    </a:cubicBezTo>
                    <a:cubicBezTo>
                      <a:pt x="214" y="216"/>
                      <a:pt x="213" y="216"/>
                      <a:pt x="213" y="219"/>
                    </a:cubicBezTo>
                    <a:cubicBezTo>
                      <a:pt x="212" y="219"/>
                      <a:pt x="212" y="217"/>
                      <a:pt x="210" y="217"/>
                    </a:cubicBezTo>
                    <a:cubicBezTo>
                      <a:pt x="210" y="220"/>
                      <a:pt x="208" y="222"/>
                      <a:pt x="210" y="226"/>
                    </a:cubicBezTo>
                    <a:cubicBezTo>
                      <a:pt x="205" y="225"/>
                      <a:pt x="202" y="224"/>
                      <a:pt x="199" y="217"/>
                    </a:cubicBezTo>
                    <a:cubicBezTo>
                      <a:pt x="201" y="215"/>
                      <a:pt x="205" y="216"/>
                      <a:pt x="208" y="216"/>
                    </a:cubicBezTo>
                    <a:cubicBezTo>
                      <a:pt x="207" y="213"/>
                      <a:pt x="202" y="215"/>
                      <a:pt x="199" y="214"/>
                    </a:cubicBezTo>
                    <a:cubicBezTo>
                      <a:pt x="199" y="213"/>
                      <a:pt x="198" y="212"/>
                      <a:pt x="197" y="212"/>
                    </a:cubicBezTo>
                    <a:cubicBezTo>
                      <a:pt x="197" y="211"/>
                      <a:pt x="198" y="211"/>
                      <a:pt x="199" y="211"/>
                    </a:cubicBezTo>
                    <a:cubicBezTo>
                      <a:pt x="191" y="208"/>
                      <a:pt x="189" y="205"/>
                      <a:pt x="190" y="195"/>
                    </a:cubicBezTo>
                    <a:cubicBezTo>
                      <a:pt x="188" y="191"/>
                      <a:pt x="186" y="191"/>
                      <a:pt x="180" y="189"/>
                    </a:cubicBezTo>
                    <a:cubicBezTo>
                      <a:pt x="171" y="186"/>
                      <a:pt x="166" y="169"/>
                      <a:pt x="163" y="177"/>
                    </a:cubicBezTo>
                    <a:cubicBezTo>
                      <a:pt x="162" y="176"/>
                      <a:pt x="161" y="174"/>
                      <a:pt x="162" y="171"/>
                    </a:cubicBezTo>
                    <a:cubicBezTo>
                      <a:pt x="158" y="170"/>
                      <a:pt x="159" y="174"/>
                      <a:pt x="155" y="173"/>
                    </a:cubicBezTo>
                    <a:cubicBezTo>
                      <a:pt x="154" y="182"/>
                      <a:pt x="164" y="185"/>
                      <a:pt x="167" y="193"/>
                    </a:cubicBezTo>
                    <a:cubicBezTo>
                      <a:pt x="170" y="193"/>
                      <a:pt x="172" y="193"/>
                      <a:pt x="174" y="193"/>
                    </a:cubicBezTo>
                    <a:cubicBezTo>
                      <a:pt x="171" y="201"/>
                      <a:pt x="187" y="197"/>
                      <a:pt x="186" y="206"/>
                    </a:cubicBezTo>
                    <a:cubicBezTo>
                      <a:pt x="183" y="206"/>
                      <a:pt x="182" y="203"/>
                      <a:pt x="179" y="203"/>
                    </a:cubicBezTo>
                    <a:cubicBezTo>
                      <a:pt x="178" y="203"/>
                      <a:pt x="177" y="204"/>
                      <a:pt x="176" y="205"/>
                    </a:cubicBezTo>
                    <a:cubicBezTo>
                      <a:pt x="180" y="208"/>
                      <a:pt x="179" y="212"/>
                      <a:pt x="176" y="216"/>
                    </a:cubicBezTo>
                    <a:cubicBezTo>
                      <a:pt x="170" y="215"/>
                      <a:pt x="169" y="219"/>
                      <a:pt x="169" y="225"/>
                    </a:cubicBezTo>
                    <a:cubicBezTo>
                      <a:pt x="165" y="222"/>
                      <a:pt x="159" y="221"/>
                      <a:pt x="157" y="217"/>
                    </a:cubicBezTo>
                    <a:cubicBezTo>
                      <a:pt x="160" y="215"/>
                      <a:pt x="168" y="217"/>
                      <a:pt x="172" y="215"/>
                    </a:cubicBezTo>
                    <a:cubicBezTo>
                      <a:pt x="178" y="197"/>
                      <a:pt x="148" y="198"/>
                      <a:pt x="145" y="182"/>
                    </a:cubicBezTo>
                    <a:cubicBezTo>
                      <a:pt x="144" y="180"/>
                      <a:pt x="141" y="180"/>
                      <a:pt x="139" y="179"/>
                    </a:cubicBezTo>
                    <a:cubicBezTo>
                      <a:pt x="135" y="181"/>
                      <a:pt x="130" y="184"/>
                      <a:pt x="125" y="187"/>
                    </a:cubicBezTo>
                    <a:cubicBezTo>
                      <a:pt x="122" y="183"/>
                      <a:pt x="107" y="183"/>
                      <a:pt x="112" y="192"/>
                    </a:cubicBezTo>
                    <a:cubicBezTo>
                      <a:pt x="108" y="198"/>
                      <a:pt x="90" y="201"/>
                      <a:pt x="96" y="211"/>
                    </a:cubicBezTo>
                    <a:cubicBezTo>
                      <a:pt x="92" y="222"/>
                      <a:pt x="78" y="224"/>
                      <a:pt x="66" y="228"/>
                    </a:cubicBezTo>
                    <a:cubicBezTo>
                      <a:pt x="64" y="221"/>
                      <a:pt x="57" y="222"/>
                      <a:pt x="50" y="223"/>
                    </a:cubicBezTo>
                    <a:cubicBezTo>
                      <a:pt x="52" y="220"/>
                      <a:pt x="52" y="214"/>
                      <a:pt x="48" y="212"/>
                    </a:cubicBezTo>
                    <a:cubicBezTo>
                      <a:pt x="52" y="205"/>
                      <a:pt x="56" y="195"/>
                      <a:pt x="52" y="186"/>
                    </a:cubicBezTo>
                    <a:cubicBezTo>
                      <a:pt x="59" y="180"/>
                      <a:pt x="75" y="185"/>
                      <a:pt x="87" y="185"/>
                    </a:cubicBezTo>
                    <a:cubicBezTo>
                      <a:pt x="93" y="184"/>
                      <a:pt x="89" y="170"/>
                      <a:pt x="92" y="169"/>
                    </a:cubicBezTo>
                    <a:cubicBezTo>
                      <a:pt x="89" y="161"/>
                      <a:pt x="80" y="162"/>
                      <a:pt x="76" y="154"/>
                    </a:cubicBezTo>
                    <a:cubicBezTo>
                      <a:pt x="81" y="154"/>
                      <a:pt x="86" y="154"/>
                      <a:pt x="91" y="154"/>
                    </a:cubicBezTo>
                    <a:cubicBezTo>
                      <a:pt x="92" y="151"/>
                      <a:pt x="89" y="150"/>
                      <a:pt x="90" y="147"/>
                    </a:cubicBezTo>
                    <a:cubicBezTo>
                      <a:pt x="95" y="153"/>
                      <a:pt x="100" y="147"/>
                      <a:pt x="106" y="145"/>
                    </a:cubicBezTo>
                    <a:cubicBezTo>
                      <a:pt x="106" y="143"/>
                      <a:pt x="106" y="142"/>
                      <a:pt x="106" y="140"/>
                    </a:cubicBezTo>
                    <a:cubicBezTo>
                      <a:pt x="114" y="139"/>
                      <a:pt x="119" y="136"/>
                      <a:pt x="120" y="129"/>
                    </a:cubicBezTo>
                    <a:cubicBezTo>
                      <a:pt x="124" y="129"/>
                      <a:pt x="131" y="122"/>
                      <a:pt x="137" y="126"/>
                    </a:cubicBezTo>
                    <a:cubicBezTo>
                      <a:pt x="144" y="120"/>
                      <a:pt x="134" y="116"/>
                      <a:pt x="137" y="107"/>
                    </a:cubicBezTo>
                    <a:cubicBezTo>
                      <a:pt x="141" y="106"/>
                      <a:pt x="142" y="103"/>
                      <a:pt x="146" y="103"/>
                    </a:cubicBezTo>
                    <a:cubicBezTo>
                      <a:pt x="146" y="106"/>
                      <a:pt x="146" y="109"/>
                      <a:pt x="148" y="109"/>
                    </a:cubicBezTo>
                    <a:cubicBezTo>
                      <a:pt x="148" y="114"/>
                      <a:pt x="145" y="109"/>
                      <a:pt x="144" y="112"/>
                    </a:cubicBezTo>
                    <a:cubicBezTo>
                      <a:pt x="147" y="115"/>
                      <a:pt x="148" y="118"/>
                      <a:pt x="152" y="118"/>
                    </a:cubicBezTo>
                    <a:cubicBezTo>
                      <a:pt x="153" y="115"/>
                      <a:pt x="149" y="118"/>
                      <a:pt x="149" y="115"/>
                    </a:cubicBezTo>
                    <a:cubicBezTo>
                      <a:pt x="150" y="111"/>
                      <a:pt x="155" y="111"/>
                      <a:pt x="157" y="110"/>
                    </a:cubicBezTo>
                    <a:cubicBezTo>
                      <a:pt x="154" y="104"/>
                      <a:pt x="151" y="98"/>
                      <a:pt x="147" y="92"/>
                    </a:cubicBezTo>
                    <a:cubicBezTo>
                      <a:pt x="143" y="97"/>
                      <a:pt x="132" y="104"/>
                      <a:pt x="125" y="97"/>
                    </a:cubicBezTo>
                    <a:cubicBezTo>
                      <a:pt x="124" y="94"/>
                      <a:pt x="128" y="96"/>
                      <a:pt x="128" y="93"/>
                    </a:cubicBezTo>
                    <a:cubicBezTo>
                      <a:pt x="126" y="92"/>
                      <a:pt x="130" y="87"/>
                      <a:pt x="126" y="86"/>
                    </a:cubicBezTo>
                    <a:cubicBezTo>
                      <a:pt x="125" y="86"/>
                      <a:pt x="125" y="86"/>
                      <a:pt x="124" y="86"/>
                    </a:cubicBezTo>
                    <a:cubicBezTo>
                      <a:pt x="124" y="84"/>
                      <a:pt x="124" y="81"/>
                      <a:pt x="124" y="78"/>
                    </a:cubicBezTo>
                    <a:cubicBezTo>
                      <a:pt x="132" y="78"/>
                      <a:pt x="131" y="72"/>
                      <a:pt x="138" y="73"/>
                    </a:cubicBezTo>
                    <a:cubicBezTo>
                      <a:pt x="139" y="71"/>
                      <a:pt x="137" y="72"/>
                      <a:pt x="138" y="69"/>
                    </a:cubicBezTo>
                    <a:cubicBezTo>
                      <a:pt x="151" y="72"/>
                      <a:pt x="153" y="55"/>
                      <a:pt x="165" y="48"/>
                    </a:cubicBezTo>
                    <a:cubicBezTo>
                      <a:pt x="169" y="48"/>
                      <a:pt x="169" y="44"/>
                      <a:pt x="174" y="45"/>
                    </a:cubicBezTo>
                    <a:cubicBezTo>
                      <a:pt x="174" y="44"/>
                      <a:pt x="172" y="45"/>
                      <a:pt x="172" y="43"/>
                    </a:cubicBezTo>
                    <a:cubicBezTo>
                      <a:pt x="175" y="42"/>
                      <a:pt x="169" y="43"/>
                      <a:pt x="171" y="40"/>
                    </a:cubicBezTo>
                    <a:cubicBezTo>
                      <a:pt x="172" y="40"/>
                      <a:pt x="173" y="39"/>
                      <a:pt x="175" y="39"/>
                    </a:cubicBezTo>
                    <a:cubicBezTo>
                      <a:pt x="176" y="42"/>
                      <a:pt x="179" y="41"/>
                      <a:pt x="181" y="39"/>
                    </a:cubicBezTo>
                    <a:cubicBezTo>
                      <a:pt x="184" y="36"/>
                      <a:pt x="190" y="37"/>
                      <a:pt x="191" y="36"/>
                    </a:cubicBezTo>
                    <a:cubicBezTo>
                      <a:pt x="192" y="36"/>
                      <a:pt x="192" y="37"/>
                      <a:pt x="192" y="37"/>
                    </a:cubicBezTo>
                    <a:cubicBezTo>
                      <a:pt x="194" y="38"/>
                      <a:pt x="195" y="37"/>
                      <a:pt x="195" y="35"/>
                    </a:cubicBezTo>
                    <a:cubicBezTo>
                      <a:pt x="199" y="34"/>
                      <a:pt x="199" y="30"/>
                      <a:pt x="204" y="32"/>
                    </a:cubicBezTo>
                    <a:cubicBezTo>
                      <a:pt x="204" y="34"/>
                      <a:pt x="202" y="34"/>
                      <a:pt x="202" y="36"/>
                    </a:cubicBezTo>
                    <a:cubicBezTo>
                      <a:pt x="205" y="36"/>
                      <a:pt x="205" y="30"/>
                      <a:pt x="208" y="35"/>
                    </a:cubicBezTo>
                    <a:cubicBezTo>
                      <a:pt x="209" y="34"/>
                      <a:pt x="208" y="32"/>
                      <a:pt x="210" y="32"/>
                    </a:cubicBezTo>
                    <a:cubicBezTo>
                      <a:pt x="215" y="33"/>
                      <a:pt x="217" y="33"/>
                      <a:pt x="223" y="35"/>
                    </a:cubicBezTo>
                    <a:cubicBezTo>
                      <a:pt x="223" y="37"/>
                      <a:pt x="219" y="36"/>
                      <a:pt x="219" y="37"/>
                    </a:cubicBezTo>
                    <a:cubicBezTo>
                      <a:pt x="220" y="39"/>
                      <a:pt x="221" y="38"/>
                      <a:pt x="222" y="37"/>
                    </a:cubicBezTo>
                    <a:cubicBezTo>
                      <a:pt x="223" y="40"/>
                      <a:pt x="229" y="38"/>
                      <a:pt x="232" y="38"/>
                    </a:cubicBezTo>
                    <a:cubicBezTo>
                      <a:pt x="232" y="38"/>
                      <a:pt x="232" y="38"/>
                      <a:pt x="233" y="38"/>
                    </a:cubicBezTo>
                    <a:cubicBezTo>
                      <a:pt x="233" y="40"/>
                      <a:pt x="235" y="40"/>
                      <a:pt x="234" y="42"/>
                    </a:cubicBezTo>
                    <a:cubicBezTo>
                      <a:pt x="248" y="43"/>
                      <a:pt x="261" y="44"/>
                      <a:pt x="267" y="52"/>
                    </a:cubicBezTo>
                    <a:cubicBezTo>
                      <a:pt x="262" y="60"/>
                      <a:pt x="246" y="56"/>
                      <a:pt x="237" y="54"/>
                    </a:cubicBezTo>
                    <a:cubicBezTo>
                      <a:pt x="238" y="56"/>
                      <a:pt x="242" y="56"/>
                      <a:pt x="243" y="58"/>
                    </a:cubicBezTo>
                    <a:cubicBezTo>
                      <a:pt x="241" y="64"/>
                      <a:pt x="248" y="68"/>
                      <a:pt x="256" y="68"/>
                    </a:cubicBezTo>
                    <a:cubicBezTo>
                      <a:pt x="258" y="66"/>
                      <a:pt x="250" y="66"/>
                      <a:pt x="252" y="61"/>
                    </a:cubicBezTo>
                    <a:cubicBezTo>
                      <a:pt x="256" y="62"/>
                      <a:pt x="259" y="65"/>
                      <a:pt x="265" y="64"/>
                    </a:cubicBezTo>
                    <a:cubicBezTo>
                      <a:pt x="267" y="63"/>
                      <a:pt x="262" y="61"/>
                      <a:pt x="263" y="59"/>
                    </a:cubicBezTo>
                    <a:cubicBezTo>
                      <a:pt x="267" y="57"/>
                      <a:pt x="275" y="52"/>
                      <a:pt x="279" y="57"/>
                    </a:cubicBezTo>
                    <a:cubicBezTo>
                      <a:pt x="280" y="53"/>
                      <a:pt x="277" y="46"/>
                      <a:pt x="273" y="44"/>
                    </a:cubicBezTo>
                    <a:cubicBezTo>
                      <a:pt x="277" y="41"/>
                      <a:pt x="283" y="45"/>
                      <a:pt x="286" y="46"/>
                    </a:cubicBezTo>
                    <a:cubicBezTo>
                      <a:pt x="287" y="49"/>
                      <a:pt x="283" y="48"/>
                      <a:pt x="282" y="49"/>
                    </a:cubicBezTo>
                    <a:cubicBezTo>
                      <a:pt x="281" y="53"/>
                      <a:pt x="285" y="52"/>
                      <a:pt x="286" y="54"/>
                    </a:cubicBezTo>
                    <a:cubicBezTo>
                      <a:pt x="294" y="46"/>
                      <a:pt x="306" y="45"/>
                      <a:pt x="315" y="41"/>
                    </a:cubicBezTo>
                    <a:cubicBezTo>
                      <a:pt x="313" y="43"/>
                      <a:pt x="314" y="43"/>
                      <a:pt x="314" y="46"/>
                    </a:cubicBezTo>
                    <a:cubicBezTo>
                      <a:pt x="320" y="44"/>
                      <a:pt x="329" y="46"/>
                      <a:pt x="331" y="41"/>
                    </a:cubicBezTo>
                    <a:cubicBezTo>
                      <a:pt x="335" y="41"/>
                      <a:pt x="333" y="45"/>
                      <a:pt x="336" y="45"/>
                    </a:cubicBezTo>
                    <a:cubicBezTo>
                      <a:pt x="338" y="45"/>
                      <a:pt x="337" y="43"/>
                      <a:pt x="340" y="43"/>
                    </a:cubicBezTo>
                    <a:cubicBezTo>
                      <a:pt x="340" y="41"/>
                      <a:pt x="335" y="40"/>
                      <a:pt x="337" y="38"/>
                    </a:cubicBezTo>
                    <a:cubicBezTo>
                      <a:pt x="351" y="38"/>
                      <a:pt x="360" y="43"/>
                      <a:pt x="372" y="45"/>
                    </a:cubicBezTo>
                    <a:cubicBezTo>
                      <a:pt x="371" y="40"/>
                      <a:pt x="366" y="40"/>
                      <a:pt x="361" y="39"/>
                    </a:cubicBezTo>
                    <a:cubicBezTo>
                      <a:pt x="362" y="35"/>
                      <a:pt x="359" y="34"/>
                      <a:pt x="358" y="31"/>
                    </a:cubicBezTo>
                    <a:cubicBezTo>
                      <a:pt x="360" y="29"/>
                      <a:pt x="361" y="26"/>
                      <a:pt x="362" y="24"/>
                    </a:cubicBezTo>
                    <a:cubicBezTo>
                      <a:pt x="363" y="24"/>
                      <a:pt x="363" y="23"/>
                      <a:pt x="364" y="23"/>
                    </a:cubicBezTo>
                    <a:cubicBezTo>
                      <a:pt x="371" y="22"/>
                      <a:pt x="379" y="24"/>
                      <a:pt x="376" y="30"/>
                    </a:cubicBezTo>
                    <a:cubicBezTo>
                      <a:pt x="380" y="35"/>
                      <a:pt x="385" y="40"/>
                      <a:pt x="390" y="44"/>
                    </a:cubicBezTo>
                    <a:cubicBezTo>
                      <a:pt x="391" y="49"/>
                      <a:pt x="388" y="49"/>
                      <a:pt x="388" y="53"/>
                    </a:cubicBezTo>
                    <a:cubicBezTo>
                      <a:pt x="385" y="53"/>
                      <a:pt x="381" y="53"/>
                      <a:pt x="378" y="53"/>
                    </a:cubicBezTo>
                    <a:cubicBezTo>
                      <a:pt x="380" y="58"/>
                      <a:pt x="395" y="56"/>
                      <a:pt x="396" y="51"/>
                    </a:cubicBezTo>
                    <a:cubicBezTo>
                      <a:pt x="396" y="46"/>
                      <a:pt x="392" y="45"/>
                      <a:pt x="396" y="42"/>
                    </a:cubicBezTo>
                    <a:cubicBezTo>
                      <a:pt x="393" y="40"/>
                      <a:pt x="389" y="40"/>
                      <a:pt x="386" y="38"/>
                    </a:cubicBezTo>
                    <a:cubicBezTo>
                      <a:pt x="389" y="32"/>
                      <a:pt x="383" y="32"/>
                      <a:pt x="379" y="30"/>
                    </a:cubicBezTo>
                    <a:cubicBezTo>
                      <a:pt x="379" y="27"/>
                      <a:pt x="387" y="27"/>
                      <a:pt x="383" y="25"/>
                    </a:cubicBezTo>
                    <a:cubicBezTo>
                      <a:pt x="385" y="24"/>
                      <a:pt x="387" y="30"/>
                      <a:pt x="390" y="30"/>
                    </a:cubicBezTo>
                    <a:cubicBezTo>
                      <a:pt x="393" y="32"/>
                      <a:pt x="397" y="33"/>
                      <a:pt x="402" y="33"/>
                    </a:cubicBezTo>
                    <a:cubicBezTo>
                      <a:pt x="399" y="31"/>
                      <a:pt x="394" y="30"/>
                      <a:pt x="390" y="29"/>
                    </a:cubicBezTo>
                    <a:cubicBezTo>
                      <a:pt x="390" y="24"/>
                      <a:pt x="394" y="29"/>
                      <a:pt x="397" y="28"/>
                    </a:cubicBezTo>
                    <a:cubicBezTo>
                      <a:pt x="393" y="22"/>
                      <a:pt x="409" y="27"/>
                      <a:pt x="413" y="29"/>
                    </a:cubicBezTo>
                    <a:cubicBezTo>
                      <a:pt x="411" y="23"/>
                      <a:pt x="401" y="26"/>
                      <a:pt x="401" y="19"/>
                    </a:cubicBezTo>
                    <a:cubicBezTo>
                      <a:pt x="407" y="18"/>
                      <a:pt x="416" y="17"/>
                      <a:pt x="423" y="18"/>
                    </a:cubicBezTo>
                    <a:cubicBezTo>
                      <a:pt x="422" y="15"/>
                      <a:pt x="416" y="18"/>
                      <a:pt x="416" y="14"/>
                    </a:cubicBezTo>
                    <a:cubicBezTo>
                      <a:pt x="419" y="13"/>
                      <a:pt x="418" y="13"/>
                      <a:pt x="419" y="11"/>
                    </a:cubicBezTo>
                    <a:cubicBezTo>
                      <a:pt x="425" y="10"/>
                      <a:pt x="434" y="11"/>
                      <a:pt x="439" y="10"/>
                    </a:cubicBezTo>
                    <a:cubicBezTo>
                      <a:pt x="439" y="8"/>
                      <a:pt x="437" y="9"/>
                      <a:pt x="435" y="9"/>
                    </a:cubicBezTo>
                    <a:cubicBezTo>
                      <a:pt x="443" y="6"/>
                      <a:pt x="450" y="9"/>
                      <a:pt x="458" y="8"/>
                    </a:cubicBezTo>
                    <a:cubicBezTo>
                      <a:pt x="458" y="6"/>
                      <a:pt x="456" y="7"/>
                      <a:pt x="454" y="7"/>
                    </a:cubicBezTo>
                    <a:cubicBezTo>
                      <a:pt x="457" y="4"/>
                      <a:pt x="460" y="8"/>
                      <a:pt x="464" y="7"/>
                    </a:cubicBezTo>
                    <a:cubicBezTo>
                      <a:pt x="464" y="4"/>
                      <a:pt x="460" y="5"/>
                      <a:pt x="459" y="4"/>
                    </a:cubicBezTo>
                    <a:cubicBezTo>
                      <a:pt x="461" y="0"/>
                      <a:pt x="468" y="1"/>
                      <a:pt x="474" y="1"/>
                    </a:cubicBezTo>
                    <a:cubicBezTo>
                      <a:pt x="473" y="2"/>
                      <a:pt x="472" y="2"/>
                      <a:pt x="471" y="2"/>
                    </a:cubicBezTo>
                    <a:cubicBezTo>
                      <a:pt x="481" y="9"/>
                      <a:pt x="502" y="4"/>
                      <a:pt x="512" y="11"/>
                    </a:cubicBezTo>
                    <a:cubicBezTo>
                      <a:pt x="507" y="14"/>
                      <a:pt x="502" y="17"/>
                      <a:pt x="498" y="21"/>
                    </a:cubicBezTo>
                    <a:cubicBezTo>
                      <a:pt x="503" y="22"/>
                      <a:pt x="504" y="20"/>
                      <a:pt x="508" y="20"/>
                    </a:cubicBezTo>
                    <a:cubicBezTo>
                      <a:pt x="508" y="18"/>
                      <a:pt x="504" y="21"/>
                      <a:pt x="505" y="17"/>
                    </a:cubicBezTo>
                    <a:cubicBezTo>
                      <a:pt x="508" y="17"/>
                      <a:pt x="510" y="17"/>
                      <a:pt x="511" y="18"/>
                    </a:cubicBezTo>
                    <a:cubicBezTo>
                      <a:pt x="513" y="18"/>
                      <a:pt x="516" y="21"/>
                      <a:pt x="517" y="18"/>
                    </a:cubicBezTo>
                    <a:cubicBezTo>
                      <a:pt x="532" y="17"/>
                      <a:pt x="541" y="23"/>
                      <a:pt x="557" y="22"/>
                    </a:cubicBezTo>
                    <a:cubicBezTo>
                      <a:pt x="558" y="22"/>
                      <a:pt x="557" y="20"/>
                      <a:pt x="556" y="20"/>
                    </a:cubicBezTo>
                    <a:cubicBezTo>
                      <a:pt x="568" y="17"/>
                      <a:pt x="577" y="21"/>
                      <a:pt x="586" y="25"/>
                    </a:cubicBezTo>
                    <a:cubicBezTo>
                      <a:pt x="586" y="27"/>
                      <a:pt x="585" y="27"/>
                      <a:pt x="584" y="27"/>
                    </a:cubicBezTo>
                    <a:cubicBezTo>
                      <a:pt x="589" y="29"/>
                      <a:pt x="593" y="33"/>
                      <a:pt x="600" y="33"/>
                    </a:cubicBezTo>
                    <a:cubicBezTo>
                      <a:pt x="603" y="31"/>
                      <a:pt x="598" y="30"/>
                      <a:pt x="599" y="28"/>
                    </a:cubicBezTo>
                    <a:cubicBezTo>
                      <a:pt x="606" y="31"/>
                      <a:pt x="618" y="30"/>
                      <a:pt x="626" y="29"/>
                    </a:cubicBezTo>
                    <a:cubicBezTo>
                      <a:pt x="623" y="27"/>
                      <a:pt x="627" y="25"/>
                      <a:pt x="621" y="26"/>
                    </a:cubicBezTo>
                    <a:cubicBezTo>
                      <a:pt x="622" y="25"/>
                      <a:pt x="623" y="25"/>
                      <a:pt x="623" y="24"/>
                    </a:cubicBezTo>
                    <a:cubicBezTo>
                      <a:pt x="623" y="22"/>
                      <a:pt x="627" y="22"/>
                      <a:pt x="631" y="22"/>
                    </a:cubicBezTo>
                    <a:cubicBezTo>
                      <a:pt x="644" y="22"/>
                      <a:pt x="650" y="28"/>
                      <a:pt x="664" y="27"/>
                    </a:cubicBezTo>
                    <a:cubicBezTo>
                      <a:pt x="662" y="29"/>
                      <a:pt x="664" y="28"/>
                      <a:pt x="665" y="30"/>
                    </a:cubicBezTo>
                    <a:cubicBezTo>
                      <a:pt x="692" y="33"/>
                      <a:pt x="717" y="38"/>
                      <a:pt x="745" y="39"/>
                    </a:cubicBezTo>
                    <a:cubicBezTo>
                      <a:pt x="748" y="39"/>
                      <a:pt x="751" y="39"/>
                      <a:pt x="752" y="40"/>
                    </a:cubicBezTo>
                    <a:close/>
                    <a:moveTo>
                      <a:pt x="229" y="199"/>
                    </a:moveTo>
                    <a:cubicBezTo>
                      <a:pt x="229" y="200"/>
                      <a:pt x="228" y="201"/>
                      <a:pt x="228" y="202"/>
                    </a:cubicBezTo>
                    <a:cubicBezTo>
                      <a:pt x="231" y="203"/>
                      <a:pt x="231" y="202"/>
                      <a:pt x="235" y="203"/>
                    </a:cubicBezTo>
                    <a:cubicBezTo>
                      <a:pt x="234" y="199"/>
                      <a:pt x="239" y="202"/>
                      <a:pt x="238" y="200"/>
                    </a:cubicBezTo>
                    <a:cubicBezTo>
                      <a:pt x="236" y="199"/>
                      <a:pt x="232" y="199"/>
                      <a:pt x="229" y="199"/>
                    </a:cubicBezTo>
                    <a:close/>
                    <a:moveTo>
                      <a:pt x="192" y="85"/>
                    </a:moveTo>
                    <a:cubicBezTo>
                      <a:pt x="186" y="70"/>
                      <a:pt x="200" y="69"/>
                      <a:pt x="206" y="61"/>
                    </a:cubicBezTo>
                    <a:cubicBezTo>
                      <a:pt x="203" y="57"/>
                      <a:pt x="193" y="58"/>
                      <a:pt x="190" y="61"/>
                    </a:cubicBezTo>
                    <a:cubicBezTo>
                      <a:pt x="193" y="74"/>
                      <a:pt x="171" y="69"/>
                      <a:pt x="174" y="85"/>
                    </a:cubicBezTo>
                    <a:cubicBezTo>
                      <a:pt x="179" y="85"/>
                      <a:pt x="180" y="89"/>
                      <a:pt x="183" y="90"/>
                    </a:cubicBezTo>
                    <a:cubicBezTo>
                      <a:pt x="180" y="94"/>
                      <a:pt x="179" y="96"/>
                      <a:pt x="173" y="98"/>
                    </a:cubicBezTo>
                    <a:cubicBezTo>
                      <a:pt x="173" y="104"/>
                      <a:pt x="171" y="108"/>
                      <a:pt x="175" y="107"/>
                    </a:cubicBezTo>
                    <a:cubicBezTo>
                      <a:pt x="172" y="110"/>
                      <a:pt x="171" y="111"/>
                      <a:pt x="163" y="111"/>
                    </a:cubicBezTo>
                    <a:cubicBezTo>
                      <a:pt x="163" y="113"/>
                      <a:pt x="164" y="115"/>
                      <a:pt x="162" y="115"/>
                    </a:cubicBezTo>
                    <a:cubicBezTo>
                      <a:pt x="159" y="116"/>
                      <a:pt x="157" y="115"/>
                      <a:pt x="156" y="113"/>
                    </a:cubicBezTo>
                    <a:cubicBezTo>
                      <a:pt x="154" y="115"/>
                      <a:pt x="155" y="119"/>
                      <a:pt x="152" y="120"/>
                    </a:cubicBezTo>
                    <a:cubicBezTo>
                      <a:pt x="148" y="120"/>
                      <a:pt x="145" y="115"/>
                      <a:pt x="142" y="117"/>
                    </a:cubicBezTo>
                    <a:cubicBezTo>
                      <a:pt x="145" y="119"/>
                      <a:pt x="146" y="122"/>
                      <a:pt x="150" y="123"/>
                    </a:cubicBezTo>
                    <a:cubicBezTo>
                      <a:pt x="152" y="122"/>
                      <a:pt x="155" y="121"/>
                      <a:pt x="157" y="120"/>
                    </a:cubicBezTo>
                    <a:cubicBezTo>
                      <a:pt x="165" y="127"/>
                      <a:pt x="173" y="118"/>
                      <a:pt x="183" y="118"/>
                    </a:cubicBezTo>
                    <a:cubicBezTo>
                      <a:pt x="183" y="119"/>
                      <a:pt x="183" y="121"/>
                      <a:pt x="183" y="122"/>
                    </a:cubicBezTo>
                    <a:cubicBezTo>
                      <a:pt x="188" y="122"/>
                      <a:pt x="188" y="115"/>
                      <a:pt x="193" y="118"/>
                    </a:cubicBezTo>
                    <a:cubicBezTo>
                      <a:pt x="193" y="111"/>
                      <a:pt x="190" y="103"/>
                      <a:pt x="198" y="102"/>
                    </a:cubicBezTo>
                    <a:cubicBezTo>
                      <a:pt x="201" y="103"/>
                      <a:pt x="201" y="106"/>
                      <a:pt x="205" y="107"/>
                    </a:cubicBezTo>
                    <a:cubicBezTo>
                      <a:pt x="208" y="104"/>
                      <a:pt x="205" y="102"/>
                      <a:pt x="207" y="99"/>
                    </a:cubicBezTo>
                    <a:cubicBezTo>
                      <a:pt x="204" y="99"/>
                      <a:pt x="201" y="99"/>
                      <a:pt x="202" y="96"/>
                    </a:cubicBezTo>
                    <a:cubicBezTo>
                      <a:pt x="206" y="87"/>
                      <a:pt x="222" y="96"/>
                      <a:pt x="228" y="88"/>
                    </a:cubicBezTo>
                    <a:cubicBezTo>
                      <a:pt x="216" y="83"/>
                      <a:pt x="198" y="95"/>
                      <a:pt x="192" y="85"/>
                    </a:cubicBezTo>
                    <a:close/>
                    <a:moveTo>
                      <a:pt x="246" y="78"/>
                    </a:moveTo>
                    <a:cubicBezTo>
                      <a:pt x="247" y="82"/>
                      <a:pt x="251" y="82"/>
                      <a:pt x="254" y="85"/>
                    </a:cubicBezTo>
                    <a:cubicBezTo>
                      <a:pt x="256" y="81"/>
                      <a:pt x="251" y="78"/>
                      <a:pt x="250" y="76"/>
                    </a:cubicBezTo>
                    <a:cubicBezTo>
                      <a:pt x="251" y="79"/>
                      <a:pt x="248" y="78"/>
                      <a:pt x="246" y="78"/>
                    </a:cubicBezTo>
                    <a:close/>
                    <a:moveTo>
                      <a:pt x="228" y="84"/>
                    </a:moveTo>
                    <a:cubicBezTo>
                      <a:pt x="232" y="84"/>
                      <a:pt x="231" y="89"/>
                      <a:pt x="235" y="89"/>
                    </a:cubicBezTo>
                    <a:cubicBezTo>
                      <a:pt x="238" y="90"/>
                      <a:pt x="237" y="87"/>
                      <a:pt x="240" y="87"/>
                    </a:cubicBezTo>
                    <a:cubicBezTo>
                      <a:pt x="239" y="82"/>
                      <a:pt x="230" y="77"/>
                      <a:pt x="228" y="84"/>
                    </a:cubicBezTo>
                    <a:close/>
                    <a:moveTo>
                      <a:pt x="581" y="113"/>
                    </a:moveTo>
                    <a:cubicBezTo>
                      <a:pt x="580" y="124"/>
                      <a:pt x="579" y="134"/>
                      <a:pt x="570" y="136"/>
                    </a:cubicBezTo>
                    <a:cubicBezTo>
                      <a:pt x="584" y="138"/>
                      <a:pt x="592" y="121"/>
                      <a:pt x="581" y="113"/>
                    </a:cubicBezTo>
                    <a:close/>
                    <a:moveTo>
                      <a:pt x="237" y="176"/>
                    </a:moveTo>
                    <a:cubicBezTo>
                      <a:pt x="236" y="177"/>
                      <a:pt x="235" y="177"/>
                      <a:pt x="234" y="176"/>
                    </a:cubicBezTo>
                    <a:cubicBezTo>
                      <a:pt x="234" y="183"/>
                      <a:pt x="231" y="186"/>
                      <a:pt x="229" y="191"/>
                    </a:cubicBezTo>
                    <a:cubicBezTo>
                      <a:pt x="236" y="205"/>
                      <a:pt x="253" y="193"/>
                      <a:pt x="265" y="192"/>
                    </a:cubicBezTo>
                    <a:cubicBezTo>
                      <a:pt x="271" y="199"/>
                      <a:pt x="289" y="201"/>
                      <a:pt x="297" y="196"/>
                    </a:cubicBezTo>
                    <a:cubicBezTo>
                      <a:pt x="294" y="182"/>
                      <a:pt x="279" y="181"/>
                      <a:pt x="270" y="174"/>
                    </a:cubicBezTo>
                    <a:cubicBezTo>
                      <a:pt x="273" y="173"/>
                      <a:pt x="272" y="173"/>
                      <a:pt x="275" y="174"/>
                    </a:cubicBezTo>
                    <a:cubicBezTo>
                      <a:pt x="274" y="168"/>
                      <a:pt x="279" y="170"/>
                      <a:pt x="276" y="166"/>
                    </a:cubicBezTo>
                    <a:cubicBezTo>
                      <a:pt x="276" y="164"/>
                      <a:pt x="282" y="164"/>
                      <a:pt x="280" y="162"/>
                    </a:cubicBezTo>
                    <a:cubicBezTo>
                      <a:pt x="275" y="164"/>
                      <a:pt x="264" y="165"/>
                      <a:pt x="259" y="170"/>
                    </a:cubicBezTo>
                    <a:cubicBezTo>
                      <a:pt x="263" y="171"/>
                      <a:pt x="267" y="172"/>
                      <a:pt x="270" y="174"/>
                    </a:cubicBezTo>
                    <a:cubicBezTo>
                      <a:pt x="265" y="175"/>
                      <a:pt x="262" y="178"/>
                      <a:pt x="256" y="179"/>
                    </a:cubicBezTo>
                    <a:cubicBezTo>
                      <a:pt x="257" y="174"/>
                      <a:pt x="253" y="174"/>
                      <a:pt x="251" y="173"/>
                    </a:cubicBezTo>
                    <a:cubicBezTo>
                      <a:pt x="250" y="169"/>
                      <a:pt x="257" y="173"/>
                      <a:pt x="256" y="169"/>
                    </a:cubicBezTo>
                    <a:cubicBezTo>
                      <a:pt x="247" y="166"/>
                      <a:pt x="238" y="164"/>
                      <a:pt x="237" y="176"/>
                    </a:cubicBezTo>
                    <a:close/>
                    <a:moveTo>
                      <a:pt x="352" y="198"/>
                    </a:moveTo>
                    <a:cubicBezTo>
                      <a:pt x="349" y="196"/>
                      <a:pt x="348" y="193"/>
                      <a:pt x="349" y="188"/>
                    </a:cubicBezTo>
                    <a:cubicBezTo>
                      <a:pt x="343" y="186"/>
                      <a:pt x="338" y="183"/>
                      <a:pt x="335" y="178"/>
                    </a:cubicBezTo>
                    <a:cubicBezTo>
                      <a:pt x="341" y="178"/>
                      <a:pt x="341" y="178"/>
                      <a:pt x="340" y="173"/>
                    </a:cubicBezTo>
                    <a:cubicBezTo>
                      <a:pt x="342" y="172"/>
                      <a:pt x="344" y="171"/>
                      <a:pt x="348" y="172"/>
                    </a:cubicBezTo>
                    <a:cubicBezTo>
                      <a:pt x="348" y="169"/>
                      <a:pt x="347" y="167"/>
                      <a:pt x="347" y="164"/>
                    </a:cubicBezTo>
                    <a:cubicBezTo>
                      <a:pt x="334" y="162"/>
                      <a:pt x="322" y="169"/>
                      <a:pt x="319" y="179"/>
                    </a:cubicBezTo>
                    <a:cubicBezTo>
                      <a:pt x="326" y="187"/>
                      <a:pt x="331" y="198"/>
                      <a:pt x="341" y="204"/>
                    </a:cubicBezTo>
                    <a:cubicBezTo>
                      <a:pt x="335" y="203"/>
                      <a:pt x="336" y="211"/>
                      <a:pt x="335" y="217"/>
                    </a:cubicBezTo>
                    <a:cubicBezTo>
                      <a:pt x="342" y="221"/>
                      <a:pt x="350" y="227"/>
                      <a:pt x="361" y="224"/>
                    </a:cubicBezTo>
                    <a:cubicBezTo>
                      <a:pt x="361" y="215"/>
                      <a:pt x="359" y="208"/>
                      <a:pt x="353" y="205"/>
                    </a:cubicBezTo>
                    <a:cubicBezTo>
                      <a:pt x="353" y="203"/>
                      <a:pt x="351" y="200"/>
                      <a:pt x="354" y="200"/>
                    </a:cubicBezTo>
                    <a:cubicBezTo>
                      <a:pt x="355" y="201"/>
                      <a:pt x="359" y="201"/>
                      <a:pt x="360" y="200"/>
                    </a:cubicBezTo>
                    <a:cubicBezTo>
                      <a:pt x="360" y="196"/>
                      <a:pt x="355" y="192"/>
                      <a:pt x="353" y="194"/>
                    </a:cubicBezTo>
                    <a:cubicBezTo>
                      <a:pt x="351" y="194"/>
                      <a:pt x="352" y="196"/>
                      <a:pt x="352" y="198"/>
                    </a:cubicBezTo>
                    <a:close/>
                    <a:moveTo>
                      <a:pt x="452" y="164"/>
                    </a:moveTo>
                    <a:cubicBezTo>
                      <a:pt x="449" y="165"/>
                      <a:pt x="446" y="165"/>
                      <a:pt x="445" y="168"/>
                    </a:cubicBezTo>
                    <a:cubicBezTo>
                      <a:pt x="444" y="172"/>
                      <a:pt x="446" y="173"/>
                      <a:pt x="448" y="175"/>
                    </a:cubicBezTo>
                    <a:cubicBezTo>
                      <a:pt x="446" y="168"/>
                      <a:pt x="451" y="168"/>
                      <a:pt x="452" y="164"/>
                    </a:cubicBezTo>
                    <a:close/>
                    <a:moveTo>
                      <a:pt x="462" y="167"/>
                    </a:moveTo>
                    <a:cubicBezTo>
                      <a:pt x="464" y="166"/>
                      <a:pt x="469" y="169"/>
                      <a:pt x="469" y="165"/>
                    </a:cubicBezTo>
                    <a:cubicBezTo>
                      <a:pt x="467" y="165"/>
                      <a:pt x="466" y="165"/>
                      <a:pt x="465" y="165"/>
                    </a:cubicBezTo>
                    <a:cubicBezTo>
                      <a:pt x="463" y="166"/>
                      <a:pt x="459" y="164"/>
                      <a:pt x="458" y="166"/>
                    </a:cubicBezTo>
                    <a:cubicBezTo>
                      <a:pt x="459" y="166"/>
                      <a:pt x="460" y="167"/>
                      <a:pt x="462" y="167"/>
                    </a:cubicBezTo>
                    <a:close/>
                    <a:moveTo>
                      <a:pt x="260" y="445"/>
                    </a:moveTo>
                    <a:cubicBezTo>
                      <a:pt x="260" y="448"/>
                      <a:pt x="258" y="456"/>
                      <a:pt x="260" y="460"/>
                    </a:cubicBezTo>
                    <a:cubicBezTo>
                      <a:pt x="262" y="456"/>
                      <a:pt x="268" y="462"/>
                      <a:pt x="270" y="457"/>
                    </a:cubicBezTo>
                    <a:cubicBezTo>
                      <a:pt x="263" y="456"/>
                      <a:pt x="275" y="451"/>
                      <a:pt x="273" y="445"/>
                    </a:cubicBezTo>
                    <a:cubicBezTo>
                      <a:pt x="270" y="441"/>
                      <a:pt x="265" y="443"/>
                      <a:pt x="260" y="445"/>
                    </a:cubicBezTo>
                    <a:close/>
                    <a:moveTo>
                      <a:pt x="246" y="468"/>
                    </a:moveTo>
                    <a:cubicBezTo>
                      <a:pt x="245" y="481"/>
                      <a:pt x="251" y="488"/>
                      <a:pt x="256" y="495"/>
                    </a:cubicBezTo>
                    <a:cubicBezTo>
                      <a:pt x="253" y="486"/>
                      <a:pt x="248" y="478"/>
                      <a:pt x="246" y="468"/>
                    </a:cubicBezTo>
                    <a:close/>
                    <a:moveTo>
                      <a:pt x="271" y="517"/>
                    </a:moveTo>
                    <a:cubicBezTo>
                      <a:pt x="272" y="521"/>
                      <a:pt x="273" y="529"/>
                      <a:pt x="276" y="527"/>
                    </a:cubicBezTo>
                    <a:cubicBezTo>
                      <a:pt x="273" y="520"/>
                      <a:pt x="276" y="507"/>
                      <a:pt x="272" y="502"/>
                    </a:cubicBezTo>
                    <a:cubicBezTo>
                      <a:pt x="269" y="500"/>
                      <a:pt x="270" y="515"/>
                      <a:pt x="271" y="517"/>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97" name="Google Shape;297;p11"/>
              <p:cNvSpPr/>
              <p:nvPr/>
            </p:nvSpPr>
            <p:spPr>
              <a:xfrm>
                <a:off x="3796" y="1445"/>
                <a:ext cx="21" cy="21"/>
              </a:xfrm>
              <a:custGeom>
                <a:rect b="b" l="l" r="r" t="t"/>
                <a:pathLst>
                  <a:path extrusionOk="0" h="9" w="9">
                    <a:moveTo>
                      <a:pt x="2" y="6"/>
                    </a:moveTo>
                    <a:cubicBezTo>
                      <a:pt x="3" y="4"/>
                      <a:pt x="0" y="1"/>
                      <a:pt x="2" y="0"/>
                    </a:cubicBezTo>
                    <a:cubicBezTo>
                      <a:pt x="2" y="4"/>
                      <a:pt x="7" y="3"/>
                      <a:pt x="9" y="6"/>
                    </a:cubicBezTo>
                    <a:cubicBezTo>
                      <a:pt x="8" y="5"/>
                      <a:pt x="6" y="5"/>
                      <a:pt x="6" y="6"/>
                    </a:cubicBezTo>
                    <a:cubicBezTo>
                      <a:pt x="7" y="6"/>
                      <a:pt x="7" y="8"/>
                      <a:pt x="6" y="8"/>
                    </a:cubicBezTo>
                    <a:cubicBezTo>
                      <a:pt x="5" y="7"/>
                      <a:pt x="5" y="8"/>
                      <a:pt x="5" y="9"/>
                    </a:cubicBezTo>
                    <a:cubicBezTo>
                      <a:pt x="1" y="9"/>
                      <a:pt x="4" y="8"/>
                      <a:pt x="4" y="6"/>
                    </a:cubicBezTo>
                    <a:cubicBezTo>
                      <a:pt x="3" y="6"/>
                      <a:pt x="3" y="6"/>
                      <a:pt x="2" y="6"/>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98" name="Google Shape;298;p11"/>
              <p:cNvSpPr/>
              <p:nvPr/>
            </p:nvSpPr>
            <p:spPr>
              <a:xfrm>
                <a:off x="2769" y="930"/>
                <a:ext cx="14" cy="17"/>
              </a:xfrm>
              <a:custGeom>
                <a:rect b="b" l="l" r="r" t="t"/>
                <a:pathLst>
                  <a:path extrusionOk="0" h="7" w="6">
                    <a:moveTo>
                      <a:pt x="4" y="7"/>
                    </a:moveTo>
                    <a:cubicBezTo>
                      <a:pt x="3" y="7"/>
                      <a:pt x="1" y="7"/>
                      <a:pt x="0" y="7"/>
                    </a:cubicBezTo>
                    <a:cubicBezTo>
                      <a:pt x="0" y="5"/>
                      <a:pt x="3" y="6"/>
                      <a:pt x="3" y="4"/>
                    </a:cubicBezTo>
                    <a:cubicBezTo>
                      <a:pt x="0" y="4"/>
                      <a:pt x="3" y="3"/>
                      <a:pt x="0" y="2"/>
                    </a:cubicBezTo>
                    <a:cubicBezTo>
                      <a:pt x="0" y="1"/>
                      <a:pt x="2" y="2"/>
                      <a:pt x="2" y="0"/>
                    </a:cubicBezTo>
                    <a:cubicBezTo>
                      <a:pt x="6" y="1"/>
                      <a:pt x="2" y="6"/>
                      <a:pt x="4" y="7"/>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299" name="Google Shape;299;p11"/>
              <p:cNvSpPr/>
              <p:nvPr/>
            </p:nvSpPr>
            <p:spPr>
              <a:xfrm>
                <a:off x="1765" y="736"/>
                <a:ext cx="15" cy="9"/>
              </a:xfrm>
              <a:custGeom>
                <a:rect b="b" l="l" r="r" t="t"/>
                <a:pathLst>
                  <a:path extrusionOk="0" h="4" w="6">
                    <a:moveTo>
                      <a:pt x="0" y="3"/>
                    </a:moveTo>
                    <a:cubicBezTo>
                      <a:pt x="3" y="4"/>
                      <a:pt x="2" y="0"/>
                      <a:pt x="6" y="1"/>
                    </a:cubicBezTo>
                    <a:cubicBezTo>
                      <a:pt x="5" y="2"/>
                      <a:pt x="6" y="2"/>
                      <a:pt x="6" y="2"/>
                    </a:cubicBezTo>
                    <a:cubicBezTo>
                      <a:pt x="6" y="2"/>
                      <a:pt x="6" y="3"/>
                      <a:pt x="6" y="4"/>
                    </a:cubicBezTo>
                    <a:cubicBezTo>
                      <a:pt x="4" y="4"/>
                      <a:pt x="2" y="4"/>
                      <a:pt x="0" y="4"/>
                    </a:cubicBezTo>
                    <a:cubicBezTo>
                      <a:pt x="0" y="3"/>
                      <a:pt x="0" y="3"/>
                      <a:pt x="0" y="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00" name="Google Shape;300;p11"/>
              <p:cNvSpPr/>
              <p:nvPr/>
            </p:nvSpPr>
            <p:spPr>
              <a:xfrm>
                <a:off x="1754" y="745"/>
                <a:ext cx="16" cy="10"/>
              </a:xfrm>
              <a:custGeom>
                <a:rect b="b" l="l" r="r" t="t"/>
                <a:pathLst>
                  <a:path extrusionOk="0" h="4" w="7">
                    <a:moveTo>
                      <a:pt x="2" y="4"/>
                    </a:moveTo>
                    <a:cubicBezTo>
                      <a:pt x="0" y="1"/>
                      <a:pt x="2" y="1"/>
                      <a:pt x="5" y="2"/>
                    </a:cubicBezTo>
                    <a:cubicBezTo>
                      <a:pt x="4" y="1"/>
                      <a:pt x="4" y="0"/>
                      <a:pt x="5" y="0"/>
                    </a:cubicBezTo>
                    <a:cubicBezTo>
                      <a:pt x="5" y="1"/>
                      <a:pt x="7" y="1"/>
                      <a:pt x="7" y="3"/>
                    </a:cubicBezTo>
                    <a:cubicBezTo>
                      <a:pt x="4" y="2"/>
                      <a:pt x="3" y="3"/>
                      <a:pt x="2" y="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01" name="Google Shape;301;p11"/>
              <p:cNvSpPr/>
              <p:nvPr/>
            </p:nvSpPr>
            <p:spPr>
              <a:xfrm>
                <a:off x="1896" y="738"/>
                <a:ext cx="9" cy="14"/>
              </a:xfrm>
              <a:custGeom>
                <a:rect b="b" l="l" r="r" t="t"/>
                <a:pathLst>
                  <a:path extrusionOk="0" h="6" w="4">
                    <a:moveTo>
                      <a:pt x="0" y="1"/>
                    </a:moveTo>
                    <a:cubicBezTo>
                      <a:pt x="1" y="1"/>
                      <a:pt x="1" y="0"/>
                      <a:pt x="2" y="0"/>
                    </a:cubicBezTo>
                    <a:cubicBezTo>
                      <a:pt x="4" y="2"/>
                      <a:pt x="3" y="2"/>
                      <a:pt x="4" y="6"/>
                    </a:cubicBezTo>
                    <a:cubicBezTo>
                      <a:pt x="3" y="6"/>
                      <a:pt x="2" y="6"/>
                      <a:pt x="0" y="6"/>
                    </a:cubicBezTo>
                    <a:cubicBezTo>
                      <a:pt x="0" y="5"/>
                      <a:pt x="0" y="5"/>
                      <a:pt x="0" y="5"/>
                    </a:cubicBezTo>
                    <a:cubicBezTo>
                      <a:pt x="0" y="4"/>
                      <a:pt x="2" y="4"/>
                      <a:pt x="2" y="4"/>
                    </a:cubicBezTo>
                    <a:cubicBezTo>
                      <a:pt x="2" y="2"/>
                      <a:pt x="1" y="2"/>
                      <a:pt x="0" y="1"/>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02" name="Google Shape;302;p11"/>
              <p:cNvSpPr/>
              <p:nvPr/>
            </p:nvSpPr>
            <p:spPr>
              <a:xfrm>
                <a:off x="1716" y="736"/>
                <a:ext cx="64" cy="11"/>
              </a:xfrm>
              <a:custGeom>
                <a:rect b="b" l="l" r="r" t="t"/>
                <a:pathLst>
                  <a:path extrusionOk="0" h="5" w="27">
                    <a:moveTo>
                      <a:pt x="21" y="3"/>
                    </a:moveTo>
                    <a:cubicBezTo>
                      <a:pt x="13" y="2"/>
                      <a:pt x="8" y="5"/>
                      <a:pt x="0" y="5"/>
                    </a:cubicBezTo>
                    <a:cubicBezTo>
                      <a:pt x="6" y="1"/>
                      <a:pt x="18" y="2"/>
                      <a:pt x="26" y="0"/>
                    </a:cubicBezTo>
                    <a:cubicBezTo>
                      <a:pt x="26" y="0"/>
                      <a:pt x="27" y="0"/>
                      <a:pt x="27" y="1"/>
                    </a:cubicBezTo>
                    <a:cubicBezTo>
                      <a:pt x="23" y="0"/>
                      <a:pt x="24" y="4"/>
                      <a:pt x="21" y="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03" name="Google Shape;303;p11"/>
              <p:cNvSpPr/>
              <p:nvPr/>
            </p:nvSpPr>
            <p:spPr>
              <a:xfrm>
                <a:off x="1737" y="743"/>
                <a:ext cx="24" cy="9"/>
              </a:xfrm>
              <a:custGeom>
                <a:rect b="b" l="l" r="r" t="t"/>
                <a:pathLst>
                  <a:path extrusionOk="0" h="4" w="10">
                    <a:moveTo>
                      <a:pt x="0" y="4"/>
                    </a:moveTo>
                    <a:cubicBezTo>
                      <a:pt x="1" y="2"/>
                      <a:pt x="10" y="0"/>
                      <a:pt x="8" y="2"/>
                    </a:cubicBezTo>
                    <a:cubicBezTo>
                      <a:pt x="5" y="2"/>
                      <a:pt x="4" y="4"/>
                      <a:pt x="0" y="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04" name="Google Shape;304;p11"/>
              <p:cNvSpPr/>
              <p:nvPr/>
            </p:nvSpPr>
            <p:spPr>
              <a:xfrm>
                <a:off x="3876" y="740"/>
                <a:ext cx="71" cy="26"/>
              </a:xfrm>
              <a:custGeom>
                <a:rect b="b" l="l" r="r" t="t"/>
                <a:pathLst>
                  <a:path extrusionOk="0" h="11" w="30">
                    <a:moveTo>
                      <a:pt x="12" y="4"/>
                    </a:moveTo>
                    <a:cubicBezTo>
                      <a:pt x="13" y="0"/>
                      <a:pt x="27" y="2"/>
                      <a:pt x="30" y="5"/>
                    </a:cubicBezTo>
                    <a:cubicBezTo>
                      <a:pt x="29" y="11"/>
                      <a:pt x="22" y="5"/>
                      <a:pt x="17" y="7"/>
                    </a:cubicBezTo>
                    <a:cubicBezTo>
                      <a:pt x="12" y="10"/>
                      <a:pt x="0" y="8"/>
                      <a:pt x="0" y="2"/>
                    </a:cubicBezTo>
                    <a:cubicBezTo>
                      <a:pt x="4" y="0"/>
                      <a:pt x="7" y="3"/>
                      <a:pt x="12" y="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05" name="Google Shape;305;p11"/>
              <p:cNvSpPr/>
              <p:nvPr/>
            </p:nvSpPr>
            <p:spPr>
              <a:xfrm>
                <a:off x="1046" y="759"/>
                <a:ext cx="1223" cy="1786"/>
              </a:xfrm>
              <a:custGeom>
                <a:rect b="b" l="l" r="r" t="t"/>
                <a:pathLst>
                  <a:path extrusionOk="0" h="753" w="517">
                    <a:moveTo>
                      <a:pt x="335" y="31"/>
                    </a:moveTo>
                    <a:cubicBezTo>
                      <a:pt x="338" y="34"/>
                      <a:pt x="333" y="33"/>
                      <a:pt x="333" y="36"/>
                    </a:cubicBezTo>
                    <a:cubicBezTo>
                      <a:pt x="341" y="36"/>
                      <a:pt x="342" y="30"/>
                      <a:pt x="349" y="29"/>
                    </a:cubicBezTo>
                    <a:cubicBezTo>
                      <a:pt x="349" y="27"/>
                      <a:pt x="347" y="31"/>
                      <a:pt x="345" y="29"/>
                    </a:cubicBezTo>
                    <a:cubicBezTo>
                      <a:pt x="347" y="28"/>
                      <a:pt x="348" y="27"/>
                      <a:pt x="351" y="26"/>
                    </a:cubicBezTo>
                    <a:cubicBezTo>
                      <a:pt x="349" y="25"/>
                      <a:pt x="347" y="24"/>
                      <a:pt x="344" y="24"/>
                    </a:cubicBezTo>
                    <a:cubicBezTo>
                      <a:pt x="345" y="21"/>
                      <a:pt x="350" y="22"/>
                      <a:pt x="347" y="18"/>
                    </a:cubicBezTo>
                    <a:cubicBezTo>
                      <a:pt x="356" y="17"/>
                      <a:pt x="360" y="11"/>
                      <a:pt x="364" y="4"/>
                    </a:cubicBezTo>
                    <a:cubicBezTo>
                      <a:pt x="371" y="4"/>
                      <a:pt x="377" y="3"/>
                      <a:pt x="385" y="3"/>
                    </a:cubicBezTo>
                    <a:cubicBezTo>
                      <a:pt x="381" y="12"/>
                      <a:pt x="357" y="5"/>
                      <a:pt x="363" y="22"/>
                    </a:cubicBezTo>
                    <a:cubicBezTo>
                      <a:pt x="362" y="24"/>
                      <a:pt x="358" y="22"/>
                      <a:pt x="358" y="24"/>
                    </a:cubicBezTo>
                    <a:cubicBezTo>
                      <a:pt x="357" y="27"/>
                      <a:pt x="361" y="25"/>
                      <a:pt x="362" y="25"/>
                    </a:cubicBezTo>
                    <a:cubicBezTo>
                      <a:pt x="361" y="27"/>
                      <a:pt x="361" y="30"/>
                      <a:pt x="359" y="31"/>
                    </a:cubicBezTo>
                    <a:cubicBezTo>
                      <a:pt x="363" y="31"/>
                      <a:pt x="364" y="26"/>
                      <a:pt x="369" y="27"/>
                    </a:cubicBezTo>
                    <a:cubicBezTo>
                      <a:pt x="370" y="32"/>
                      <a:pt x="367" y="34"/>
                      <a:pt x="366" y="37"/>
                    </a:cubicBezTo>
                    <a:cubicBezTo>
                      <a:pt x="372" y="32"/>
                      <a:pt x="382" y="31"/>
                      <a:pt x="384" y="23"/>
                    </a:cubicBezTo>
                    <a:cubicBezTo>
                      <a:pt x="383" y="21"/>
                      <a:pt x="379" y="22"/>
                      <a:pt x="376" y="22"/>
                    </a:cubicBezTo>
                    <a:cubicBezTo>
                      <a:pt x="376" y="20"/>
                      <a:pt x="376" y="19"/>
                      <a:pt x="375" y="19"/>
                    </a:cubicBezTo>
                    <a:cubicBezTo>
                      <a:pt x="376" y="16"/>
                      <a:pt x="380" y="19"/>
                      <a:pt x="382" y="19"/>
                    </a:cubicBezTo>
                    <a:cubicBezTo>
                      <a:pt x="381" y="16"/>
                      <a:pt x="377" y="17"/>
                      <a:pt x="375" y="16"/>
                    </a:cubicBezTo>
                    <a:cubicBezTo>
                      <a:pt x="381" y="13"/>
                      <a:pt x="393" y="0"/>
                      <a:pt x="405" y="4"/>
                    </a:cubicBezTo>
                    <a:cubicBezTo>
                      <a:pt x="405" y="4"/>
                      <a:pt x="403" y="6"/>
                      <a:pt x="404" y="6"/>
                    </a:cubicBezTo>
                    <a:cubicBezTo>
                      <a:pt x="408" y="6"/>
                      <a:pt x="412" y="2"/>
                      <a:pt x="416" y="5"/>
                    </a:cubicBezTo>
                    <a:cubicBezTo>
                      <a:pt x="417" y="9"/>
                      <a:pt x="414" y="10"/>
                      <a:pt x="413" y="12"/>
                    </a:cubicBezTo>
                    <a:cubicBezTo>
                      <a:pt x="418" y="13"/>
                      <a:pt x="425" y="9"/>
                      <a:pt x="434" y="10"/>
                    </a:cubicBezTo>
                    <a:cubicBezTo>
                      <a:pt x="435" y="12"/>
                      <a:pt x="432" y="11"/>
                      <a:pt x="432" y="13"/>
                    </a:cubicBezTo>
                    <a:cubicBezTo>
                      <a:pt x="433" y="15"/>
                      <a:pt x="437" y="11"/>
                      <a:pt x="437" y="16"/>
                    </a:cubicBezTo>
                    <a:cubicBezTo>
                      <a:pt x="440" y="16"/>
                      <a:pt x="441" y="14"/>
                      <a:pt x="444" y="15"/>
                    </a:cubicBezTo>
                    <a:cubicBezTo>
                      <a:pt x="444" y="17"/>
                      <a:pt x="448" y="19"/>
                      <a:pt x="446" y="20"/>
                    </a:cubicBezTo>
                    <a:cubicBezTo>
                      <a:pt x="446" y="21"/>
                      <a:pt x="449" y="19"/>
                      <a:pt x="452" y="20"/>
                    </a:cubicBezTo>
                    <a:cubicBezTo>
                      <a:pt x="448" y="22"/>
                      <a:pt x="451" y="22"/>
                      <a:pt x="454" y="22"/>
                    </a:cubicBezTo>
                    <a:cubicBezTo>
                      <a:pt x="455" y="25"/>
                      <a:pt x="451" y="24"/>
                      <a:pt x="448" y="24"/>
                    </a:cubicBezTo>
                    <a:cubicBezTo>
                      <a:pt x="449" y="26"/>
                      <a:pt x="451" y="26"/>
                      <a:pt x="454" y="26"/>
                    </a:cubicBezTo>
                    <a:cubicBezTo>
                      <a:pt x="455" y="28"/>
                      <a:pt x="447" y="27"/>
                      <a:pt x="447" y="29"/>
                    </a:cubicBezTo>
                    <a:cubicBezTo>
                      <a:pt x="454" y="31"/>
                      <a:pt x="459" y="39"/>
                      <a:pt x="467" y="39"/>
                    </a:cubicBezTo>
                    <a:cubicBezTo>
                      <a:pt x="463" y="44"/>
                      <a:pt x="457" y="43"/>
                      <a:pt x="454" y="49"/>
                    </a:cubicBezTo>
                    <a:cubicBezTo>
                      <a:pt x="451" y="50"/>
                      <a:pt x="451" y="48"/>
                      <a:pt x="449" y="48"/>
                    </a:cubicBezTo>
                    <a:cubicBezTo>
                      <a:pt x="448" y="45"/>
                      <a:pt x="446" y="39"/>
                      <a:pt x="442" y="42"/>
                    </a:cubicBezTo>
                    <a:cubicBezTo>
                      <a:pt x="442" y="41"/>
                      <a:pt x="442" y="41"/>
                      <a:pt x="442" y="41"/>
                    </a:cubicBezTo>
                    <a:cubicBezTo>
                      <a:pt x="439" y="40"/>
                      <a:pt x="440" y="43"/>
                      <a:pt x="441" y="44"/>
                    </a:cubicBezTo>
                    <a:cubicBezTo>
                      <a:pt x="440" y="44"/>
                      <a:pt x="438" y="44"/>
                      <a:pt x="437" y="44"/>
                    </a:cubicBezTo>
                    <a:cubicBezTo>
                      <a:pt x="438" y="46"/>
                      <a:pt x="439" y="47"/>
                      <a:pt x="441" y="48"/>
                    </a:cubicBezTo>
                    <a:cubicBezTo>
                      <a:pt x="444" y="50"/>
                      <a:pt x="442" y="51"/>
                      <a:pt x="445" y="51"/>
                    </a:cubicBezTo>
                    <a:cubicBezTo>
                      <a:pt x="444" y="53"/>
                      <a:pt x="442" y="53"/>
                      <a:pt x="445" y="54"/>
                    </a:cubicBezTo>
                    <a:cubicBezTo>
                      <a:pt x="444" y="57"/>
                      <a:pt x="439" y="60"/>
                      <a:pt x="441" y="62"/>
                    </a:cubicBezTo>
                    <a:cubicBezTo>
                      <a:pt x="438" y="63"/>
                      <a:pt x="434" y="56"/>
                      <a:pt x="428" y="56"/>
                    </a:cubicBezTo>
                    <a:cubicBezTo>
                      <a:pt x="429" y="59"/>
                      <a:pt x="434" y="60"/>
                      <a:pt x="433" y="66"/>
                    </a:cubicBezTo>
                    <a:cubicBezTo>
                      <a:pt x="426" y="66"/>
                      <a:pt x="422" y="59"/>
                      <a:pt x="415" y="62"/>
                    </a:cubicBezTo>
                    <a:cubicBezTo>
                      <a:pt x="415" y="59"/>
                      <a:pt x="418" y="58"/>
                      <a:pt x="413" y="58"/>
                    </a:cubicBezTo>
                    <a:cubicBezTo>
                      <a:pt x="413" y="57"/>
                      <a:pt x="415" y="57"/>
                      <a:pt x="415" y="56"/>
                    </a:cubicBezTo>
                    <a:cubicBezTo>
                      <a:pt x="411" y="48"/>
                      <a:pt x="403" y="54"/>
                      <a:pt x="393" y="51"/>
                    </a:cubicBezTo>
                    <a:cubicBezTo>
                      <a:pt x="397" y="45"/>
                      <a:pt x="404" y="47"/>
                      <a:pt x="413" y="47"/>
                    </a:cubicBezTo>
                    <a:cubicBezTo>
                      <a:pt x="416" y="46"/>
                      <a:pt x="412" y="44"/>
                      <a:pt x="413" y="42"/>
                    </a:cubicBezTo>
                    <a:cubicBezTo>
                      <a:pt x="419" y="40"/>
                      <a:pt x="424" y="38"/>
                      <a:pt x="427" y="33"/>
                    </a:cubicBezTo>
                    <a:cubicBezTo>
                      <a:pt x="427" y="31"/>
                      <a:pt x="422" y="34"/>
                      <a:pt x="424" y="30"/>
                    </a:cubicBezTo>
                    <a:cubicBezTo>
                      <a:pt x="422" y="29"/>
                      <a:pt x="421" y="27"/>
                      <a:pt x="417" y="27"/>
                    </a:cubicBezTo>
                    <a:cubicBezTo>
                      <a:pt x="416" y="27"/>
                      <a:pt x="414" y="27"/>
                      <a:pt x="413" y="27"/>
                    </a:cubicBezTo>
                    <a:cubicBezTo>
                      <a:pt x="413" y="26"/>
                      <a:pt x="414" y="26"/>
                      <a:pt x="415" y="25"/>
                    </a:cubicBezTo>
                    <a:cubicBezTo>
                      <a:pt x="415" y="23"/>
                      <a:pt x="413" y="22"/>
                      <a:pt x="412" y="21"/>
                    </a:cubicBezTo>
                    <a:cubicBezTo>
                      <a:pt x="408" y="27"/>
                      <a:pt x="402" y="21"/>
                      <a:pt x="392" y="23"/>
                    </a:cubicBezTo>
                    <a:cubicBezTo>
                      <a:pt x="396" y="24"/>
                      <a:pt x="394" y="26"/>
                      <a:pt x="398" y="26"/>
                    </a:cubicBezTo>
                    <a:cubicBezTo>
                      <a:pt x="398" y="30"/>
                      <a:pt x="395" y="31"/>
                      <a:pt x="391" y="30"/>
                    </a:cubicBezTo>
                    <a:cubicBezTo>
                      <a:pt x="391" y="35"/>
                      <a:pt x="385" y="45"/>
                      <a:pt x="377" y="41"/>
                    </a:cubicBezTo>
                    <a:cubicBezTo>
                      <a:pt x="374" y="44"/>
                      <a:pt x="377" y="44"/>
                      <a:pt x="376" y="46"/>
                    </a:cubicBezTo>
                    <a:cubicBezTo>
                      <a:pt x="373" y="47"/>
                      <a:pt x="373" y="44"/>
                      <a:pt x="373" y="42"/>
                    </a:cubicBezTo>
                    <a:cubicBezTo>
                      <a:pt x="370" y="42"/>
                      <a:pt x="369" y="41"/>
                      <a:pt x="367" y="41"/>
                    </a:cubicBezTo>
                    <a:cubicBezTo>
                      <a:pt x="367" y="44"/>
                      <a:pt x="357" y="47"/>
                      <a:pt x="352" y="45"/>
                    </a:cubicBezTo>
                    <a:cubicBezTo>
                      <a:pt x="352" y="47"/>
                      <a:pt x="356" y="46"/>
                      <a:pt x="358" y="47"/>
                    </a:cubicBezTo>
                    <a:cubicBezTo>
                      <a:pt x="351" y="53"/>
                      <a:pt x="342" y="57"/>
                      <a:pt x="331" y="54"/>
                    </a:cubicBezTo>
                    <a:cubicBezTo>
                      <a:pt x="331" y="57"/>
                      <a:pt x="333" y="58"/>
                      <a:pt x="336" y="57"/>
                    </a:cubicBezTo>
                    <a:cubicBezTo>
                      <a:pt x="335" y="62"/>
                      <a:pt x="329" y="60"/>
                      <a:pt x="326" y="62"/>
                    </a:cubicBezTo>
                    <a:cubicBezTo>
                      <a:pt x="316" y="66"/>
                      <a:pt x="308" y="73"/>
                      <a:pt x="302" y="80"/>
                    </a:cubicBezTo>
                    <a:cubicBezTo>
                      <a:pt x="302" y="85"/>
                      <a:pt x="305" y="82"/>
                      <a:pt x="308" y="82"/>
                    </a:cubicBezTo>
                    <a:cubicBezTo>
                      <a:pt x="307" y="86"/>
                      <a:pt x="305" y="89"/>
                      <a:pt x="304" y="92"/>
                    </a:cubicBezTo>
                    <a:cubicBezTo>
                      <a:pt x="315" y="89"/>
                      <a:pt x="324" y="96"/>
                      <a:pt x="328" y="103"/>
                    </a:cubicBezTo>
                    <a:cubicBezTo>
                      <a:pt x="333" y="104"/>
                      <a:pt x="336" y="102"/>
                      <a:pt x="341" y="102"/>
                    </a:cubicBezTo>
                    <a:cubicBezTo>
                      <a:pt x="339" y="105"/>
                      <a:pt x="339" y="110"/>
                      <a:pt x="336" y="113"/>
                    </a:cubicBezTo>
                    <a:cubicBezTo>
                      <a:pt x="336" y="115"/>
                      <a:pt x="342" y="112"/>
                      <a:pt x="341" y="115"/>
                    </a:cubicBezTo>
                    <a:cubicBezTo>
                      <a:pt x="341" y="119"/>
                      <a:pt x="336" y="116"/>
                      <a:pt x="335" y="115"/>
                    </a:cubicBezTo>
                    <a:cubicBezTo>
                      <a:pt x="334" y="119"/>
                      <a:pt x="336" y="122"/>
                      <a:pt x="338" y="125"/>
                    </a:cubicBezTo>
                    <a:cubicBezTo>
                      <a:pt x="346" y="124"/>
                      <a:pt x="351" y="117"/>
                      <a:pt x="351" y="105"/>
                    </a:cubicBezTo>
                    <a:cubicBezTo>
                      <a:pt x="360" y="101"/>
                      <a:pt x="370" y="97"/>
                      <a:pt x="375" y="89"/>
                    </a:cubicBezTo>
                    <a:cubicBezTo>
                      <a:pt x="375" y="84"/>
                      <a:pt x="370" y="86"/>
                      <a:pt x="370" y="82"/>
                    </a:cubicBezTo>
                    <a:cubicBezTo>
                      <a:pt x="374" y="81"/>
                      <a:pt x="382" y="75"/>
                      <a:pt x="378" y="71"/>
                    </a:cubicBezTo>
                    <a:cubicBezTo>
                      <a:pt x="381" y="69"/>
                      <a:pt x="385" y="67"/>
                      <a:pt x="385" y="62"/>
                    </a:cubicBezTo>
                    <a:cubicBezTo>
                      <a:pt x="393" y="61"/>
                      <a:pt x="397" y="65"/>
                      <a:pt x="406" y="64"/>
                    </a:cubicBezTo>
                    <a:cubicBezTo>
                      <a:pt x="408" y="66"/>
                      <a:pt x="407" y="71"/>
                      <a:pt x="413" y="70"/>
                    </a:cubicBezTo>
                    <a:cubicBezTo>
                      <a:pt x="409" y="75"/>
                      <a:pt x="414" y="80"/>
                      <a:pt x="406" y="82"/>
                    </a:cubicBezTo>
                    <a:cubicBezTo>
                      <a:pt x="418" y="89"/>
                      <a:pt x="426" y="79"/>
                      <a:pt x="435" y="73"/>
                    </a:cubicBezTo>
                    <a:cubicBezTo>
                      <a:pt x="433" y="81"/>
                      <a:pt x="443" y="89"/>
                      <a:pt x="435" y="95"/>
                    </a:cubicBezTo>
                    <a:cubicBezTo>
                      <a:pt x="435" y="96"/>
                      <a:pt x="436" y="97"/>
                      <a:pt x="436" y="98"/>
                    </a:cubicBezTo>
                    <a:cubicBezTo>
                      <a:pt x="438" y="100"/>
                      <a:pt x="440" y="97"/>
                      <a:pt x="439" y="102"/>
                    </a:cubicBezTo>
                    <a:cubicBezTo>
                      <a:pt x="444" y="102"/>
                      <a:pt x="446" y="105"/>
                      <a:pt x="450" y="105"/>
                    </a:cubicBezTo>
                    <a:cubicBezTo>
                      <a:pt x="445" y="110"/>
                      <a:pt x="440" y="108"/>
                      <a:pt x="434" y="112"/>
                    </a:cubicBezTo>
                    <a:cubicBezTo>
                      <a:pt x="438" y="114"/>
                      <a:pt x="444" y="109"/>
                      <a:pt x="448" y="108"/>
                    </a:cubicBezTo>
                    <a:cubicBezTo>
                      <a:pt x="448" y="110"/>
                      <a:pt x="447" y="110"/>
                      <a:pt x="447" y="112"/>
                    </a:cubicBezTo>
                    <a:cubicBezTo>
                      <a:pt x="449" y="111"/>
                      <a:pt x="450" y="110"/>
                      <a:pt x="454" y="111"/>
                    </a:cubicBezTo>
                    <a:cubicBezTo>
                      <a:pt x="453" y="115"/>
                      <a:pt x="451" y="123"/>
                      <a:pt x="444" y="124"/>
                    </a:cubicBezTo>
                    <a:cubicBezTo>
                      <a:pt x="442" y="125"/>
                      <a:pt x="442" y="123"/>
                      <a:pt x="440" y="123"/>
                    </a:cubicBezTo>
                    <a:cubicBezTo>
                      <a:pt x="431" y="127"/>
                      <a:pt x="427" y="135"/>
                      <a:pt x="419" y="132"/>
                    </a:cubicBezTo>
                    <a:cubicBezTo>
                      <a:pt x="414" y="130"/>
                      <a:pt x="406" y="132"/>
                      <a:pt x="400" y="131"/>
                    </a:cubicBezTo>
                    <a:cubicBezTo>
                      <a:pt x="389" y="132"/>
                      <a:pt x="385" y="144"/>
                      <a:pt x="373" y="141"/>
                    </a:cubicBezTo>
                    <a:cubicBezTo>
                      <a:pt x="371" y="144"/>
                      <a:pt x="377" y="141"/>
                      <a:pt x="376" y="144"/>
                    </a:cubicBezTo>
                    <a:cubicBezTo>
                      <a:pt x="385" y="141"/>
                      <a:pt x="392" y="134"/>
                      <a:pt x="406" y="138"/>
                    </a:cubicBezTo>
                    <a:cubicBezTo>
                      <a:pt x="405" y="143"/>
                      <a:pt x="397" y="142"/>
                      <a:pt x="392" y="143"/>
                    </a:cubicBezTo>
                    <a:cubicBezTo>
                      <a:pt x="393" y="146"/>
                      <a:pt x="397" y="144"/>
                      <a:pt x="400" y="144"/>
                    </a:cubicBezTo>
                    <a:cubicBezTo>
                      <a:pt x="391" y="153"/>
                      <a:pt x="405" y="158"/>
                      <a:pt x="412" y="158"/>
                    </a:cubicBezTo>
                    <a:cubicBezTo>
                      <a:pt x="410" y="165"/>
                      <a:pt x="401" y="162"/>
                      <a:pt x="397" y="164"/>
                    </a:cubicBezTo>
                    <a:cubicBezTo>
                      <a:pt x="392" y="166"/>
                      <a:pt x="391" y="170"/>
                      <a:pt x="386" y="170"/>
                    </a:cubicBezTo>
                    <a:cubicBezTo>
                      <a:pt x="386" y="168"/>
                      <a:pt x="385" y="168"/>
                      <a:pt x="385" y="165"/>
                    </a:cubicBezTo>
                    <a:cubicBezTo>
                      <a:pt x="389" y="163"/>
                      <a:pt x="392" y="161"/>
                      <a:pt x="395" y="160"/>
                    </a:cubicBezTo>
                    <a:cubicBezTo>
                      <a:pt x="382" y="161"/>
                      <a:pt x="366" y="167"/>
                      <a:pt x="358" y="176"/>
                    </a:cubicBezTo>
                    <a:cubicBezTo>
                      <a:pt x="358" y="179"/>
                      <a:pt x="362" y="180"/>
                      <a:pt x="359" y="182"/>
                    </a:cubicBezTo>
                    <a:cubicBezTo>
                      <a:pt x="356" y="181"/>
                      <a:pt x="355" y="182"/>
                      <a:pt x="348" y="183"/>
                    </a:cubicBezTo>
                    <a:cubicBezTo>
                      <a:pt x="349" y="184"/>
                      <a:pt x="350" y="184"/>
                      <a:pt x="350" y="186"/>
                    </a:cubicBezTo>
                    <a:cubicBezTo>
                      <a:pt x="340" y="186"/>
                      <a:pt x="337" y="192"/>
                      <a:pt x="333" y="197"/>
                    </a:cubicBezTo>
                    <a:cubicBezTo>
                      <a:pt x="330" y="197"/>
                      <a:pt x="332" y="194"/>
                      <a:pt x="332" y="192"/>
                    </a:cubicBezTo>
                    <a:cubicBezTo>
                      <a:pt x="331" y="199"/>
                      <a:pt x="329" y="204"/>
                      <a:pt x="325" y="207"/>
                    </a:cubicBezTo>
                    <a:cubicBezTo>
                      <a:pt x="324" y="206"/>
                      <a:pt x="327" y="202"/>
                      <a:pt x="325" y="198"/>
                    </a:cubicBezTo>
                    <a:cubicBezTo>
                      <a:pt x="323" y="204"/>
                      <a:pt x="322" y="208"/>
                      <a:pt x="323" y="215"/>
                    </a:cubicBezTo>
                    <a:cubicBezTo>
                      <a:pt x="321" y="212"/>
                      <a:pt x="319" y="215"/>
                      <a:pt x="322" y="215"/>
                    </a:cubicBezTo>
                    <a:cubicBezTo>
                      <a:pt x="319" y="218"/>
                      <a:pt x="314" y="224"/>
                      <a:pt x="310" y="226"/>
                    </a:cubicBezTo>
                    <a:cubicBezTo>
                      <a:pt x="302" y="230"/>
                      <a:pt x="288" y="236"/>
                      <a:pt x="286" y="244"/>
                    </a:cubicBezTo>
                    <a:cubicBezTo>
                      <a:pt x="283" y="254"/>
                      <a:pt x="291" y="270"/>
                      <a:pt x="284" y="280"/>
                    </a:cubicBezTo>
                    <a:cubicBezTo>
                      <a:pt x="282" y="280"/>
                      <a:pt x="280" y="280"/>
                      <a:pt x="279" y="280"/>
                    </a:cubicBezTo>
                    <a:cubicBezTo>
                      <a:pt x="277" y="272"/>
                      <a:pt x="274" y="263"/>
                      <a:pt x="273" y="251"/>
                    </a:cubicBezTo>
                    <a:cubicBezTo>
                      <a:pt x="261" y="252"/>
                      <a:pt x="241" y="242"/>
                      <a:pt x="243" y="257"/>
                    </a:cubicBezTo>
                    <a:cubicBezTo>
                      <a:pt x="241" y="253"/>
                      <a:pt x="230" y="256"/>
                      <a:pt x="231" y="252"/>
                    </a:cubicBezTo>
                    <a:cubicBezTo>
                      <a:pt x="218" y="249"/>
                      <a:pt x="207" y="259"/>
                      <a:pt x="197" y="266"/>
                    </a:cubicBezTo>
                    <a:cubicBezTo>
                      <a:pt x="200" y="273"/>
                      <a:pt x="196" y="280"/>
                      <a:pt x="194" y="286"/>
                    </a:cubicBezTo>
                    <a:cubicBezTo>
                      <a:pt x="193" y="286"/>
                      <a:pt x="194" y="284"/>
                      <a:pt x="193" y="284"/>
                    </a:cubicBezTo>
                    <a:cubicBezTo>
                      <a:pt x="189" y="295"/>
                      <a:pt x="192" y="307"/>
                      <a:pt x="197" y="318"/>
                    </a:cubicBezTo>
                    <a:cubicBezTo>
                      <a:pt x="200" y="318"/>
                      <a:pt x="203" y="318"/>
                      <a:pt x="203" y="321"/>
                    </a:cubicBezTo>
                    <a:cubicBezTo>
                      <a:pt x="208" y="320"/>
                      <a:pt x="213" y="319"/>
                      <a:pt x="219" y="319"/>
                    </a:cubicBezTo>
                    <a:cubicBezTo>
                      <a:pt x="222" y="315"/>
                      <a:pt x="227" y="313"/>
                      <a:pt x="227" y="305"/>
                    </a:cubicBezTo>
                    <a:cubicBezTo>
                      <a:pt x="232" y="303"/>
                      <a:pt x="241" y="298"/>
                      <a:pt x="246" y="303"/>
                    </a:cubicBezTo>
                    <a:cubicBezTo>
                      <a:pt x="245" y="310"/>
                      <a:pt x="240" y="313"/>
                      <a:pt x="238" y="321"/>
                    </a:cubicBezTo>
                    <a:cubicBezTo>
                      <a:pt x="239" y="316"/>
                      <a:pt x="235" y="319"/>
                      <a:pt x="237" y="323"/>
                    </a:cubicBezTo>
                    <a:cubicBezTo>
                      <a:pt x="235" y="327"/>
                      <a:pt x="235" y="332"/>
                      <a:pt x="232" y="335"/>
                    </a:cubicBezTo>
                    <a:cubicBezTo>
                      <a:pt x="240" y="337"/>
                      <a:pt x="255" y="331"/>
                      <a:pt x="261" y="339"/>
                    </a:cubicBezTo>
                    <a:cubicBezTo>
                      <a:pt x="256" y="353"/>
                      <a:pt x="252" y="369"/>
                      <a:pt x="263" y="377"/>
                    </a:cubicBezTo>
                    <a:cubicBezTo>
                      <a:pt x="276" y="374"/>
                      <a:pt x="285" y="371"/>
                      <a:pt x="291" y="382"/>
                    </a:cubicBezTo>
                    <a:cubicBezTo>
                      <a:pt x="291" y="375"/>
                      <a:pt x="300" y="371"/>
                      <a:pt x="301" y="363"/>
                    </a:cubicBezTo>
                    <a:cubicBezTo>
                      <a:pt x="306" y="366"/>
                      <a:pt x="315" y="359"/>
                      <a:pt x="321" y="356"/>
                    </a:cubicBezTo>
                    <a:cubicBezTo>
                      <a:pt x="322" y="360"/>
                      <a:pt x="318" y="361"/>
                      <a:pt x="318" y="364"/>
                    </a:cubicBezTo>
                    <a:cubicBezTo>
                      <a:pt x="321" y="365"/>
                      <a:pt x="328" y="362"/>
                      <a:pt x="328" y="358"/>
                    </a:cubicBezTo>
                    <a:cubicBezTo>
                      <a:pt x="329" y="362"/>
                      <a:pt x="337" y="360"/>
                      <a:pt x="336" y="367"/>
                    </a:cubicBezTo>
                    <a:cubicBezTo>
                      <a:pt x="351" y="369"/>
                      <a:pt x="356" y="367"/>
                      <a:pt x="368" y="366"/>
                    </a:cubicBezTo>
                    <a:cubicBezTo>
                      <a:pt x="368" y="367"/>
                      <a:pt x="366" y="367"/>
                      <a:pt x="365" y="367"/>
                    </a:cubicBezTo>
                    <a:cubicBezTo>
                      <a:pt x="365" y="369"/>
                      <a:pt x="368" y="368"/>
                      <a:pt x="367" y="371"/>
                    </a:cubicBezTo>
                    <a:cubicBezTo>
                      <a:pt x="370" y="368"/>
                      <a:pt x="372" y="370"/>
                      <a:pt x="373" y="365"/>
                    </a:cubicBezTo>
                    <a:cubicBezTo>
                      <a:pt x="377" y="365"/>
                      <a:pt x="374" y="372"/>
                      <a:pt x="370" y="370"/>
                    </a:cubicBezTo>
                    <a:cubicBezTo>
                      <a:pt x="371" y="372"/>
                      <a:pt x="373" y="372"/>
                      <a:pt x="375" y="373"/>
                    </a:cubicBezTo>
                    <a:cubicBezTo>
                      <a:pt x="376" y="377"/>
                      <a:pt x="372" y="376"/>
                      <a:pt x="372" y="379"/>
                    </a:cubicBezTo>
                    <a:cubicBezTo>
                      <a:pt x="378" y="379"/>
                      <a:pt x="387" y="380"/>
                      <a:pt x="387" y="388"/>
                    </a:cubicBezTo>
                    <a:cubicBezTo>
                      <a:pt x="395" y="401"/>
                      <a:pt x="415" y="388"/>
                      <a:pt x="422" y="406"/>
                    </a:cubicBezTo>
                    <a:cubicBezTo>
                      <a:pt x="423" y="405"/>
                      <a:pt x="423" y="405"/>
                      <a:pt x="425" y="405"/>
                    </a:cubicBezTo>
                    <a:cubicBezTo>
                      <a:pt x="425" y="413"/>
                      <a:pt x="431" y="419"/>
                      <a:pt x="430" y="426"/>
                    </a:cubicBezTo>
                    <a:cubicBezTo>
                      <a:pt x="427" y="428"/>
                      <a:pt x="424" y="430"/>
                      <a:pt x="423" y="433"/>
                    </a:cubicBezTo>
                    <a:cubicBezTo>
                      <a:pt x="424" y="436"/>
                      <a:pt x="426" y="433"/>
                      <a:pt x="428" y="433"/>
                    </a:cubicBezTo>
                    <a:cubicBezTo>
                      <a:pt x="423" y="430"/>
                      <a:pt x="429" y="431"/>
                      <a:pt x="430" y="429"/>
                    </a:cubicBezTo>
                    <a:cubicBezTo>
                      <a:pt x="434" y="430"/>
                      <a:pt x="436" y="431"/>
                      <a:pt x="439" y="432"/>
                    </a:cubicBezTo>
                    <a:cubicBezTo>
                      <a:pt x="440" y="435"/>
                      <a:pt x="438" y="435"/>
                      <a:pt x="438" y="437"/>
                    </a:cubicBezTo>
                    <a:cubicBezTo>
                      <a:pt x="437" y="438"/>
                      <a:pt x="436" y="440"/>
                      <a:pt x="433" y="439"/>
                    </a:cubicBezTo>
                    <a:cubicBezTo>
                      <a:pt x="433" y="441"/>
                      <a:pt x="435" y="441"/>
                      <a:pt x="434" y="444"/>
                    </a:cubicBezTo>
                    <a:cubicBezTo>
                      <a:pt x="436" y="442"/>
                      <a:pt x="437" y="439"/>
                      <a:pt x="439" y="438"/>
                    </a:cubicBezTo>
                    <a:cubicBezTo>
                      <a:pt x="443" y="428"/>
                      <a:pt x="454" y="440"/>
                      <a:pt x="459" y="440"/>
                    </a:cubicBezTo>
                    <a:cubicBezTo>
                      <a:pt x="459" y="441"/>
                      <a:pt x="459" y="441"/>
                      <a:pt x="459" y="442"/>
                    </a:cubicBezTo>
                    <a:cubicBezTo>
                      <a:pt x="462" y="443"/>
                      <a:pt x="458" y="450"/>
                      <a:pt x="460" y="448"/>
                    </a:cubicBezTo>
                    <a:cubicBezTo>
                      <a:pt x="461" y="447"/>
                      <a:pt x="461" y="445"/>
                      <a:pt x="462" y="445"/>
                    </a:cubicBezTo>
                    <a:cubicBezTo>
                      <a:pt x="462" y="446"/>
                      <a:pt x="465" y="446"/>
                      <a:pt x="465" y="445"/>
                    </a:cubicBezTo>
                    <a:cubicBezTo>
                      <a:pt x="465" y="444"/>
                      <a:pt x="465" y="444"/>
                      <a:pt x="466" y="444"/>
                    </a:cubicBezTo>
                    <a:cubicBezTo>
                      <a:pt x="471" y="449"/>
                      <a:pt x="478" y="445"/>
                      <a:pt x="483" y="447"/>
                    </a:cubicBezTo>
                    <a:cubicBezTo>
                      <a:pt x="492" y="449"/>
                      <a:pt x="495" y="462"/>
                      <a:pt x="507" y="461"/>
                    </a:cubicBezTo>
                    <a:cubicBezTo>
                      <a:pt x="517" y="471"/>
                      <a:pt x="510" y="492"/>
                      <a:pt x="500" y="496"/>
                    </a:cubicBezTo>
                    <a:cubicBezTo>
                      <a:pt x="500" y="501"/>
                      <a:pt x="496" y="503"/>
                      <a:pt x="496" y="507"/>
                    </a:cubicBezTo>
                    <a:cubicBezTo>
                      <a:pt x="494" y="508"/>
                      <a:pt x="493" y="507"/>
                      <a:pt x="493" y="505"/>
                    </a:cubicBezTo>
                    <a:cubicBezTo>
                      <a:pt x="488" y="520"/>
                      <a:pt x="496" y="546"/>
                      <a:pt x="484" y="555"/>
                    </a:cubicBezTo>
                    <a:cubicBezTo>
                      <a:pt x="484" y="558"/>
                      <a:pt x="484" y="560"/>
                      <a:pt x="484" y="562"/>
                    </a:cubicBezTo>
                    <a:cubicBezTo>
                      <a:pt x="482" y="563"/>
                      <a:pt x="479" y="564"/>
                      <a:pt x="479" y="568"/>
                    </a:cubicBezTo>
                    <a:cubicBezTo>
                      <a:pt x="471" y="567"/>
                      <a:pt x="466" y="569"/>
                      <a:pt x="463" y="573"/>
                    </a:cubicBezTo>
                    <a:cubicBezTo>
                      <a:pt x="457" y="570"/>
                      <a:pt x="452" y="582"/>
                      <a:pt x="448" y="581"/>
                    </a:cubicBezTo>
                    <a:cubicBezTo>
                      <a:pt x="451" y="598"/>
                      <a:pt x="445" y="605"/>
                      <a:pt x="440" y="617"/>
                    </a:cubicBezTo>
                    <a:cubicBezTo>
                      <a:pt x="438" y="616"/>
                      <a:pt x="441" y="613"/>
                      <a:pt x="441" y="611"/>
                    </a:cubicBezTo>
                    <a:cubicBezTo>
                      <a:pt x="437" y="612"/>
                      <a:pt x="436" y="616"/>
                      <a:pt x="434" y="620"/>
                    </a:cubicBezTo>
                    <a:cubicBezTo>
                      <a:pt x="435" y="621"/>
                      <a:pt x="436" y="619"/>
                      <a:pt x="437" y="620"/>
                    </a:cubicBezTo>
                    <a:cubicBezTo>
                      <a:pt x="434" y="627"/>
                      <a:pt x="430" y="634"/>
                      <a:pt x="426" y="640"/>
                    </a:cubicBezTo>
                    <a:cubicBezTo>
                      <a:pt x="418" y="640"/>
                      <a:pt x="413" y="636"/>
                      <a:pt x="406" y="635"/>
                    </a:cubicBezTo>
                    <a:cubicBezTo>
                      <a:pt x="407" y="639"/>
                      <a:pt x="412" y="639"/>
                      <a:pt x="414" y="641"/>
                    </a:cubicBezTo>
                    <a:cubicBezTo>
                      <a:pt x="412" y="647"/>
                      <a:pt x="417" y="647"/>
                      <a:pt x="419" y="650"/>
                    </a:cubicBezTo>
                    <a:cubicBezTo>
                      <a:pt x="417" y="661"/>
                      <a:pt x="408" y="664"/>
                      <a:pt x="394" y="663"/>
                    </a:cubicBezTo>
                    <a:cubicBezTo>
                      <a:pt x="396" y="666"/>
                      <a:pt x="398" y="669"/>
                      <a:pt x="397" y="675"/>
                    </a:cubicBezTo>
                    <a:cubicBezTo>
                      <a:pt x="392" y="675"/>
                      <a:pt x="387" y="676"/>
                      <a:pt x="384" y="674"/>
                    </a:cubicBezTo>
                    <a:cubicBezTo>
                      <a:pt x="384" y="679"/>
                      <a:pt x="387" y="681"/>
                      <a:pt x="388" y="683"/>
                    </a:cubicBezTo>
                    <a:cubicBezTo>
                      <a:pt x="391" y="684"/>
                      <a:pt x="389" y="680"/>
                      <a:pt x="392" y="681"/>
                    </a:cubicBezTo>
                    <a:cubicBezTo>
                      <a:pt x="393" y="683"/>
                      <a:pt x="395" y="684"/>
                      <a:pt x="394" y="687"/>
                    </a:cubicBezTo>
                    <a:cubicBezTo>
                      <a:pt x="392" y="687"/>
                      <a:pt x="392" y="685"/>
                      <a:pt x="389" y="686"/>
                    </a:cubicBezTo>
                    <a:cubicBezTo>
                      <a:pt x="392" y="687"/>
                      <a:pt x="391" y="689"/>
                      <a:pt x="388" y="690"/>
                    </a:cubicBezTo>
                    <a:cubicBezTo>
                      <a:pt x="389" y="693"/>
                      <a:pt x="391" y="695"/>
                      <a:pt x="390" y="699"/>
                    </a:cubicBezTo>
                    <a:cubicBezTo>
                      <a:pt x="385" y="698"/>
                      <a:pt x="384" y="702"/>
                      <a:pt x="383" y="705"/>
                    </a:cubicBezTo>
                    <a:cubicBezTo>
                      <a:pt x="384" y="712"/>
                      <a:pt x="397" y="708"/>
                      <a:pt x="395" y="718"/>
                    </a:cubicBezTo>
                    <a:cubicBezTo>
                      <a:pt x="392" y="720"/>
                      <a:pt x="389" y="723"/>
                      <a:pt x="391" y="728"/>
                    </a:cubicBezTo>
                    <a:cubicBezTo>
                      <a:pt x="387" y="727"/>
                      <a:pt x="389" y="731"/>
                      <a:pt x="386" y="731"/>
                    </a:cubicBezTo>
                    <a:cubicBezTo>
                      <a:pt x="388" y="735"/>
                      <a:pt x="390" y="739"/>
                      <a:pt x="395" y="741"/>
                    </a:cubicBezTo>
                    <a:cubicBezTo>
                      <a:pt x="394" y="742"/>
                      <a:pt x="390" y="741"/>
                      <a:pt x="388" y="743"/>
                    </a:cubicBezTo>
                    <a:cubicBezTo>
                      <a:pt x="387" y="743"/>
                      <a:pt x="387" y="744"/>
                      <a:pt x="385" y="743"/>
                    </a:cubicBezTo>
                    <a:cubicBezTo>
                      <a:pt x="384" y="746"/>
                      <a:pt x="388" y="749"/>
                      <a:pt x="385" y="750"/>
                    </a:cubicBezTo>
                    <a:cubicBezTo>
                      <a:pt x="385" y="750"/>
                      <a:pt x="385" y="750"/>
                      <a:pt x="384" y="750"/>
                    </a:cubicBezTo>
                    <a:cubicBezTo>
                      <a:pt x="380" y="750"/>
                      <a:pt x="381" y="753"/>
                      <a:pt x="377" y="751"/>
                    </a:cubicBezTo>
                    <a:cubicBezTo>
                      <a:pt x="376" y="748"/>
                      <a:pt x="372" y="745"/>
                      <a:pt x="374" y="743"/>
                    </a:cubicBezTo>
                    <a:cubicBezTo>
                      <a:pt x="373" y="743"/>
                      <a:pt x="372" y="744"/>
                      <a:pt x="370" y="743"/>
                    </a:cubicBezTo>
                    <a:cubicBezTo>
                      <a:pt x="372" y="738"/>
                      <a:pt x="367" y="737"/>
                      <a:pt x="364" y="734"/>
                    </a:cubicBezTo>
                    <a:cubicBezTo>
                      <a:pt x="362" y="734"/>
                      <a:pt x="365" y="738"/>
                      <a:pt x="361" y="737"/>
                    </a:cubicBezTo>
                    <a:cubicBezTo>
                      <a:pt x="364" y="735"/>
                      <a:pt x="358" y="732"/>
                      <a:pt x="362" y="731"/>
                    </a:cubicBezTo>
                    <a:cubicBezTo>
                      <a:pt x="362" y="730"/>
                      <a:pt x="360" y="730"/>
                      <a:pt x="360" y="728"/>
                    </a:cubicBezTo>
                    <a:cubicBezTo>
                      <a:pt x="359" y="729"/>
                      <a:pt x="359" y="730"/>
                      <a:pt x="358" y="732"/>
                    </a:cubicBezTo>
                    <a:cubicBezTo>
                      <a:pt x="356" y="732"/>
                      <a:pt x="358" y="729"/>
                      <a:pt x="358" y="728"/>
                    </a:cubicBezTo>
                    <a:cubicBezTo>
                      <a:pt x="358" y="726"/>
                      <a:pt x="356" y="729"/>
                      <a:pt x="355" y="726"/>
                    </a:cubicBezTo>
                    <a:cubicBezTo>
                      <a:pt x="358" y="725"/>
                      <a:pt x="354" y="723"/>
                      <a:pt x="355" y="720"/>
                    </a:cubicBezTo>
                    <a:cubicBezTo>
                      <a:pt x="353" y="721"/>
                      <a:pt x="352" y="720"/>
                      <a:pt x="351" y="719"/>
                    </a:cubicBezTo>
                    <a:cubicBezTo>
                      <a:pt x="351" y="719"/>
                      <a:pt x="351" y="718"/>
                      <a:pt x="351" y="718"/>
                    </a:cubicBezTo>
                    <a:cubicBezTo>
                      <a:pt x="353" y="716"/>
                      <a:pt x="352" y="718"/>
                      <a:pt x="355" y="718"/>
                    </a:cubicBezTo>
                    <a:cubicBezTo>
                      <a:pt x="354" y="713"/>
                      <a:pt x="356" y="710"/>
                      <a:pt x="350" y="709"/>
                    </a:cubicBezTo>
                    <a:cubicBezTo>
                      <a:pt x="350" y="708"/>
                      <a:pt x="349" y="708"/>
                      <a:pt x="348" y="708"/>
                    </a:cubicBezTo>
                    <a:cubicBezTo>
                      <a:pt x="348" y="707"/>
                      <a:pt x="350" y="706"/>
                      <a:pt x="350" y="705"/>
                    </a:cubicBezTo>
                    <a:cubicBezTo>
                      <a:pt x="354" y="704"/>
                      <a:pt x="352" y="708"/>
                      <a:pt x="355" y="708"/>
                    </a:cubicBezTo>
                    <a:cubicBezTo>
                      <a:pt x="353" y="703"/>
                      <a:pt x="356" y="701"/>
                      <a:pt x="353" y="698"/>
                    </a:cubicBezTo>
                    <a:cubicBezTo>
                      <a:pt x="353" y="698"/>
                      <a:pt x="352" y="697"/>
                      <a:pt x="352" y="697"/>
                    </a:cubicBezTo>
                    <a:cubicBezTo>
                      <a:pt x="352" y="693"/>
                      <a:pt x="351" y="682"/>
                      <a:pt x="347" y="679"/>
                    </a:cubicBezTo>
                    <a:cubicBezTo>
                      <a:pt x="344" y="683"/>
                      <a:pt x="346" y="684"/>
                      <a:pt x="348" y="690"/>
                    </a:cubicBezTo>
                    <a:cubicBezTo>
                      <a:pt x="344" y="689"/>
                      <a:pt x="340" y="682"/>
                      <a:pt x="344" y="679"/>
                    </a:cubicBezTo>
                    <a:cubicBezTo>
                      <a:pt x="340" y="677"/>
                      <a:pt x="340" y="670"/>
                      <a:pt x="341" y="666"/>
                    </a:cubicBezTo>
                    <a:cubicBezTo>
                      <a:pt x="341" y="662"/>
                      <a:pt x="338" y="663"/>
                      <a:pt x="337" y="660"/>
                    </a:cubicBezTo>
                    <a:cubicBezTo>
                      <a:pt x="340" y="627"/>
                      <a:pt x="331" y="599"/>
                      <a:pt x="334" y="563"/>
                    </a:cubicBezTo>
                    <a:cubicBezTo>
                      <a:pt x="335" y="561"/>
                      <a:pt x="335" y="553"/>
                      <a:pt x="334" y="551"/>
                    </a:cubicBezTo>
                    <a:cubicBezTo>
                      <a:pt x="331" y="529"/>
                      <a:pt x="306" y="530"/>
                      <a:pt x="296" y="516"/>
                    </a:cubicBezTo>
                    <a:cubicBezTo>
                      <a:pt x="296" y="514"/>
                      <a:pt x="296" y="513"/>
                      <a:pt x="296" y="511"/>
                    </a:cubicBezTo>
                    <a:cubicBezTo>
                      <a:pt x="286" y="497"/>
                      <a:pt x="282" y="477"/>
                      <a:pt x="268" y="467"/>
                    </a:cubicBezTo>
                    <a:cubicBezTo>
                      <a:pt x="269" y="462"/>
                      <a:pt x="267" y="461"/>
                      <a:pt x="265" y="458"/>
                    </a:cubicBezTo>
                    <a:cubicBezTo>
                      <a:pt x="266" y="453"/>
                      <a:pt x="271" y="452"/>
                      <a:pt x="273" y="448"/>
                    </a:cubicBezTo>
                    <a:cubicBezTo>
                      <a:pt x="272" y="448"/>
                      <a:pt x="270" y="445"/>
                      <a:pt x="267" y="444"/>
                    </a:cubicBezTo>
                    <a:cubicBezTo>
                      <a:pt x="267" y="430"/>
                      <a:pt x="277" y="427"/>
                      <a:pt x="280" y="415"/>
                    </a:cubicBezTo>
                    <a:cubicBezTo>
                      <a:pt x="293" y="412"/>
                      <a:pt x="286" y="382"/>
                      <a:pt x="278" y="377"/>
                    </a:cubicBezTo>
                    <a:cubicBezTo>
                      <a:pt x="275" y="377"/>
                      <a:pt x="275" y="380"/>
                      <a:pt x="272" y="381"/>
                    </a:cubicBezTo>
                    <a:cubicBezTo>
                      <a:pt x="272" y="383"/>
                      <a:pt x="272" y="384"/>
                      <a:pt x="274" y="384"/>
                    </a:cubicBezTo>
                    <a:cubicBezTo>
                      <a:pt x="274" y="386"/>
                      <a:pt x="271" y="385"/>
                      <a:pt x="271" y="387"/>
                    </a:cubicBezTo>
                    <a:cubicBezTo>
                      <a:pt x="263" y="380"/>
                      <a:pt x="253" y="382"/>
                      <a:pt x="249" y="370"/>
                    </a:cubicBezTo>
                    <a:cubicBezTo>
                      <a:pt x="248" y="372"/>
                      <a:pt x="247" y="372"/>
                      <a:pt x="244" y="371"/>
                    </a:cubicBezTo>
                    <a:cubicBezTo>
                      <a:pt x="247" y="359"/>
                      <a:pt x="235" y="358"/>
                      <a:pt x="237" y="351"/>
                    </a:cubicBezTo>
                    <a:cubicBezTo>
                      <a:pt x="221" y="352"/>
                      <a:pt x="211" y="340"/>
                      <a:pt x="201" y="333"/>
                    </a:cubicBezTo>
                    <a:cubicBezTo>
                      <a:pt x="198" y="334"/>
                      <a:pt x="195" y="335"/>
                      <a:pt x="192" y="336"/>
                    </a:cubicBezTo>
                    <a:cubicBezTo>
                      <a:pt x="175" y="330"/>
                      <a:pt x="158" y="324"/>
                      <a:pt x="148" y="311"/>
                    </a:cubicBezTo>
                    <a:cubicBezTo>
                      <a:pt x="154" y="300"/>
                      <a:pt x="145" y="283"/>
                      <a:pt x="135" y="277"/>
                    </a:cubicBezTo>
                    <a:cubicBezTo>
                      <a:pt x="135" y="275"/>
                      <a:pt x="136" y="274"/>
                      <a:pt x="137" y="272"/>
                    </a:cubicBezTo>
                    <a:cubicBezTo>
                      <a:pt x="132" y="269"/>
                      <a:pt x="130" y="259"/>
                      <a:pt x="125" y="259"/>
                    </a:cubicBezTo>
                    <a:cubicBezTo>
                      <a:pt x="124" y="256"/>
                      <a:pt x="126" y="249"/>
                      <a:pt x="125" y="243"/>
                    </a:cubicBezTo>
                    <a:cubicBezTo>
                      <a:pt x="123" y="242"/>
                      <a:pt x="120" y="241"/>
                      <a:pt x="118" y="239"/>
                    </a:cubicBezTo>
                    <a:cubicBezTo>
                      <a:pt x="115" y="243"/>
                      <a:pt x="119" y="250"/>
                      <a:pt x="118" y="255"/>
                    </a:cubicBezTo>
                    <a:cubicBezTo>
                      <a:pt x="119" y="254"/>
                      <a:pt x="122" y="253"/>
                      <a:pt x="121" y="256"/>
                    </a:cubicBezTo>
                    <a:cubicBezTo>
                      <a:pt x="121" y="256"/>
                      <a:pt x="120" y="255"/>
                      <a:pt x="120" y="255"/>
                    </a:cubicBezTo>
                    <a:cubicBezTo>
                      <a:pt x="118" y="264"/>
                      <a:pt x="128" y="270"/>
                      <a:pt x="126" y="283"/>
                    </a:cubicBezTo>
                    <a:cubicBezTo>
                      <a:pt x="127" y="287"/>
                      <a:pt x="129" y="284"/>
                      <a:pt x="131" y="287"/>
                    </a:cubicBezTo>
                    <a:cubicBezTo>
                      <a:pt x="132" y="290"/>
                      <a:pt x="130" y="292"/>
                      <a:pt x="129" y="293"/>
                    </a:cubicBezTo>
                    <a:cubicBezTo>
                      <a:pt x="127" y="286"/>
                      <a:pt x="115" y="283"/>
                      <a:pt x="121" y="274"/>
                    </a:cubicBezTo>
                    <a:cubicBezTo>
                      <a:pt x="119" y="269"/>
                      <a:pt x="110" y="270"/>
                      <a:pt x="110" y="263"/>
                    </a:cubicBezTo>
                    <a:cubicBezTo>
                      <a:pt x="112" y="264"/>
                      <a:pt x="114" y="263"/>
                      <a:pt x="115" y="263"/>
                    </a:cubicBezTo>
                    <a:cubicBezTo>
                      <a:pt x="114" y="252"/>
                      <a:pt x="106" y="247"/>
                      <a:pt x="109" y="233"/>
                    </a:cubicBezTo>
                    <a:cubicBezTo>
                      <a:pt x="99" y="227"/>
                      <a:pt x="93" y="214"/>
                      <a:pt x="94" y="201"/>
                    </a:cubicBezTo>
                    <a:cubicBezTo>
                      <a:pt x="97" y="200"/>
                      <a:pt x="95" y="194"/>
                      <a:pt x="95" y="191"/>
                    </a:cubicBezTo>
                    <a:cubicBezTo>
                      <a:pt x="101" y="176"/>
                      <a:pt x="108" y="163"/>
                      <a:pt x="120" y="155"/>
                    </a:cubicBezTo>
                    <a:cubicBezTo>
                      <a:pt x="117" y="153"/>
                      <a:pt x="120" y="142"/>
                      <a:pt x="125" y="142"/>
                    </a:cubicBezTo>
                    <a:cubicBezTo>
                      <a:pt x="121" y="139"/>
                      <a:pt x="118" y="135"/>
                      <a:pt x="117" y="129"/>
                    </a:cubicBezTo>
                    <a:cubicBezTo>
                      <a:pt x="119" y="127"/>
                      <a:pt x="124" y="129"/>
                      <a:pt x="126" y="127"/>
                    </a:cubicBezTo>
                    <a:cubicBezTo>
                      <a:pt x="126" y="125"/>
                      <a:pt x="123" y="127"/>
                      <a:pt x="121" y="126"/>
                    </a:cubicBezTo>
                    <a:cubicBezTo>
                      <a:pt x="123" y="124"/>
                      <a:pt x="121" y="119"/>
                      <a:pt x="125" y="119"/>
                    </a:cubicBezTo>
                    <a:cubicBezTo>
                      <a:pt x="125" y="118"/>
                      <a:pt x="123" y="118"/>
                      <a:pt x="121" y="118"/>
                    </a:cubicBezTo>
                    <a:cubicBezTo>
                      <a:pt x="121" y="114"/>
                      <a:pt x="125" y="116"/>
                      <a:pt x="125" y="113"/>
                    </a:cubicBezTo>
                    <a:cubicBezTo>
                      <a:pt x="122" y="111"/>
                      <a:pt x="124" y="113"/>
                      <a:pt x="120" y="114"/>
                    </a:cubicBezTo>
                    <a:cubicBezTo>
                      <a:pt x="120" y="110"/>
                      <a:pt x="121" y="108"/>
                      <a:pt x="125" y="109"/>
                    </a:cubicBezTo>
                    <a:cubicBezTo>
                      <a:pt x="126" y="105"/>
                      <a:pt x="125" y="105"/>
                      <a:pt x="126" y="102"/>
                    </a:cubicBezTo>
                    <a:cubicBezTo>
                      <a:pt x="124" y="103"/>
                      <a:pt x="123" y="106"/>
                      <a:pt x="123" y="101"/>
                    </a:cubicBezTo>
                    <a:cubicBezTo>
                      <a:pt x="121" y="102"/>
                      <a:pt x="122" y="105"/>
                      <a:pt x="118" y="105"/>
                    </a:cubicBezTo>
                    <a:cubicBezTo>
                      <a:pt x="119" y="101"/>
                      <a:pt x="117" y="103"/>
                      <a:pt x="117" y="105"/>
                    </a:cubicBezTo>
                    <a:cubicBezTo>
                      <a:pt x="114" y="103"/>
                      <a:pt x="118" y="101"/>
                      <a:pt x="119" y="99"/>
                    </a:cubicBezTo>
                    <a:cubicBezTo>
                      <a:pt x="116" y="97"/>
                      <a:pt x="119" y="95"/>
                      <a:pt x="120" y="94"/>
                    </a:cubicBezTo>
                    <a:cubicBezTo>
                      <a:pt x="119" y="91"/>
                      <a:pt x="117" y="99"/>
                      <a:pt x="116" y="95"/>
                    </a:cubicBezTo>
                    <a:cubicBezTo>
                      <a:pt x="121" y="89"/>
                      <a:pt x="112" y="80"/>
                      <a:pt x="117" y="75"/>
                    </a:cubicBezTo>
                    <a:cubicBezTo>
                      <a:pt x="109" y="77"/>
                      <a:pt x="100" y="75"/>
                      <a:pt x="93" y="73"/>
                    </a:cubicBezTo>
                    <a:cubicBezTo>
                      <a:pt x="95" y="69"/>
                      <a:pt x="87" y="72"/>
                      <a:pt x="86" y="71"/>
                    </a:cubicBezTo>
                    <a:cubicBezTo>
                      <a:pt x="80" y="77"/>
                      <a:pt x="69" y="77"/>
                      <a:pt x="60" y="80"/>
                    </a:cubicBezTo>
                    <a:cubicBezTo>
                      <a:pt x="63" y="75"/>
                      <a:pt x="72" y="73"/>
                      <a:pt x="79" y="70"/>
                    </a:cubicBezTo>
                    <a:cubicBezTo>
                      <a:pt x="67" y="67"/>
                      <a:pt x="61" y="78"/>
                      <a:pt x="50" y="79"/>
                    </a:cubicBezTo>
                    <a:cubicBezTo>
                      <a:pt x="48" y="80"/>
                      <a:pt x="53" y="81"/>
                      <a:pt x="50" y="83"/>
                    </a:cubicBezTo>
                    <a:cubicBezTo>
                      <a:pt x="32" y="87"/>
                      <a:pt x="20" y="97"/>
                      <a:pt x="0" y="99"/>
                    </a:cubicBezTo>
                    <a:cubicBezTo>
                      <a:pt x="9" y="92"/>
                      <a:pt x="24" y="91"/>
                      <a:pt x="32" y="84"/>
                    </a:cubicBezTo>
                    <a:cubicBezTo>
                      <a:pt x="30" y="82"/>
                      <a:pt x="26" y="81"/>
                      <a:pt x="25" y="84"/>
                    </a:cubicBezTo>
                    <a:cubicBezTo>
                      <a:pt x="24" y="78"/>
                      <a:pt x="17" y="82"/>
                      <a:pt x="16" y="85"/>
                    </a:cubicBezTo>
                    <a:cubicBezTo>
                      <a:pt x="14" y="83"/>
                      <a:pt x="14" y="84"/>
                      <a:pt x="12" y="83"/>
                    </a:cubicBezTo>
                    <a:cubicBezTo>
                      <a:pt x="16" y="81"/>
                      <a:pt x="19" y="78"/>
                      <a:pt x="22" y="74"/>
                    </a:cubicBezTo>
                    <a:cubicBezTo>
                      <a:pt x="17" y="74"/>
                      <a:pt x="16" y="77"/>
                      <a:pt x="12" y="77"/>
                    </a:cubicBezTo>
                    <a:cubicBezTo>
                      <a:pt x="11" y="70"/>
                      <a:pt x="15" y="70"/>
                      <a:pt x="21" y="71"/>
                    </a:cubicBezTo>
                    <a:cubicBezTo>
                      <a:pt x="20" y="69"/>
                      <a:pt x="15" y="71"/>
                      <a:pt x="15" y="69"/>
                    </a:cubicBezTo>
                    <a:cubicBezTo>
                      <a:pt x="24" y="56"/>
                      <a:pt x="46" y="62"/>
                      <a:pt x="56" y="50"/>
                    </a:cubicBezTo>
                    <a:cubicBezTo>
                      <a:pt x="52" y="54"/>
                      <a:pt x="45" y="50"/>
                      <a:pt x="38" y="51"/>
                    </a:cubicBezTo>
                    <a:cubicBezTo>
                      <a:pt x="37" y="48"/>
                      <a:pt x="39" y="47"/>
                      <a:pt x="42" y="47"/>
                    </a:cubicBezTo>
                    <a:cubicBezTo>
                      <a:pt x="42" y="46"/>
                      <a:pt x="38" y="47"/>
                      <a:pt x="38" y="46"/>
                    </a:cubicBezTo>
                    <a:cubicBezTo>
                      <a:pt x="45" y="44"/>
                      <a:pt x="51" y="41"/>
                      <a:pt x="60" y="41"/>
                    </a:cubicBezTo>
                    <a:cubicBezTo>
                      <a:pt x="60" y="42"/>
                      <a:pt x="59" y="42"/>
                      <a:pt x="59" y="43"/>
                    </a:cubicBezTo>
                    <a:cubicBezTo>
                      <a:pt x="62" y="43"/>
                      <a:pt x="64" y="43"/>
                      <a:pt x="67" y="43"/>
                    </a:cubicBezTo>
                    <a:cubicBezTo>
                      <a:pt x="69" y="42"/>
                      <a:pt x="67" y="38"/>
                      <a:pt x="70" y="39"/>
                    </a:cubicBezTo>
                    <a:cubicBezTo>
                      <a:pt x="69" y="38"/>
                      <a:pt x="67" y="38"/>
                      <a:pt x="66" y="38"/>
                    </a:cubicBezTo>
                    <a:cubicBezTo>
                      <a:pt x="66" y="36"/>
                      <a:pt x="68" y="32"/>
                      <a:pt x="64" y="32"/>
                    </a:cubicBezTo>
                    <a:cubicBezTo>
                      <a:pt x="85" y="26"/>
                      <a:pt x="110" y="14"/>
                      <a:pt x="136" y="19"/>
                    </a:cubicBezTo>
                    <a:cubicBezTo>
                      <a:pt x="151" y="21"/>
                      <a:pt x="167" y="22"/>
                      <a:pt x="180" y="24"/>
                    </a:cubicBezTo>
                    <a:cubicBezTo>
                      <a:pt x="177" y="28"/>
                      <a:pt x="184" y="28"/>
                      <a:pt x="187" y="29"/>
                    </a:cubicBezTo>
                    <a:cubicBezTo>
                      <a:pt x="195" y="22"/>
                      <a:pt x="205" y="27"/>
                      <a:pt x="216" y="23"/>
                    </a:cubicBezTo>
                    <a:cubicBezTo>
                      <a:pt x="213" y="25"/>
                      <a:pt x="224" y="21"/>
                      <a:pt x="229" y="21"/>
                    </a:cubicBezTo>
                    <a:cubicBezTo>
                      <a:pt x="230" y="23"/>
                      <a:pt x="228" y="23"/>
                      <a:pt x="228" y="25"/>
                    </a:cubicBezTo>
                    <a:cubicBezTo>
                      <a:pt x="231" y="26"/>
                      <a:pt x="232" y="24"/>
                      <a:pt x="234" y="23"/>
                    </a:cubicBezTo>
                    <a:cubicBezTo>
                      <a:pt x="234" y="23"/>
                      <a:pt x="235" y="23"/>
                      <a:pt x="236" y="23"/>
                    </a:cubicBezTo>
                    <a:cubicBezTo>
                      <a:pt x="236" y="25"/>
                      <a:pt x="235" y="25"/>
                      <a:pt x="235" y="26"/>
                    </a:cubicBezTo>
                    <a:cubicBezTo>
                      <a:pt x="236" y="27"/>
                      <a:pt x="236" y="26"/>
                      <a:pt x="237" y="25"/>
                    </a:cubicBezTo>
                    <a:cubicBezTo>
                      <a:pt x="248" y="22"/>
                      <a:pt x="257" y="29"/>
                      <a:pt x="268" y="30"/>
                    </a:cubicBezTo>
                    <a:cubicBezTo>
                      <a:pt x="266" y="32"/>
                      <a:pt x="263" y="32"/>
                      <a:pt x="261" y="33"/>
                    </a:cubicBezTo>
                    <a:cubicBezTo>
                      <a:pt x="266" y="39"/>
                      <a:pt x="280" y="31"/>
                      <a:pt x="286" y="36"/>
                    </a:cubicBezTo>
                    <a:cubicBezTo>
                      <a:pt x="287" y="39"/>
                      <a:pt x="282" y="37"/>
                      <a:pt x="283" y="39"/>
                    </a:cubicBezTo>
                    <a:cubicBezTo>
                      <a:pt x="283" y="42"/>
                      <a:pt x="285" y="38"/>
                      <a:pt x="287" y="39"/>
                    </a:cubicBezTo>
                    <a:cubicBezTo>
                      <a:pt x="287" y="36"/>
                      <a:pt x="289" y="35"/>
                      <a:pt x="288" y="31"/>
                    </a:cubicBezTo>
                    <a:cubicBezTo>
                      <a:pt x="291" y="32"/>
                      <a:pt x="292" y="30"/>
                      <a:pt x="294" y="29"/>
                    </a:cubicBezTo>
                    <a:cubicBezTo>
                      <a:pt x="297" y="28"/>
                      <a:pt x="299" y="28"/>
                      <a:pt x="303" y="28"/>
                    </a:cubicBezTo>
                    <a:cubicBezTo>
                      <a:pt x="303" y="30"/>
                      <a:pt x="302" y="30"/>
                      <a:pt x="302" y="31"/>
                    </a:cubicBezTo>
                    <a:cubicBezTo>
                      <a:pt x="304" y="31"/>
                      <a:pt x="305" y="33"/>
                      <a:pt x="308" y="32"/>
                    </a:cubicBezTo>
                    <a:cubicBezTo>
                      <a:pt x="314" y="35"/>
                      <a:pt x="324" y="32"/>
                      <a:pt x="330" y="31"/>
                    </a:cubicBezTo>
                    <a:cubicBezTo>
                      <a:pt x="332" y="31"/>
                      <a:pt x="334" y="31"/>
                      <a:pt x="335" y="31"/>
                    </a:cubicBezTo>
                    <a:close/>
                    <a:moveTo>
                      <a:pt x="318" y="367"/>
                    </a:moveTo>
                    <a:cubicBezTo>
                      <a:pt x="319" y="370"/>
                      <a:pt x="316" y="369"/>
                      <a:pt x="316" y="372"/>
                    </a:cubicBezTo>
                    <a:cubicBezTo>
                      <a:pt x="317" y="373"/>
                      <a:pt x="318" y="374"/>
                      <a:pt x="318" y="376"/>
                    </a:cubicBezTo>
                    <a:cubicBezTo>
                      <a:pt x="319" y="376"/>
                      <a:pt x="320" y="375"/>
                      <a:pt x="321" y="375"/>
                    </a:cubicBezTo>
                    <a:cubicBezTo>
                      <a:pt x="321" y="371"/>
                      <a:pt x="321" y="368"/>
                      <a:pt x="318" y="367"/>
                    </a:cubicBezTo>
                    <a:close/>
                    <a:moveTo>
                      <a:pt x="244" y="359"/>
                    </a:moveTo>
                    <a:cubicBezTo>
                      <a:pt x="244" y="359"/>
                      <a:pt x="244" y="360"/>
                      <a:pt x="244" y="360"/>
                    </a:cubicBezTo>
                    <a:cubicBezTo>
                      <a:pt x="246" y="362"/>
                      <a:pt x="245" y="360"/>
                      <a:pt x="246" y="363"/>
                    </a:cubicBezTo>
                    <a:cubicBezTo>
                      <a:pt x="247" y="363"/>
                      <a:pt x="248" y="363"/>
                      <a:pt x="249" y="363"/>
                    </a:cubicBezTo>
                    <a:cubicBezTo>
                      <a:pt x="249" y="360"/>
                      <a:pt x="247" y="359"/>
                      <a:pt x="244" y="359"/>
                    </a:cubicBezTo>
                    <a:close/>
                    <a:moveTo>
                      <a:pt x="131" y="134"/>
                    </a:moveTo>
                    <a:cubicBezTo>
                      <a:pt x="132" y="134"/>
                      <a:pt x="133" y="134"/>
                      <a:pt x="133" y="133"/>
                    </a:cubicBezTo>
                    <a:cubicBezTo>
                      <a:pt x="132" y="133"/>
                      <a:pt x="130" y="133"/>
                      <a:pt x="129" y="133"/>
                    </a:cubicBezTo>
                    <a:cubicBezTo>
                      <a:pt x="128" y="137"/>
                      <a:pt x="132" y="141"/>
                      <a:pt x="128" y="143"/>
                    </a:cubicBezTo>
                    <a:cubicBezTo>
                      <a:pt x="130" y="143"/>
                      <a:pt x="131" y="144"/>
                      <a:pt x="132" y="145"/>
                    </a:cubicBezTo>
                    <a:cubicBezTo>
                      <a:pt x="135" y="143"/>
                      <a:pt x="134" y="138"/>
                      <a:pt x="135" y="135"/>
                    </a:cubicBezTo>
                    <a:cubicBezTo>
                      <a:pt x="133" y="135"/>
                      <a:pt x="131" y="135"/>
                      <a:pt x="131" y="134"/>
                    </a:cubicBezTo>
                    <a:close/>
                    <a:moveTo>
                      <a:pt x="128" y="91"/>
                    </a:moveTo>
                    <a:cubicBezTo>
                      <a:pt x="128" y="90"/>
                      <a:pt x="128" y="89"/>
                      <a:pt x="128" y="89"/>
                    </a:cubicBezTo>
                    <a:cubicBezTo>
                      <a:pt x="127" y="89"/>
                      <a:pt x="127" y="88"/>
                      <a:pt x="126" y="88"/>
                    </a:cubicBezTo>
                    <a:cubicBezTo>
                      <a:pt x="127" y="90"/>
                      <a:pt x="124" y="90"/>
                      <a:pt x="123" y="91"/>
                    </a:cubicBezTo>
                    <a:cubicBezTo>
                      <a:pt x="123" y="89"/>
                      <a:pt x="124" y="89"/>
                      <a:pt x="124" y="88"/>
                    </a:cubicBezTo>
                    <a:cubicBezTo>
                      <a:pt x="120" y="88"/>
                      <a:pt x="123" y="91"/>
                      <a:pt x="121" y="93"/>
                    </a:cubicBezTo>
                    <a:cubicBezTo>
                      <a:pt x="124" y="92"/>
                      <a:pt x="125" y="91"/>
                      <a:pt x="128" y="91"/>
                    </a:cubicBezTo>
                    <a:close/>
                    <a:moveTo>
                      <a:pt x="129" y="86"/>
                    </a:moveTo>
                    <a:cubicBezTo>
                      <a:pt x="129" y="85"/>
                      <a:pt x="131" y="85"/>
                      <a:pt x="131" y="84"/>
                    </a:cubicBezTo>
                    <a:cubicBezTo>
                      <a:pt x="126" y="83"/>
                      <a:pt x="133" y="81"/>
                      <a:pt x="130" y="79"/>
                    </a:cubicBezTo>
                    <a:cubicBezTo>
                      <a:pt x="129" y="81"/>
                      <a:pt x="125" y="85"/>
                      <a:pt x="129" y="86"/>
                    </a:cubicBezTo>
                    <a:close/>
                    <a:moveTo>
                      <a:pt x="225" y="41"/>
                    </a:moveTo>
                    <a:cubicBezTo>
                      <a:pt x="227" y="45"/>
                      <a:pt x="217" y="45"/>
                      <a:pt x="214" y="48"/>
                    </a:cubicBezTo>
                    <a:cubicBezTo>
                      <a:pt x="220" y="49"/>
                      <a:pt x="221" y="44"/>
                      <a:pt x="227" y="46"/>
                    </a:cubicBezTo>
                    <a:cubicBezTo>
                      <a:pt x="227" y="47"/>
                      <a:pt x="226" y="47"/>
                      <a:pt x="226" y="47"/>
                    </a:cubicBezTo>
                    <a:cubicBezTo>
                      <a:pt x="231" y="45"/>
                      <a:pt x="242" y="45"/>
                      <a:pt x="241" y="41"/>
                    </a:cubicBezTo>
                    <a:cubicBezTo>
                      <a:pt x="240" y="42"/>
                      <a:pt x="233" y="42"/>
                      <a:pt x="232" y="41"/>
                    </a:cubicBezTo>
                    <a:cubicBezTo>
                      <a:pt x="233" y="40"/>
                      <a:pt x="237" y="41"/>
                      <a:pt x="238" y="39"/>
                    </a:cubicBezTo>
                    <a:cubicBezTo>
                      <a:pt x="235" y="37"/>
                      <a:pt x="230" y="41"/>
                      <a:pt x="225" y="41"/>
                    </a:cubicBezTo>
                    <a:close/>
                    <a:moveTo>
                      <a:pt x="231" y="63"/>
                    </a:moveTo>
                    <a:cubicBezTo>
                      <a:pt x="234" y="69"/>
                      <a:pt x="222" y="67"/>
                      <a:pt x="216" y="68"/>
                    </a:cubicBezTo>
                    <a:cubicBezTo>
                      <a:pt x="224" y="74"/>
                      <a:pt x="241" y="68"/>
                      <a:pt x="246" y="63"/>
                    </a:cubicBezTo>
                    <a:cubicBezTo>
                      <a:pt x="241" y="63"/>
                      <a:pt x="236" y="63"/>
                      <a:pt x="231" y="63"/>
                    </a:cubicBezTo>
                    <a:close/>
                    <a:moveTo>
                      <a:pt x="260" y="114"/>
                    </a:moveTo>
                    <a:cubicBezTo>
                      <a:pt x="264" y="113"/>
                      <a:pt x="257" y="116"/>
                      <a:pt x="260" y="120"/>
                    </a:cubicBezTo>
                    <a:cubicBezTo>
                      <a:pt x="264" y="118"/>
                      <a:pt x="261" y="122"/>
                      <a:pt x="264" y="122"/>
                    </a:cubicBezTo>
                    <a:cubicBezTo>
                      <a:pt x="266" y="120"/>
                      <a:pt x="268" y="110"/>
                      <a:pt x="263" y="110"/>
                    </a:cubicBezTo>
                    <a:cubicBezTo>
                      <a:pt x="262" y="111"/>
                      <a:pt x="260" y="112"/>
                      <a:pt x="260" y="114"/>
                    </a:cubicBezTo>
                    <a:close/>
                    <a:moveTo>
                      <a:pt x="260" y="129"/>
                    </a:moveTo>
                    <a:cubicBezTo>
                      <a:pt x="262" y="129"/>
                      <a:pt x="265" y="125"/>
                      <a:pt x="263" y="123"/>
                    </a:cubicBezTo>
                    <a:cubicBezTo>
                      <a:pt x="262" y="125"/>
                      <a:pt x="261" y="127"/>
                      <a:pt x="260" y="129"/>
                    </a:cubicBezTo>
                    <a:close/>
                    <a:moveTo>
                      <a:pt x="270" y="151"/>
                    </a:moveTo>
                    <a:cubicBezTo>
                      <a:pt x="280" y="150"/>
                      <a:pt x="293" y="150"/>
                      <a:pt x="305" y="152"/>
                    </a:cubicBezTo>
                    <a:cubicBezTo>
                      <a:pt x="304" y="148"/>
                      <a:pt x="306" y="147"/>
                      <a:pt x="307" y="144"/>
                    </a:cubicBezTo>
                    <a:cubicBezTo>
                      <a:pt x="304" y="144"/>
                      <a:pt x="302" y="142"/>
                      <a:pt x="302" y="139"/>
                    </a:cubicBezTo>
                    <a:cubicBezTo>
                      <a:pt x="288" y="140"/>
                      <a:pt x="281" y="145"/>
                      <a:pt x="270" y="151"/>
                    </a:cubicBezTo>
                    <a:close/>
                    <a:moveTo>
                      <a:pt x="312" y="154"/>
                    </a:moveTo>
                    <a:cubicBezTo>
                      <a:pt x="309" y="155"/>
                      <a:pt x="308" y="153"/>
                      <a:pt x="306" y="153"/>
                    </a:cubicBezTo>
                    <a:cubicBezTo>
                      <a:pt x="302" y="156"/>
                      <a:pt x="294" y="157"/>
                      <a:pt x="289" y="157"/>
                    </a:cubicBezTo>
                    <a:cubicBezTo>
                      <a:pt x="286" y="164"/>
                      <a:pt x="278" y="172"/>
                      <a:pt x="278" y="181"/>
                    </a:cubicBezTo>
                    <a:cubicBezTo>
                      <a:pt x="288" y="176"/>
                      <a:pt x="289" y="160"/>
                      <a:pt x="301" y="157"/>
                    </a:cubicBezTo>
                    <a:cubicBezTo>
                      <a:pt x="303" y="157"/>
                      <a:pt x="305" y="158"/>
                      <a:pt x="307" y="160"/>
                    </a:cubicBezTo>
                    <a:cubicBezTo>
                      <a:pt x="307" y="164"/>
                      <a:pt x="300" y="166"/>
                      <a:pt x="302" y="168"/>
                    </a:cubicBezTo>
                    <a:cubicBezTo>
                      <a:pt x="302" y="167"/>
                      <a:pt x="304" y="167"/>
                      <a:pt x="306" y="167"/>
                    </a:cubicBezTo>
                    <a:cubicBezTo>
                      <a:pt x="306" y="168"/>
                      <a:pt x="305" y="172"/>
                      <a:pt x="307" y="172"/>
                    </a:cubicBezTo>
                    <a:cubicBezTo>
                      <a:pt x="310" y="168"/>
                      <a:pt x="313" y="163"/>
                      <a:pt x="316" y="160"/>
                    </a:cubicBezTo>
                    <a:cubicBezTo>
                      <a:pt x="316" y="161"/>
                      <a:pt x="316" y="162"/>
                      <a:pt x="316" y="164"/>
                    </a:cubicBezTo>
                    <a:cubicBezTo>
                      <a:pt x="319" y="164"/>
                      <a:pt x="319" y="162"/>
                      <a:pt x="322" y="163"/>
                    </a:cubicBezTo>
                    <a:cubicBezTo>
                      <a:pt x="321" y="160"/>
                      <a:pt x="321" y="157"/>
                      <a:pt x="318" y="156"/>
                    </a:cubicBezTo>
                    <a:cubicBezTo>
                      <a:pt x="317" y="154"/>
                      <a:pt x="314" y="155"/>
                      <a:pt x="312" y="154"/>
                    </a:cubicBezTo>
                    <a:close/>
                    <a:moveTo>
                      <a:pt x="319" y="172"/>
                    </a:moveTo>
                    <a:cubicBezTo>
                      <a:pt x="325" y="170"/>
                      <a:pt x="335" y="171"/>
                      <a:pt x="338" y="166"/>
                    </a:cubicBezTo>
                    <a:cubicBezTo>
                      <a:pt x="333" y="169"/>
                      <a:pt x="320" y="165"/>
                      <a:pt x="319" y="172"/>
                    </a:cubicBezTo>
                    <a:close/>
                    <a:moveTo>
                      <a:pt x="297" y="181"/>
                    </a:moveTo>
                    <a:cubicBezTo>
                      <a:pt x="306" y="183"/>
                      <a:pt x="315" y="178"/>
                      <a:pt x="321" y="174"/>
                    </a:cubicBezTo>
                    <a:cubicBezTo>
                      <a:pt x="312" y="176"/>
                      <a:pt x="304" y="178"/>
                      <a:pt x="297" y="181"/>
                    </a:cubicBezTo>
                    <a:close/>
                    <a:moveTo>
                      <a:pt x="337" y="528"/>
                    </a:moveTo>
                    <a:cubicBezTo>
                      <a:pt x="337" y="524"/>
                      <a:pt x="333" y="524"/>
                      <a:pt x="331" y="522"/>
                    </a:cubicBezTo>
                    <a:cubicBezTo>
                      <a:pt x="330" y="527"/>
                      <a:pt x="335" y="526"/>
                      <a:pt x="337" y="528"/>
                    </a:cubicBezTo>
                    <a:close/>
                    <a:moveTo>
                      <a:pt x="124" y="100"/>
                    </a:moveTo>
                    <a:cubicBezTo>
                      <a:pt x="124" y="99"/>
                      <a:pt x="126" y="96"/>
                      <a:pt x="124" y="94"/>
                    </a:cubicBezTo>
                    <a:cubicBezTo>
                      <a:pt x="125" y="95"/>
                      <a:pt x="123" y="95"/>
                      <a:pt x="122" y="96"/>
                    </a:cubicBezTo>
                    <a:cubicBezTo>
                      <a:pt x="125" y="96"/>
                      <a:pt x="122" y="101"/>
                      <a:pt x="124" y="100"/>
                    </a:cubicBezTo>
                    <a:close/>
                    <a:moveTo>
                      <a:pt x="438" y="20"/>
                    </a:moveTo>
                    <a:cubicBezTo>
                      <a:pt x="447" y="23"/>
                      <a:pt x="442" y="15"/>
                      <a:pt x="438" y="20"/>
                    </a:cubicBezTo>
                    <a:close/>
                    <a:moveTo>
                      <a:pt x="426" y="39"/>
                    </a:moveTo>
                    <a:cubicBezTo>
                      <a:pt x="425" y="44"/>
                      <a:pt x="432" y="43"/>
                      <a:pt x="433" y="40"/>
                    </a:cubicBezTo>
                    <a:cubicBezTo>
                      <a:pt x="431" y="39"/>
                      <a:pt x="429" y="38"/>
                      <a:pt x="426" y="39"/>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06" name="Google Shape;306;p11"/>
              <p:cNvSpPr/>
              <p:nvPr/>
            </p:nvSpPr>
            <p:spPr>
              <a:xfrm>
                <a:off x="3684" y="759"/>
                <a:ext cx="15" cy="17"/>
              </a:xfrm>
              <a:custGeom>
                <a:rect b="b" l="l" r="r" t="t"/>
                <a:pathLst>
                  <a:path extrusionOk="0" h="7" w="6">
                    <a:moveTo>
                      <a:pt x="6" y="4"/>
                    </a:moveTo>
                    <a:cubicBezTo>
                      <a:pt x="5" y="7"/>
                      <a:pt x="2" y="4"/>
                      <a:pt x="0" y="4"/>
                    </a:cubicBezTo>
                    <a:cubicBezTo>
                      <a:pt x="0" y="3"/>
                      <a:pt x="1" y="4"/>
                      <a:pt x="2" y="3"/>
                    </a:cubicBezTo>
                    <a:cubicBezTo>
                      <a:pt x="5" y="4"/>
                      <a:pt x="3" y="1"/>
                      <a:pt x="3" y="0"/>
                    </a:cubicBezTo>
                    <a:cubicBezTo>
                      <a:pt x="5" y="1"/>
                      <a:pt x="5" y="3"/>
                      <a:pt x="6" y="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07" name="Google Shape;307;p11"/>
              <p:cNvSpPr/>
              <p:nvPr/>
            </p:nvSpPr>
            <p:spPr>
              <a:xfrm>
                <a:off x="3935" y="764"/>
                <a:ext cx="33" cy="14"/>
              </a:xfrm>
              <a:custGeom>
                <a:rect b="b" l="l" r="r" t="t"/>
                <a:pathLst>
                  <a:path extrusionOk="0" h="6" w="14">
                    <a:moveTo>
                      <a:pt x="2" y="5"/>
                    </a:moveTo>
                    <a:cubicBezTo>
                      <a:pt x="1" y="5"/>
                      <a:pt x="1" y="5"/>
                      <a:pt x="0" y="5"/>
                    </a:cubicBezTo>
                    <a:cubicBezTo>
                      <a:pt x="2" y="0"/>
                      <a:pt x="9" y="5"/>
                      <a:pt x="14" y="4"/>
                    </a:cubicBezTo>
                    <a:cubicBezTo>
                      <a:pt x="12" y="6"/>
                      <a:pt x="6" y="5"/>
                      <a:pt x="2" y="5"/>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08" name="Google Shape;308;p11"/>
              <p:cNvSpPr/>
              <p:nvPr/>
            </p:nvSpPr>
            <p:spPr>
              <a:xfrm>
                <a:off x="2047" y="1769"/>
                <a:ext cx="19" cy="24"/>
              </a:xfrm>
              <a:custGeom>
                <a:rect b="b" l="l" r="r" t="t"/>
                <a:pathLst>
                  <a:path extrusionOk="0" h="10" w="8">
                    <a:moveTo>
                      <a:pt x="7" y="0"/>
                    </a:moveTo>
                    <a:cubicBezTo>
                      <a:pt x="7" y="0"/>
                      <a:pt x="8" y="1"/>
                      <a:pt x="7" y="3"/>
                    </a:cubicBezTo>
                    <a:cubicBezTo>
                      <a:pt x="6" y="5"/>
                      <a:pt x="0" y="4"/>
                      <a:pt x="5" y="7"/>
                    </a:cubicBezTo>
                    <a:cubicBezTo>
                      <a:pt x="3" y="7"/>
                      <a:pt x="1" y="10"/>
                      <a:pt x="0" y="7"/>
                    </a:cubicBezTo>
                    <a:cubicBezTo>
                      <a:pt x="1" y="4"/>
                      <a:pt x="4" y="2"/>
                      <a:pt x="7"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09" name="Google Shape;309;p11"/>
              <p:cNvSpPr/>
              <p:nvPr/>
            </p:nvSpPr>
            <p:spPr>
              <a:xfrm>
                <a:off x="2251" y="792"/>
                <a:ext cx="26" cy="17"/>
              </a:xfrm>
              <a:custGeom>
                <a:rect b="b" l="l" r="r" t="t"/>
                <a:pathLst>
                  <a:path extrusionOk="0" h="7" w="11">
                    <a:moveTo>
                      <a:pt x="4" y="0"/>
                    </a:moveTo>
                    <a:cubicBezTo>
                      <a:pt x="7" y="1"/>
                      <a:pt x="9" y="3"/>
                      <a:pt x="10" y="7"/>
                    </a:cubicBezTo>
                    <a:cubicBezTo>
                      <a:pt x="9" y="6"/>
                      <a:pt x="8" y="7"/>
                      <a:pt x="8" y="6"/>
                    </a:cubicBezTo>
                    <a:cubicBezTo>
                      <a:pt x="11" y="3"/>
                      <a:pt x="0" y="4"/>
                      <a:pt x="4"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10" name="Google Shape;310;p11"/>
              <p:cNvSpPr/>
              <p:nvPr/>
            </p:nvSpPr>
            <p:spPr>
              <a:xfrm>
                <a:off x="2083" y="795"/>
                <a:ext cx="21" cy="19"/>
              </a:xfrm>
              <a:custGeom>
                <a:rect b="b" l="l" r="r" t="t"/>
                <a:pathLst>
                  <a:path extrusionOk="0" h="8" w="9">
                    <a:moveTo>
                      <a:pt x="0" y="5"/>
                    </a:moveTo>
                    <a:cubicBezTo>
                      <a:pt x="4" y="0"/>
                      <a:pt x="9" y="8"/>
                      <a:pt x="0" y="5"/>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11" name="Google Shape;311;p11"/>
              <p:cNvSpPr/>
              <p:nvPr/>
            </p:nvSpPr>
            <p:spPr>
              <a:xfrm>
                <a:off x="2923" y="804"/>
                <a:ext cx="14" cy="12"/>
              </a:xfrm>
              <a:custGeom>
                <a:rect b="b" l="l" r="r" t="t"/>
                <a:pathLst>
                  <a:path extrusionOk="0" h="5" w="6">
                    <a:moveTo>
                      <a:pt x="2" y="3"/>
                    </a:moveTo>
                    <a:cubicBezTo>
                      <a:pt x="0" y="0"/>
                      <a:pt x="4" y="2"/>
                      <a:pt x="4" y="0"/>
                    </a:cubicBezTo>
                    <a:cubicBezTo>
                      <a:pt x="6" y="0"/>
                      <a:pt x="4" y="1"/>
                      <a:pt x="3" y="2"/>
                    </a:cubicBezTo>
                    <a:cubicBezTo>
                      <a:pt x="4" y="5"/>
                      <a:pt x="5" y="3"/>
                      <a:pt x="6" y="2"/>
                    </a:cubicBezTo>
                    <a:cubicBezTo>
                      <a:pt x="6" y="4"/>
                      <a:pt x="5" y="5"/>
                      <a:pt x="3" y="4"/>
                    </a:cubicBezTo>
                    <a:cubicBezTo>
                      <a:pt x="3" y="4"/>
                      <a:pt x="3" y="3"/>
                      <a:pt x="2" y="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12" name="Google Shape;312;p11"/>
              <p:cNvSpPr/>
              <p:nvPr/>
            </p:nvSpPr>
            <p:spPr>
              <a:xfrm>
                <a:off x="3251" y="804"/>
                <a:ext cx="19" cy="17"/>
              </a:xfrm>
              <a:custGeom>
                <a:rect b="b" l="l" r="r" t="t"/>
                <a:pathLst>
                  <a:path extrusionOk="0" h="7" w="8">
                    <a:moveTo>
                      <a:pt x="8" y="4"/>
                    </a:moveTo>
                    <a:cubicBezTo>
                      <a:pt x="6" y="7"/>
                      <a:pt x="2" y="3"/>
                      <a:pt x="0" y="4"/>
                    </a:cubicBezTo>
                    <a:cubicBezTo>
                      <a:pt x="2" y="0"/>
                      <a:pt x="6" y="4"/>
                      <a:pt x="8" y="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13" name="Google Shape;313;p11"/>
              <p:cNvSpPr/>
              <p:nvPr/>
            </p:nvSpPr>
            <p:spPr>
              <a:xfrm>
                <a:off x="1820" y="814"/>
                <a:ext cx="47" cy="19"/>
              </a:xfrm>
              <a:custGeom>
                <a:rect b="b" l="l" r="r" t="t"/>
                <a:pathLst>
                  <a:path extrusionOk="0" h="8" w="20">
                    <a:moveTo>
                      <a:pt x="4" y="6"/>
                    </a:moveTo>
                    <a:cubicBezTo>
                      <a:pt x="2" y="7"/>
                      <a:pt x="1" y="6"/>
                      <a:pt x="0" y="5"/>
                    </a:cubicBezTo>
                    <a:cubicBezTo>
                      <a:pt x="2" y="3"/>
                      <a:pt x="7" y="4"/>
                      <a:pt x="8" y="0"/>
                    </a:cubicBezTo>
                    <a:cubicBezTo>
                      <a:pt x="13" y="0"/>
                      <a:pt x="20" y="8"/>
                      <a:pt x="11" y="7"/>
                    </a:cubicBezTo>
                    <a:cubicBezTo>
                      <a:pt x="8" y="8"/>
                      <a:pt x="6" y="7"/>
                      <a:pt x="4" y="6"/>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14" name="Google Shape;314;p11"/>
              <p:cNvSpPr/>
              <p:nvPr/>
            </p:nvSpPr>
            <p:spPr>
              <a:xfrm>
                <a:off x="3166" y="819"/>
                <a:ext cx="17" cy="11"/>
              </a:xfrm>
              <a:custGeom>
                <a:rect b="b" l="l" r="r" t="t"/>
                <a:pathLst>
                  <a:path extrusionOk="0" h="5" w="7">
                    <a:moveTo>
                      <a:pt x="0" y="3"/>
                    </a:moveTo>
                    <a:cubicBezTo>
                      <a:pt x="0" y="2"/>
                      <a:pt x="1" y="2"/>
                      <a:pt x="1" y="0"/>
                    </a:cubicBezTo>
                    <a:cubicBezTo>
                      <a:pt x="3" y="0"/>
                      <a:pt x="4" y="2"/>
                      <a:pt x="7" y="1"/>
                    </a:cubicBezTo>
                    <a:cubicBezTo>
                      <a:pt x="7" y="4"/>
                      <a:pt x="2" y="5"/>
                      <a:pt x="0" y="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15" name="Google Shape;315;p11"/>
              <p:cNvSpPr/>
              <p:nvPr/>
            </p:nvSpPr>
            <p:spPr>
              <a:xfrm>
                <a:off x="2019" y="823"/>
                <a:ext cx="30" cy="22"/>
              </a:xfrm>
              <a:custGeom>
                <a:rect b="b" l="l" r="r" t="t"/>
                <a:pathLst>
                  <a:path extrusionOk="0" h="9" w="13">
                    <a:moveTo>
                      <a:pt x="13" y="3"/>
                    </a:moveTo>
                    <a:cubicBezTo>
                      <a:pt x="10" y="4"/>
                      <a:pt x="11" y="0"/>
                      <a:pt x="7" y="1"/>
                    </a:cubicBezTo>
                    <a:cubicBezTo>
                      <a:pt x="8" y="2"/>
                      <a:pt x="11" y="4"/>
                      <a:pt x="7" y="4"/>
                    </a:cubicBezTo>
                    <a:cubicBezTo>
                      <a:pt x="8" y="6"/>
                      <a:pt x="10" y="6"/>
                      <a:pt x="12" y="6"/>
                    </a:cubicBezTo>
                    <a:cubicBezTo>
                      <a:pt x="11" y="8"/>
                      <a:pt x="8" y="9"/>
                      <a:pt x="7" y="7"/>
                    </a:cubicBezTo>
                    <a:cubicBezTo>
                      <a:pt x="7" y="5"/>
                      <a:pt x="6" y="5"/>
                      <a:pt x="6" y="4"/>
                    </a:cubicBezTo>
                    <a:cubicBezTo>
                      <a:pt x="10" y="4"/>
                      <a:pt x="4" y="0"/>
                      <a:pt x="4" y="3"/>
                    </a:cubicBezTo>
                    <a:cubicBezTo>
                      <a:pt x="0" y="2"/>
                      <a:pt x="6" y="2"/>
                      <a:pt x="6" y="0"/>
                    </a:cubicBezTo>
                    <a:cubicBezTo>
                      <a:pt x="10" y="0"/>
                      <a:pt x="11" y="2"/>
                      <a:pt x="13" y="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16" name="Google Shape;316;p11"/>
              <p:cNvSpPr/>
              <p:nvPr/>
            </p:nvSpPr>
            <p:spPr>
              <a:xfrm>
                <a:off x="2859" y="821"/>
                <a:ext cx="28" cy="19"/>
              </a:xfrm>
              <a:custGeom>
                <a:rect b="b" l="l" r="r" t="t"/>
                <a:pathLst>
                  <a:path extrusionOk="0" h="8" w="12">
                    <a:moveTo>
                      <a:pt x="3" y="8"/>
                    </a:moveTo>
                    <a:cubicBezTo>
                      <a:pt x="3" y="6"/>
                      <a:pt x="5" y="6"/>
                      <a:pt x="6" y="6"/>
                    </a:cubicBezTo>
                    <a:cubicBezTo>
                      <a:pt x="5" y="5"/>
                      <a:pt x="2" y="5"/>
                      <a:pt x="0" y="4"/>
                    </a:cubicBezTo>
                    <a:cubicBezTo>
                      <a:pt x="3" y="4"/>
                      <a:pt x="3" y="0"/>
                      <a:pt x="6" y="0"/>
                    </a:cubicBezTo>
                    <a:cubicBezTo>
                      <a:pt x="4" y="4"/>
                      <a:pt x="7" y="2"/>
                      <a:pt x="10" y="3"/>
                    </a:cubicBezTo>
                    <a:cubicBezTo>
                      <a:pt x="10" y="5"/>
                      <a:pt x="12" y="4"/>
                      <a:pt x="12" y="5"/>
                    </a:cubicBezTo>
                    <a:cubicBezTo>
                      <a:pt x="7" y="4"/>
                      <a:pt x="7" y="8"/>
                      <a:pt x="3" y="8"/>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17" name="Google Shape;317;p11"/>
              <p:cNvSpPr/>
              <p:nvPr/>
            </p:nvSpPr>
            <p:spPr>
              <a:xfrm>
                <a:off x="1742" y="819"/>
                <a:ext cx="33" cy="19"/>
              </a:xfrm>
              <a:custGeom>
                <a:rect b="b" l="l" r="r" t="t"/>
                <a:pathLst>
                  <a:path extrusionOk="0" h="8" w="14">
                    <a:moveTo>
                      <a:pt x="14" y="7"/>
                    </a:moveTo>
                    <a:cubicBezTo>
                      <a:pt x="11" y="8"/>
                      <a:pt x="10" y="6"/>
                      <a:pt x="8" y="6"/>
                    </a:cubicBezTo>
                    <a:cubicBezTo>
                      <a:pt x="8" y="5"/>
                      <a:pt x="9" y="5"/>
                      <a:pt x="9" y="3"/>
                    </a:cubicBezTo>
                    <a:cubicBezTo>
                      <a:pt x="5" y="3"/>
                      <a:pt x="3" y="3"/>
                      <a:pt x="0" y="4"/>
                    </a:cubicBezTo>
                    <a:cubicBezTo>
                      <a:pt x="0" y="4"/>
                      <a:pt x="0" y="4"/>
                      <a:pt x="0" y="3"/>
                    </a:cubicBezTo>
                    <a:cubicBezTo>
                      <a:pt x="3" y="1"/>
                      <a:pt x="10" y="0"/>
                      <a:pt x="11" y="4"/>
                    </a:cubicBezTo>
                    <a:cubicBezTo>
                      <a:pt x="10" y="6"/>
                      <a:pt x="13" y="5"/>
                      <a:pt x="14" y="7"/>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18" name="Google Shape;318;p11"/>
              <p:cNvSpPr/>
              <p:nvPr/>
            </p:nvSpPr>
            <p:spPr>
              <a:xfrm>
                <a:off x="2490" y="861"/>
                <a:ext cx="14" cy="10"/>
              </a:xfrm>
              <a:custGeom>
                <a:rect b="b" l="l" r="r" t="t"/>
                <a:pathLst>
                  <a:path extrusionOk="0" h="4" w="6">
                    <a:moveTo>
                      <a:pt x="6" y="3"/>
                    </a:moveTo>
                    <a:cubicBezTo>
                      <a:pt x="4" y="3"/>
                      <a:pt x="3" y="4"/>
                      <a:pt x="0" y="4"/>
                    </a:cubicBezTo>
                    <a:cubicBezTo>
                      <a:pt x="2" y="2"/>
                      <a:pt x="3" y="1"/>
                      <a:pt x="5" y="0"/>
                    </a:cubicBezTo>
                    <a:cubicBezTo>
                      <a:pt x="5" y="0"/>
                      <a:pt x="4" y="1"/>
                      <a:pt x="4" y="2"/>
                    </a:cubicBezTo>
                    <a:cubicBezTo>
                      <a:pt x="5" y="1"/>
                      <a:pt x="6" y="2"/>
                      <a:pt x="6" y="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19" name="Google Shape;319;p11"/>
              <p:cNvSpPr/>
              <p:nvPr/>
            </p:nvSpPr>
            <p:spPr>
              <a:xfrm>
                <a:off x="2229" y="871"/>
                <a:ext cx="14" cy="14"/>
              </a:xfrm>
              <a:custGeom>
                <a:rect b="b" l="l" r="r" t="t"/>
                <a:pathLst>
                  <a:path extrusionOk="0" h="6" w="6">
                    <a:moveTo>
                      <a:pt x="6" y="4"/>
                    </a:moveTo>
                    <a:cubicBezTo>
                      <a:pt x="4" y="2"/>
                      <a:pt x="3" y="6"/>
                      <a:pt x="0" y="5"/>
                    </a:cubicBezTo>
                    <a:cubicBezTo>
                      <a:pt x="0" y="4"/>
                      <a:pt x="6" y="0"/>
                      <a:pt x="6" y="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20" name="Google Shape;320;p11"/>
              <p:cNvSpPr/>
              <p:nvPr/>
            </p:nvSpPr>
            <p:spPr>
              <a:xfrm>
                <a:off x="1342" y="947"/>
                <a:ext cx="19" cy="16"/>
              </a:xfrm>
              <a:custGeom>
                <a:rect b="b" l="l" r="r" t="t"/>
                <a:pathLst>
                  <a:path extrusionOk="0" h="7" w="8">
                    <a:moveTo>
                      <a:pt x="5" y="0"/>
                    </a:moveTo>
                    <a:cubicBezTo>
                      <a:pt x="8" y="2"/>
                      <a:pt x="1" y="4"/>
                      <a:pt x="6" y="5"/>
                    </a:cubicBezTo>
                    <a:cubicBezTo>
                      <a:pt x="6" y="6"/>
                      <a:pt x="4" y="6"/>
                      <a:pt x="4" y="7"/>
                    </a:cubicBezTo>
                    <a:cubicBezTo>
                      <a:pt x="0" y="6"/>
                      <a:pt x="4" y="2"/>
                      <a:pt x="5"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21" name="Google Shape;321;p11"/>
              <p:cNvSpPr/>
              <p:nvPr/>
            </p:nvSpPr>
            <p:spPr>
              <a:xfrm>
                <a:off x="4366" y="949"/>
                <a:ext cx="14" cy="9"/>
              </a:xfrm>
              <a:custGeom>
                <a:rect b="b" l="l" r="r" t="t"/>
                <a:pathLst>
                  <a:path extrusionOk="0" h="4" w="6">
                    <a:moveTo>
                      <a:pt x="1" y="0"/>
                    </a:moveTo>
                    <a:cubicBezTo>
                      <a:pt x="2" y="0"/>
                      <a:pt x="3" y="0"/>
                      <a:pt x="5" y="0"/>
                    </a:cubicBezTo>
                    <a:cubicBezTo>
                      <a:pt x="6" y="4"/>
                      <a:pt x="0" y="4"/>
                      <a:pt x="1"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22" name="Google Shape;322;p11"/>
              <p:cNvSpPr/>
              <p:nvPr/>
            </p:nvSpPr>
            <p:spPr>
              <a:xfrm>
                <a:off x="2646" y="951"/>
                <a:ext cx="92" cy="121"/>
              </a:xfrm>
              <a:custGeom>
                <a:rect b="b" l="l" r="r" t="t"/>
                <a:pathLst>
                  <a:path extrusionOk="0" h="51" w="39">
                    <a:moveTo>
                      <a:pt x="17" y="2"/>
                    </a:moveTo>
                    <a:cubicBezTo>
                      <a:pt x="15" y="4"/>
                      <a:pt x="15" y="6"/>
                      <a:pt x="12" y="6"/>
                    </a:cubicBezTo>
                    <a:cubicBezTo>
                      <a:pt x="12" y="9"/>
                      <a:pt x="16" y="6"/>
                      <a:pt x="19" y="7"/>
                    </a:cubicBezTo>
                    <a:cubicBezTo>
                      <a:pt x="20" y="12"/>
                      <a:pt x="17" y="13"/>
                      <a:pt x="16" y="15"/>
                    </a:cubicBezTo>
                    <a:cubicBezTo>
                      <a:pt x="21" y="21"/>
                      <a:pt x="28" y="25"/>
                      <a:pt x="28" y="35"/>
                    </a:cubicBezTo>
                    <a:cubicBezTo>
                      <a:pt x="31" y="35"/>
                      <a:pt x="31" y="33"/>
                      <a:pt x="34" y="34"/>
                    </a:cubicBezTo>
                    <a:cubicBezTo>
                      <a:pt x="39" y="38"/>
                      <a:pt x="27" y="41"/>
                      <a:pt x="33" y="43"/>
                    </a:cubicBezTo>
                    <a:cubicBezTo>
                      <a:pt x="25" y="50"/>
                      <a:pt x="10" y="45"/>
                      <a:pt x="0" y="51"/>
                    </a:cubicBezTo>
                    <a:cubicBezTo>
                      <a:pt x="4" y="49"/>
                      <a:pt x="5" y="44"/>
                      <a:pt x="12" y="44"/>
                    </a:cubicBezTo>
                    <a:cubicBezTo>
                      <a:pt x="10" y="42"/>
                      <a:pt x="8" y="41"/>
                      <a:pt x="3" y="41"/>
                    </a:cubicBezTo>
                    <a:cubicBezTo>
                      <a:pt x="4" y="38"/>
                      <a:pt x="8" y="39"/>
                      <a:pt x="9" y="36"/>
                    </a:cubicBezTo>
                    <a:cubicBezTo>
                      <a:pt x="7" y="34"/>
                      <a:pt x="8" y="34"/>
                      <a:pt x="7" y="33"/>
                    </a:cubicBezTo>
                    <a:cubicBezTo>
                      <a:pt x="7" y="31"/>
                      <a:pt x="11" y="32"/>
                      <a:pt x="13" y="32"/>
                    </a:cubicBezTo>
                    <a:cubicBezTo>
                      <a:pt x="14" y="32"/>
                      <a:pt x="13" y="29"/>
                      <a:pt x="15" y="28"/>
                    </a:cubicBezTo>
                    <a:cubicBezTo>
                      <a:pt x="14" y="27"/>
                      <a:pt x="12" y="26"/>
                      <a:pt x="13" y="23"/>
                    </a:cubicBezTo>
                    <a:cubicBezTo>
                      <a:pt x="9" y="22"/>
                      <a:pt x="9" y="25"/>
                      <a:pt x="5" y="24"/>
                    </a:cubicBezTo>
                    <a:cubicBezTo>
                      <a:pt x="5" y="22"/>
                      <a:pt x="6" y="20"/>
                      <a:pt x="8" y="18"/>
                    </a:cubicBezTo>
                    <a:cubicBezTo>
                      <a:pt x="7" y="17"/>
                      <a:pt x="2" y="18"/>
                      <a:pt x="5" y="14"/>
                    </a:cubicBezTo>
                    <a:cubicBezTo>
                      <a:pt x="3" y="14"/>
                      <a:pt x="3" y="16"/>
                      <a:pt x="2" y="14"/>
                    </a:cubicBezTo>
                    <a:cubicBezTo>
                      <a:pt x="0" y="13"/>
                      <a:pt x="3" y="13"/>
                      <a:pt x="4" y="12"/>
                    </a:cubicBezTo>
                    <a:cubicBezTo>
                      <a:pt x="3" y="10"/>
                      <a:pt x="2" y="10"/>
                      <a:pt x="0" y="9"/>
                    </a:cubicBezTo>
                    <a:cubicBezTo>
                      <a:pt x="6" y="9"/>
                      <a:pt x="7" y="0"/>
                      <a:pt x="17" y="2"/>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23" name="Google Shape;323;p11"/>
              <p:cNvSpPr/>
              <p:nvPr/>
            </p:nvSpPr>
            <p:spPr>
              <a:xfrm>
                <a:off x="1155" y="956"/>
                <a:ext cx="19" cy="12"/>
              </a:xfrm>
              <a:custGeom>
                <a:rect b="b" l="l" r="r" t="t"/>
                <a:pathLst>
                  <a:path extrusionOk="0" h="5" w="8">
                    <a:moveTo>
                      <a:pt x="7" y="1"/>
                    </a:moveTo>
                    <a:cubicBezTo>
                      <a:pt x="8" y="3"/>
                      <a:pt x="0" y="5"/>
                      <a:pt x="1" y="2"/>
                    </a:cubicBezTo>
                    <a:cubicBezTo>
                      <a:pt x="4" y="2"/>
                      <a:pt x="4" y="0"/>
                      <a:pt x="7" y="1"/>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24" name="Google Shape;324;p11"/>
              <p:cNvSpPr/>
              <p:nvPr/>
            </p:nvSpPr>
            <p:spPr>
              <a:xfrm>
                <a:off x="1330" y="968"/>
                <a:ext cx="19" cy="12"/>
              </a:xfrm>
              <a:custGeom>
                <a:rect b="b" l="l" r="r" t="t"/>
                <a:pathLst>
                  <a:path extrusionOk="0" h="5" w="8">
                    <a:moveTo>
                      <a:pt x="1" y="5"/>
                    </a:moveTo>
                    <a:cubicBezTo>
                      <a:pt x="3" y="3"/>
                      <a:pt x="0" y="0"/>
                      <a:pt x="4" y="0"/>
                    </a:cubicBezTo>
                    <a:cubicBezTo>
                      <a:pt x="4" y="1"/>
                      <a:pt x="3" y="1"/>
                      <a:pt x="3" y="3"/>
                    </a:cubicBezTo>
                    <a:cubicBezTo>
                      <a:pt x="4" y="2"/>
                      <a:pt x="7" y="2"/>
                      <a:pt x="6" y="0"/>
                    </a:cubicBezTo>
                    <a:cubicBezTo>
                      <a:pt x="7" y="0"/>
                      <a:pt x="7" y="1"/>
                      <a:pt x="8" y="1"/>
                    </a:cubicBezTo>
                    <a:cubicBezTo>
                      <a:pt x="8" y="1"/>
                      <a:pt x="8" y="2"/>
                      <a:pt x="8" y="3"/>
                    </a:cubicBezTo>
                    <a:cubicBezTo>
                      <a:pt x="5" y="3"/>
                      <a:pt x="4" y="4"/>
                      <a:pt x="1" y="5"/>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25" name="Google Shape;325;p11"/>
              <p:cNvSpPr/>
              <p:nvPr/>
            </p:nvSpPr>
            <p:spPr>
              <a:xfrm>
                <a:off x="1884" y="980"/>
                <a:ext cx="16" cy="14"/>
              </a:xfrm>
              <a:custGeom>
                <a:rect b="b" l="l" r="r" t="t"/>
                <a:pathLst>
                  <a:path extrusionOk="0" h="6" w="7">
                    <a:moveTo>
                      <a:pt x="7" y="2"/>
                    </a:moveTo>
                    <a:cubicBezTo>
                      <a:pt x="6" y="5"/>
                      <a:pt x="3" y="5"/>
                      <a:pt x="0" y="6"/>
                    </a:cubicBezTo>
                    <a:cubicBezTo>
                      <a:pt x="0" y="3"/>
                      <a:pt x="5" y="0"/>
                      <a:pt x="7" y="2"/>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26" name="Google Shape;326;p11"/>
              <p:cNvSpPr/>
              <p:nvPr/>
            </p:nvSpPr>
            <p:spPr>
              <a:xfrm>
                <a:off x="1335" y="982"/>
                <a:ext cx="9" cy="17"/>
              </a:xfrm>
              <a:custGeom>
                <a:rect b="b" l="l" r="r" t="t"/>
                <a:pathLst>
                  <a:path extrusionOk="0" h="7" w="4">
                    <a:moveTo>
                      <a:pt x="0" y="2"/>
                    </a:moveTo>
                    <a:cubicBezTo>
                      <a:pt x="1" y="1"/>
                      <a:pt x="3" y="1"/>
                      <a:pt x="2" y="0"/>
                    </a:cubicBezTo>
                    <a:cubicBezTo>
                      <a:pt x="4" y="2"/>
                      <a:pt x="2" y="5"/>
                      <a:pt x="2" y="6"/>
                    </a:cubicBezTo>
                    <a:cubicBezTo>
                      <a:pt x="0" y="7"/>
                      <a:pt x="3" y="2"/>
                      <a:pt x="0" y="2"/>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27" name="Google Shape;327;p11"/>
              <p:cNvSpPr/>
              <p:nvPr/>
            </p:nvSpPr>
            <p:spPr>
              <a:xfrm>
                <a:off x="1302" y="1015"/>
                <a:ext cx="23" cy="26"/>
              </a:xfrm>
              <a:custGeom>
                <a:rect b="b" l="l" r="r" t="t"/>
                <a:pathLst>
                  <a:path extrusionOk="0" h="11" w="10">
                    <a:moveTo>
                      <a:pt x="4" y="0"/>
                    </a:moveTo>
                    <a:cubicBezTo>
                      <a:pt x="5" y="0"/>
                      <a:pt x="9" y="3"/>
                      <a:pt x="10" y="0"/>
                    </a:cubicBezTo>
                    <a:cubicBezTo>
                      <a:pt x="10" y="3"/>
                      <a:pt x="2" y="5"/>
                      <a:pt x="3" y="11"/>
                    </a:cubicBezTo>
                    <a:cubicBezTo>
                      <a:pt x="0" y="9"/>
                      <a:pt x="1" y="2"/>
                      <a:pt x="4"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28" name="Google Shape;328;p11"/>
              <p:cNvSpPr/>
              <p:nvPr/>
            </p:nvSpPr>
            <p:spPr>
              <a:xfrm>
                <a:off x="944" y="1018"/>
                <a:ext cx="15" cy="7"/>
              </a:xfrm>
              <a:custGeom>
                <a:rect b="b" l="l" r="r" t="t"/>
                <a:pathLst>
                  <a:path extrusionOk="0" h="3" w="6">
                    <a:moveTo>
                      <a:pt x="6" y="0"/>
                    </a:moveTo>
                    <a:cubicBezTo>
                      <a:pt x="5" y="2"/>
                      <a:pt x="4" y="3"/>
                      <a:pt x="0" y="3"/>
                    </a:cubicBezTo>
                    <a:cubicBezTo>
                      <a:pt x="1" y="2"/>
                      <a:pt x="1" y="1"/>
                      <a:pt x="1" y="0"/>
                    </a:cubicBezTo>
                    <a:cubicBezTo>
                      <a:pt x="3" y="0"/>
                      <a:pt x="4" y="0"/>
                      <a:pt x="6"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29" name="Google Shape;329;p11"/>
              <p:cNvSpPr/>
              <p:nvPr/>
            </p:nvSpPr>
            <p:spPr>
              <a:xfrm>
                <a:off x="1661" y="1051"/>
                <a:ext cx="12" cy="14"/>
              </a:xfrm>
              <a:custGeom>
                <a:rect b="b" l="l" r="r" t="t"/>
                <a:pathLst>
                  <a:path extrusionOk="0" h="6" w="5">
                    <a:moveTo>
                      <a:pt x="3" y="0"/>
                    </a:moveTo>
                    <a:cubicBezTo>
                      <a:pt x="5" y="2"/>
                      <a:pt x="2" y="6"/>
                      <a:pt x="0" y="6"/>
                    </a:cubicBezTo>
                    <a:cubicBezTo>
                      <a:pt x="1" y="4"/>
                      <a:pt x="2" y="2"/>
                      <a:pt x="3"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30" name="Google Shape;330;p11"/>
              <p:cNvSpPr/>
              <p:nvPr/>
            </p:nvSpPr>
            <p:spPr>
              <a:xfrm>
                <a:off x="4688" y="1034"/>
                <a:ext cx="31" cy="15"/>
              </a:xfrm>
              <a:custGeom>
                <a:rect b="b" l="l" r="r" t="t"/>
                <a:pathLst>
                  <a:path extrusionOk="0" h="6" w="13">
                    <a:moveTo>
                      <a:pt x="0" y="4"/>
                    </a:moveTo>
                    <a:cubicBezTo>
                      <a:pt x="5" y="0"/>
                      <a:pt x="13" y="6"/>
                      <a:pt x="0" y="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31" name="Google Shape;331;p11"/>
              <p:cNvSpPr/>
              <p:nvPr/>
            </p:nvSpPr>
            <p:spPr>
              <a:xfrm>
                <a:off x="2049" y="1049"/>
                <a:ext cx="81" cy="71"/>
              </a:xfrm>
              <a:custGeom>
                <a:rect b="b" l="l" r="r" t="t"/>
                <a:pathLst>
                  <a:path extrusionOk="0" h="30" w="34">
                    <a:moveTo>
                      <a:pt x="28" y="0"/>
                    </a:moveTo>
                    <a:cubicBezTo>
                      <a:pt x="25" y="5"/>
                      <a:pt x="21" y="6"/>
                      <a:pt x="18" y="10"/>
                    </a:cubicBezTo>
                    <a:cubicBezTo>
                      <a:pt x="18" y="12"/>
                      <a:pt x="21" y="9"/>
                      <a:pt x="24" y="10"/>
                    </a:cubicBezTo>
                    <a:cubicBezTo>
                      <a:pt x="23" y="11"/>
                      <a:pt x="23" y="12"/>
                      <a:pt x="21" y="12"/>
                    </a:cubicBezTo>
                    <a:cubicBezTo>
                      <a:pt x="24" y="14"/>
                      <a:pt x="26" y="13"/>
                      <a:pt x="31" y="14"/>
                    </a:cubicBezTo>
                    <a:cubicBezTo>
                      <a:pt x="30" y="16"/>
                      <a:pt x="27" y="20"/>
                      <a:pt x="32" y="18"/>
                    </a:cubicBezTo>
                    <a:cubicBezTo>
                      <a:pt x="32" y="21"/>
                      <a:pt x="28" y="20"/>
                      <a:pt x="28" y="22"/>
                    </a:cubicBezTo>
                    <a:cubicBezTo>
                      <a:pt x="28" y="25"/>
                      <a:pt x="30" y="21"/>
                      <a:pt x="30" y="21"/>
                    </a:cubicBezTo>
                    <a:cubicBezTo>
                      <a:pt x="34" y="21"/>
                      <a:pt x="28" y="24"/>
                      <a:pt x="32" y="23"/>
                    </a:cubicBezTo>
                    <a:cubicBezTo>
                      <a:pt x="31" y="27"/>
                      <a:pt x="29" y="29"/>
                      <a:pt x="26" y="30"/>
                    </a:cubicBezTo>
                    <a:cubicBezTo>
                      <a:pt x="26" y="28"/>
                      <a:pt x="25" y="28"/>
                      <a:pt x="24" y="28"/>
                    </a:cubicBezTo>
                    <a:cubicBezTo>
                      <a:pt x="23" y="26"/>
                      <a:pt x="26" y="26"/>
                      <a:pt x="26" y="24"/>
                    </a:cubicBezTo>
                    <a:cubicBezTo>
                      <a:pt x="23" y="24"/>
                      <a:pt x="22" y="28"/>
                      <a:pt x="15" y="28"/>
                    </a:cubicBezTo>
                    <a:cubicBezTo>
                      <a:pt x="16" y="27"/>
                      <a:pt x="18" y="26"/>
                      <a:pt x="20" y="25"/>
                    </a:cubicBezTo>
                    <a:cubicBezTo>
                      <a:pt x="20" y="24"/>
                      <a:pt x="14" y="27"/>
                      <a:pt x="17" y="23"/>
                    </a:cubicBezTo>
                    <a:cubicBezTo>
                      <a:pt x="11" y="23"/>
                      <a:pt x="8" y="26"/>
                      <a:pt x="3" y="25"/>
                    </a:cubicBezTo>
                    <a:cubicBezTo>
                      <a:pt x="0" y="21"/>
                      <a:pt x="8" y="19"/>
                      <a:pt x="4" y="19"/>
                    </a:cubicBezTo>
                    <a:cubicBezTo>
                      <a:pt x="13" y="14"/>
                      <a:pt x="16" y="2"/>
                      <a:pt x="28"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32" name="Google Shape;332;p11"/>
              <p:cNvSpPr/>
              <p:nvPr/>
            </p:nvSpPr>
            <p:spPr>
              <a:xfrm>
                <a:off x="3559" y="1115"/>
                <a:ext cx="17" cy="7"/>
              </a:xfrm>
              <a:custGeom>
                <a:rect b="b" l="l" r="r" t="t"/>
                <a:pathLst>
                  <a:path extrusionOk="0" h="3" w="7">
                    <a:moveTo>
                      <a:pt x="4" y="3"/>
                    </a:moveTo>
                    <a:cubicBezTo>
                      <a:pt x="2" y="3"/>
                      <a:pt x="1" y="2"/>
                      <a:pt x="0" y="2"/>
                    </a:cubicBezTo>
                    <a:cubicBezTo>
                      <a:pt x="1" y="0"/>
                      <a:pt x="5" y="2"/>
                      <a:pt x="7" y="1"/>
                    </a:cubicBezTo>
                    <a:cubicBezTo>
                      <a:pt x="7" y="3"/>
                      <a:pt x="4" y="2"/>
                      <a:pt x="4" y="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33" name="Google Shape;333;p11"/>
              <p:cNvSpPr/>
              <p:nvPr/>
            </p:nvSpPr>
            <p:spPr>
              <a:xfrm>
                <a:off x="1990" y="1113"/>
                <a:ext cx="24" cy="19"/>
              </a:xfrm>
              <a:custGeom>
                <a:rect b="b" l="l" r="r" t="t"/>
                <a:pathLst>
                  <a:path extrusionOk="0" h="8" w="10">
                    <a:moveTo>
                      <a:pt x="6" y="7"/>
                    </a:moveTo>
                    <a:cubicBezTo>
                      <a:pt x="7" y="4"/>
                      <a:pt x="3" y="5"/>
                      <a:pt x="1" y="5"/>
                    </a:cubicBezTo>
                    <a:cubicBezTo>
                      <a:pt x="0" y="3"/>
                      <a:pt x="1" y="1"/>
                      <a:pt x="2" y="0"/>
                    </a:cubicBezTo>
                    <a:cubicBezTo>
                      <a:pt x="1" y="5"/>
                      <a:pt x="10" y="1"/>
                      <a:pt x="10" y="5"/>
                    </a:cubicBezTo>
                    <a:cubicBezTo>
                      <a:pt x="7" y="4"/>
                      <a:pt x="9" y="8"/>
                      <a:pt x="6" y="7"/>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34" name="Google Shape;334;p11"/>
              <p:cNvSpPr/>
              <p:nvPr/>
            </p:nvSpPr>
            <p:spPr>
              <a:xfrm>
                <a:off x="2019" y="1120"/>
                <a:ext cx="21" cy="14"/>
              </a:xfrm>
              <a:custGeom>
                <a:rect b="b" l="l" r="r" t="t"/>
                <a:pathLst>
                  <a:path extrusionOk="0" h="6" w="9">
                    <a:moveTo>
                      <a:pt x="5" y="0"/>
                    </a:moveTo>
                    <a:cubicBezTo>
                      <a:pt x="7" y="1"/>
                      <a:pt x="6" y="3"/>
                      <a:pt x="9" y="2"/>
                    </a:cubicBezTo>
                    <a:cubicBezTo>
                      <a:pt x="9" y="5"/>
                      <a:pt x="3" y="3"/>
                      <a:pt x="3" y="6"/>
                    </a:cubicBezTo>
                    <a:cubicBezTo>
                      <a:pt x="2" y="5"/>
                      <a:pt x="2" y="4"/>
                      <a:pt x="0" y="4"/>
                    </a:cubicBezTo>
                    <a:cubicBezTo>
                      <a:pt x="1" y="1"/>
                      <a:pt x="4" y="2"/>
                      <a:pt x="5"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35" name="Google Shape;335;p11"/>
              <p:cNvSpPr/>
              <p:nvPr/>
            </p:nvSpPr>
            <p:spPr>
              <a:xfrm>
                <a:off x="4290" y="1134"/>
                <a:ext cx="59" cy="64"/>
              </a:xfrm>
              <a:custGeom>
                <a:rect b="b" l="l" r="r" t="t"/>
                <a:pathLst>
                  <a:path extrusionOk="0" h="27" w="25">
                    <a:moveTo>
                      <a:pt x="22" y="8"/>
                    </a:moveTo>
                    <a:cubicBezTo>
                      <a:pt x="22" y="11"/>
                      <a:pt x="25" y="11"/>
                      <a:pt x="25" y="14"/>
                    </a:cubicBezTo>
                    <a:cubicBezTo>
                      <a:pt x="23" y="16"/>
                      <a:pt x="19" y="17"/>
                      <a:pt x="19" y="21"/>
                    </a:cubicBezTo>
                    <a:cubicBezTo>
                      <a:pt x="16" y="18"/>
                      <a:pt x="9" y="18"/>
                      <a:pt x="6" y="18"/>
                    </a:cubicBezTo>
                    <a:cubicBezTo>
                      <a:pt x="4" y="19"/>
                      <a:pt x="9" y="21"/>
                      <a:pt x="10" y="22"/>
                    </a:cubicBezTo>
                    <a:cubicBezTo>
                      <a:pt x="6" y="27"/>
                      <a:pt x="1" y="19"/>
                      <a:pt x="1" y="13"/>
                    </a:cubicBezTo>
                    <a:cubicBezTo>
                      <a:pt x="3" y="13"/>
                      <a:pt x="4" y="14"/>
                      <a:pt x="5" y="14"/>
                    </a:cubicBezTo>
                    <a:cubicBezTo>
                      <a:pt x="5" y="8"/>
                      <a:pt x="1" y="6"/>
                      <a:pt x="0" y="0"/>
                    </a:cubicBezTo>
                    <a:cubicBezTo>
                      <a:pt x="7" y="3"/>
                      <a:pt x="13" y="7"/>
                      <a:pt x="22" y="8"/>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36" name="Google Shape;336;p11"/>
              <p:cNvSpPr/>
              <p:nvPr/>
            </p:nvSpPr>
            <p:spPr>
              <a:xfrm>
                <a:off x="4354" y="1132"/>
                <a:ext cx="14" cy="19"/>
              </a:xfrm>
              <a:custGeom>
                <a:rect b="b" l="l" r="r" t="t"/>
                <a:pathLst>
                  <a:path extrusionOk="0" h="8" w="6">
                    <a:moveTo>
                      <a:pt x="6" y="1"/>
                    </a:moveTo>
                    <a:cubicBezTo>
                      <a:pt x="6" y="4"/>
                      <a:pt x="3" y="5"/>
                      <a:pt x="2" y="8"/>
                    </a:cubicBezTo>
                    <a:cubicBezTo>
                      <a:pt x="0" y="6"/>
                      <a:pt x="2" y="0"/>
                      <a:pt x="6" y="1"/>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37" name="Google Shape;337;p11"/>
              <p:cNvSpPr/>
              <p:nvPr/>
            </p:nvSpPr>
            <p:spPr>
              <a:xfrm>
                <a:off x="4248" y="1193"/>
                <a:ext cx="109" cy="112"/>
              </a:xfrm>
              <a:custGeom>
                <a:rect b="b" l="l" r="r" t="t"/>
                <a:pathLst>
                  <a:path extrusionOk="0" h="47" w="46">
                    <a:moveTo>
                      <a:pt x="10" y="42"/>
                    </a:moveTo>
                    <a:cubicBezTo>
                      <a:pt x="7" y="42"/>
                      <a:pt x="6" y="42"/>
                      <a:pt x="7" y="45"/>
                    </a:cubicBezTo>
                    <a:cubicBezTo>
                      <a:pt x="4" y="45"/>
                      <a:pt x="1" y="44"/>
                      <a:pt x="0" y="43"/>
                    </a:cubicBezTo>
                    <a:cubicBezTo>
                      <a:pt x="1" y="39"/>
                      <a:pt x="6" y="39"/>
                      <a:pt x="6" y="34"/>
                    </a:cubicBezTo>
                    <a:cubicBezTo>
                      <a:pt x="11" y="34"/>
                      <a:pt x="15" y="34"/>
                      <a:pt x="20" y="34"/>
                    </a:cubicBezTo>
                    <a:cubicBezTo>
                      <a:pt x="22" y="32"/>
                      <a:pt x="22" y="28"/>
                      <a:pt x="22" y="25"/>
                    </a:cubicBezTo>
                    <a:cubicBezTo>
                      <a:pt x="23" y="22"/>
                      <a:pt x="23" y="27"/>
                      <a:pt x="23" y="28"/>
                    </a:cubicBezTo>
                    <a:cubicBezTo>
                      <a:pt x="27" y="27"/>
                      <a:pt x="29" y="23"/>
                      <a:pt x="32" y="20"/>
                    </a:cubicBezTo>
                    <a:cubicBezTo>
                      <a:pt x="32" y="12"/>
                      <a:pt x="26" y="9"/>
                      <a:pt x="27" y="1"/>
                    </a:cubicBezTo>
                    <a:cubicBezTo>
                      <a:pt x="29" y="1"/>
                      <a:pt x="28" y="3"/>
                      <a:pt x="31" y="3"/>
                    </a:cubicBezTo>
                    <a:cubicBezTo>
                      <a:pt x="31" y="0"/>
                      <a:pt x="29" y="1"/>
                      <a:pt x="28" y="0"/>
                    </a:cubicBezTo>
                    <a:cubicBezTo>
                      <a:pt x="34" y="0"/>
                      <a:pt x="40" y="9"/>
                      <a:pt x="41" y="18"/>
                    </a:cubicBezTo>
                    <a:cubicBezTo>
                      <a:pt x="41" y="18"/>
                      <a:pt x="40" y="17"/>
                      <a:pt x="39" y="17"/>
                    </a:cubicBezTo>
                    <a:cubicBezTo>
                      <a:pt x="40" y="24"/>
                      <a:pt x="46" y="31"/>
                      <a:pt x="44" y="37"/>
                    </a:cubicBezTo>
                    <a:cubicBezTo>
                      <a:pt x="41" y="36"/>
                      <a:pt x="40" y="35"/>
                      <a:pt x="39" y="40"/>
                    </a:cubicBezTo>
                    <a:cubicBezTo>
                      <a:pt x="35" y="36"/>
                      <a:pt x="35" y="43"/>
                      <a:pt x="30" y="39"/>
                    </a:cubicBezTo>
                    <a:cubicBezTo>
                      <a:pt x="29" y="41"/>
                      <a:pt x="27" y="43"/>
                      <a:pt x="27" y="47"/>
                    </a:cubicBezTo>
                    <a:cubicBezTo>
                      <a:pt x="24" y="47"/>
                      <a:pt x="22" y="45"/>
                      <a:pt x="21" y="43"/>
                    </a:cubicBezTo>
                    <a:cubicBezTo>
                      <a:pt x="21" y="42"/>
                      <a:pt x="21" y="40"/>
                      <a:pt x="21" y="39"/>
                    </a:cubicBezTo>
                    <a:cubicBezTo>
                      <a:pt x="19" y="40"/>
                      <a:pt x="16" y="38"/>
                      <a:pt x="15" y="40"/>
                    </a:cubicBezTo>
                    <a:cubicBezTo>
                      <a:pt x="12" y="39"/>
                      <a:pt x="13" y="43"/>
                      <a:pt x="10" y="42"/>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38" name="Google Shape;338;p11"/>
              <p:cNvSpPr/>
              <p:nvPr/>
            </p:nvSpPr>
            <p:spPr>
              <a:xfrm>
                <a:off x="2795" y="1193"/>
                <a:ext cx="19" cy="33"/>
              </a:xfrm>
              <a:custGeom>
                <a:rect b="b" l="l" r="r" t="t"/>
                <a:pathLst>
                  <a:path extrusionOk="0" h="14" w="8">
                    <a:moveTo>
                      <a:pt x="3" y="14"/>
                    </a:moveTo>
                    <a:cubicBezTo>
                      <a:pt x="0" y="13"/>
                      <a:pt x="3" y="5"/>
                      <a:pt x="1" y="3"/>
                    </a:cubicBezTo>
                    <a:cubicBezTo>
                      <a:pt x="4" y="3"/>
                      <a:pt x="4" y="0"/>
                      <a:pt x="7" y="1"/>
                    </a:cubicBezTo>
                    <a:cubicBezTo>
                      <a:pt x="8" y="7"/>
                      <a:pt x="8" y="13"/>
                      <a:pt x="3" y="1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39" name="Google Shape;339;p11"/>
              <p:cNvSpPr/>
              <p:nvPr/>
            </p:nvSpPr>
            <p:spPr>
              <a:xfrm>
                <a:off x="2946" y="1231"/>
                <a:ext cx="22" cy="10"/>
              </a:xfrm>
              <a:custGeom>
                <a:rect b="b" l="l" r="r" t="t"/>
                <a:pathLst>
                  <a:path extrusionOk="0" h="4" w="9">
                    <a:moveTo>
                      <a:pt x="0" y="1"/>
                    </a:moveTo>
                    <a:cubicBezTo>
                      <a:pt x="3" y="2"/>
                      <a:pt x="8" y="0"/>
                      <a:pt x="9" y="3"/>
                    </a:cubicBezTo>
                    <a:cubicBezTo>
                      <a:pt x="6" y="3"/>
                      <a:pt x="2" y="2"/>
                      <a:pt x="0" y="4"/>
                    </a:cubicBezTo>
                    <a:cubicBezTo>
                      <a:pt x="1" y="3"/>
                      <a:pt x="0" y="2"/>
                      <a:pt x="0" y="1"/>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40" name="Google Shape;340;p11"/>
              <p:cNvSpPr/>
              <p:nvPr/>
            </p:nvSpPr>
            <p:spPr>
              <a:xfrm>
                <a:off x="3081" y="1271"/>
                <a:ext cx="26" cy="22"/>
              </a:xfrm>
              <a:custGeom>
                <a:rect b="b" l="l" r="r" t="t"/>
                <a:pathLst>
                  <a:path extrusionOk="0" h="9" w="11">
                    <a:moveTo>
                      <a:pt x="0" y="6"/>
                    </a:moveTo>
                    <a:cubicBezTo>
                      <a:pt x="0" y="1"/>
                      <a:pt x="6" y="2"/>
                      <a:pt x="9" y="0"/>
                    </a:cubicBezTo>
                    <a:cubicBezTo>
                      <a:pt x="11" y="3"/>
                      <a:pt x="3" y="9"/>
                      <a:pt x="0" y="6"/>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41" name="Google Shape;341;p11"/>
              <p:cNvSpPr/>
              <p:nvPr/>
            </p:nvSpPr>
            <p:spPr>
              <a:xfrm>
                <a:off x="4271" y="1286"/>
                <a:ext cx="26" cy="16"/>
              </a:xfrm>
              <a:custGeom>
                <a:rect b="b" l="l" r="r" t="t"/>
                <a:pathLst>
                  <a:path extrusionOk="0" h="7" w="11">
                    <a:moveTo>
                      <a:pt x="0" y="3"/>
                    </a:moveTo>
                    <a:cubicBezTo>
                      <a:pt x="3" y="4"/>
                      <a:pt x="2" y="0"/>
                      <a:pt x="5" y="1"/>
                    </a:cubicBezTo>
                    <a:cubicBezTo>
                      <a:pt x="9" y="0"/>
                      <a:pt x="11" y="2"/>
                      <a:pt x="7" y="3"/>
                    </a:cubicBezTo>
                    <a:cubicBezTo>
                      <a:pt x="4" y="2"/>
                      <a:pt x="3" y="7"/>
                      <a:pt x="0" y="4"/>
                    </a:cubicBezTo>
                    <a:cubicBezTo>
                      <a:pt x="0" y="4"/>
                      <a:pt x="0" y="3"/>
                      <a:pt x="0" y="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42" name="Google Shape;342;p11"/>
              <p:cNvSpPr/>
              <p:nvPr/>
            </p:nvSpPr>
            <p:spPr>
              <a:xfrm>
                <a:off x="4283" y="1283"/>
                <a:ext cx="17" cy="22"/>
              </a:xfrm>
              <a:custGeom>
                <a:rect b="b" l="l" r="r" t="t"/>
                <a:pathLst>
                  <a:path extrusionOk="0" h="9" w="7">
                    <a:moveTo>
                      <a:pt x="2" y="4"/>
                    </a:moveTo>
                    <a:cubicBezTo>
                      <a:pt x="6" y="3"/>
                      <a:pt x="4" y="1"/>
                      <a:pt x="0" y="2"/>
                    </a:cubicBezTo>
                    <a:cubicBezTo>
                      <a:pt x="1" y="0"/>
                      <a:pt x="4" y="2"/>
                      <a:pt x="6" y="1"/>
                    </a:cubicBezTo>
                    <a:cubicBezTo>
                      <a:pt x="6" y="2"/>
                      <a:pt x="6" y="4"/>
                      <a:pt x="6" y="5"/>
                    </a:cubicBezTo>
                    <a:cubicBezTo>
                      <a:pt x="2" y="4"/>
                      <a:pt x="7" y="9"/>
                      <a:pt x="3" y="9"/>
                    </a:cubicBezTo>
                    <a:cubicBezTo>
                      <a:pt x="5" y="8"/>
                      <a:pt x="5" y="5"/>
                      <a:pt x="2" y="5"/>
                    </a:cubicBezTo>
                    <a:cubicBezTo>
                      <a:pt x="2" y="5"/>
                      <a:pt x="2" y="4"/>
                      <a:pt x="2" y="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43" name="Google Shape;343;p11"/>
              <p:cNvSpPr/>
              <p:nvPr/>
            </p:nvSpPr>
            <p:spPr>
              <a:xfrm>
                <a:off x="2520" y="1366"/>
                <a:ext cx="14" cy="17"/>
              </a:xfrm>
              <a:custGeom>
                <a:rect b="b" l="l" r="r" t="t"/>
                <a:pathLst>
                  <a:path extrusionOk="0" h="7" w="6">
                    <a:moveTo>
                      <a:pt x="6" y="0"/>
                    </a:moveTo>
                    <a:cubicBezTo>
                      <a:pt x="5" y="2"/>
                      <a:pt x="3" y="4"/>
                      <a:pt x="1" y="7"/>
                    </a:cubicBezTo>
                    <a:cubicBezTo>
                      <a:pt x="0" y="5"/>
                      <a:pt x="3" y="0"/>
                      <a:pt x="6"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44" name="Google Shape;344;p11"/>
              <p:cNvSpPr/>
              <p:nvPr/>
            </p:nvSpPr>
            <p:spPr>
              <a:xfrm>
                <a:off x="4200" y="1577"/>
                <a:ext cx="12" cy="15"/>
              </a:xfrm>
              <a:custGeom>
                <a:rect b="b" l="l" r="r" t="t"/>
                <a:pathLst>
                  <a:path extrusionOk="0" h="6" w="5">
                    <a:moveTo>
                      <a:pt x="1" y="0"/>
                    </a:moveTo>
                    <a:cubicBezTo>
                      <a:pt x="2" y="1"/>
                      <a:pt x="2" y="0"/>
                      <a:pt x="4" y="0"/>
                    </a:cubicBezTo>
                    <a:cubicBezTo>
                      <a:pt x="2" y="2"/>
                      <a:pt x="4" y="3"/>
                      <a:pt x="5" y="5"/>
                    </a:cubicBezTo>
                    <a:cubicBezTo>
                      <a:pt x="4" y="5"/>
                      <a:pt x="3" y="6"/>
                      <a:pt x="2" y="6"/>
                    </a:cubicBezTo>
                    <a:cubicBezTo>
                      <a:pt x="2" y="3"/>
                      <a:pt x="3" y="2"/>
                      <a:pt x="0" y="2"/>
                    </a:cubicBezTo>
                    <a:cubicBezTo>
                      <a:pt x="0" y="1"/>
                      <a:pt x="1" y="1"/>
                      <a:pt x="1"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45" name="Google Shape;345;p11"/>
              <p:cNvSpPr/>
              <p:nvPr/>
            </p:nvSpPr>
            <p:spPr>
              <a:xfrm>
                <a:off x="4205" y="1575"/>
                <a:ext cx="28" cy="24"/>
              </a:xfrm>
              <a:custGeom>
                <a:rect b="b" l="l" r="r" t="t"/>
                <a:pathLst>
                  <a:path extrusionOk="0" h="10" w="12">
                    <a:moveTo>
                      <a:pt x="2" y="1"/>
                    </a:moveTo>
                    <a:cubicBezTo>
                      <a:pt x="3" y="1"/>
                      <a:pt x="7" y="0"/>
                      <a:pt x="6" y="3"/>
                    </a:cubicBezTo>
                    <a:cubicBezTo>
                      <a:pt x="9" y="2"/>
                      <a:pt x="7" y="2"/>
                      <a:pt x="10" y="3"/>
                    </a:cubicBezTo>
                    <a:cubicBezTo>
                      <a:pt x="8" y="6"/>
                      <a:pt x="12" y="7"/>
                      <a:pt x="12" y="10"/>
                    </a:cubicBezTo>
                    <a:cubicBezTo>
                      <a:pt x="11" y="10"/>
                      <a:pt x="8" y="7"/>
                      <a:pt x="7" y="9"/>
                    </a:cubicBezTo>
                    <a:cubicBezTo>
                      <a:pt x="7" y="6"/>
                      <a:pt x="3" y="4"/>
                      <a:pt x="3" y="6"/>
                    </a:cubicBezTo>
                    <a:cubicBezTo>
                      <a:pt x="2" y="4"/>
                      <a:pt x="0" y="3"/>
                      <a:pt x="2" y="1"/>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46" name="Google Shape;346;p11"/>
              <p:cNvSpPr/>
              <p:nvPr/>
            </p:nvSpPr>
            <p:spPr>
              <a:xfrm>
                <a:off x="4224" y="1599"/>
                <a:ext cx="12" cy="14"/>
              </a:xfrm>
              <a:custGeom>
                <a:rect b="b" l="l" r="r" t="t"/>
                <a:pathLst>
                  <a:path extrusionOk="0" h="6" w="5">
                    <a:moveTo>
                      <a:pt x="5" y="6"/>
                    </a:moveTo>
                    <a:cubicBezTo>
                      <a:pt x="4" y="5"/>
                      <a:pt x="1" y="4"/>
                      <a:pt x="0" y="2"/>
                    </a:cubicBezTo>
                    <a:cubicBezTo>
                      <a:pt x="3" y="0"/>
                      <a:pt x="4" y="4"/>
                      <a:pt x="5" y="6"/>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47" name="Google Shape;347;p11"/>
              <p:cNvSpPr/>
              <p:nvPr/>
            </p:nvSpPr>
            <p:spPr>
              <a:xfrm>
                <a:off x="4158" y="1618"/>
                <a:ext cx="23" cy="42"/>
              </a:xfrm>
              <a:custGeom>
                <a:rect b="b" l="l" r="r" t="t"/>
                <a:pathLst>
                  <a:path extrusionOk="0" h="18" w="10">
                    <a:moveTo>
                      <a:pt x="10" y="0"/>
                    </a:moveTo>
                    <a:cubicBezTo>
                      <a:pt x="10" y="9"/>
                      <a:pt x="4" y="13"/>
                      <a:pt x="0" y="18"/>
                    </a:cubicBezTo>
                    <a:cubicBezTo>
                      <a:pt x="0" y="13"/>
                      <a:pt x="7" y="5"/>
                      <a:pt x="10"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48" name="Google Shape;348;p11"/>
              <p:cNvSpPr/>
              <p:nvPr/>
            </p:nvSpPr>
            <p:spPr>
              <a:xfrm>
                <a:off x="4215" y="1615"/>
                <a:ext cx="54" cy="86"/>
              </a:xfrm>
              <a:custGeom>
                <a:rect b="b" l="l" r="r" t="t"/>
                <a:pathLst>
                  <a:path extrusionOk="0" h="36" w="23">
                    <a:moveTo>
                      <a:pt x="6" y="18"/>
                    </a:moveTo>
                    <a:cubicBezTo>
                      <a:pt x="8" y="17"/>
                      <a:pt x="8" y="19"/>
                      <a:pt x="8" y="21"/>
                    </a:cubicBezTo>
                    <a:cubicBezTo>
                      <a:pt x="13" y="21"/>
                      <a:pt x="13" y="15"/>
                      <a:pt x="18" y="15"/>
                    </a:cubicBezTo>
                    <a:cubicBezTo>
                      <a:pt x="16" y="8"/>
                      <a:pt x="12" y="8"/>
                      <a:pt x="10" y="0"/>
                    </a:cubicBezTo>
                    <a:cubicBezTo>
                      <a:pt x="15" y="1"/>
                      <a:pt x="18" y="13"/>
                      <a:pt x="23" y="17"/>
                    </a:cubicBezTo>
                    <a:cubicBezTo>
                      <a:pt x="23" y="21"/>
                      <a:pt x="23" y="26"/>
                      <a:pt x="23" y="30"/>
                    </a:cubicBezTo>
                    <a:cubicBezTo>
                      <a:pt x="21" y="29"/>
                      <a:pt x="21" y="27"/>
                      <a:pt x="21" y="25"/>
                    </a:cubicBezTo>
                    <a:cubicBezTo>
                      <a:pt x="15" y="27"/>
                      <a:pt x="22" y="32"/>
                      <a:pt x="19" y="36"/>
                    </a:cubicBezTo>
                    <a:cubicBezTo>
                      <a:pt x="18" y="33"/>
                      <a:pt x="15" y="32"/>
                      <a:pt x="11" y="32"/>
                    </a:cubicBezTo>
                    <a:cubicBezTo>
                      <a:pt x="11" y="28"/>
                      <a:pt x="12" y="23"/>
                      <a:pt x="8" y="22"/>
                    </a:cubicBezTo>
                    <a:cubicBezTo>
                      <a:pt x="7" y="24"/>
                      <a:pt x="5" y="25"/>
                      <a:pt x="3" y="22"/>
                    </a:cubicBezTo>
                    <a:cubicBezTo>
                      <a:pt x="1" y="23"/>
                      <a:pt x="3" y="28"/>
                      <a:pt x="0" y="27"/>
                    </a:cubicBezTo>
                    <a:cubicBezTo>
                      <a:pt x="0" y="22"/>
                      <a:pt x="3" y="19"/>
                      <a:pt x="6" y="18"/>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49" name="Google Shape;349;p11"/>
              <p:cNvSpPr/>
              <p:nvPr/>
            </p:nvSpPr>
            <p:spPr>
              <a:xfrm>
                <a:off x="4042" y="1679"/>
                <a:ext cx="139" cy="159"/>
              </a:xfrm>
              <a:custGeom>
                <a:rect b="b" l="l" r="r" t="t"/>
                <a:pathLst>
                  <a:path extrusionOk="0" h="67" w="59">
                    <a:moveTo>
                      <a:pt x="59" y="12"/>
                    </a:moveTo>
                    <a:cubicBezTo>
                      <a:pt x="56" y="11"/>
                      <a:pt x="56" y="13"/>
                      <a:pt x="53" y="13"/>
                    </a:cubicBezTo>
                    <a:cubicBezTo>
                      <a:pt x="53" y="15"/>
                      <a:pt x="56" y="14"/>
                      <a:pt x="55" y="17"/>
                    </a:cubicBezTo>
                    <a:cubicBezTo>
                      <a:pt x="53" y="16"/>
                      <a:pt x="52" y="17"/>
                      <a:pt x="51" y="18"/>
                    </a:cubicBezTo>
                    <a:cubicBezTo>
                      <a:pt x="52" y="20"/>
                      <a:pt x="51" y="20"/>
                      <a:pt x="50" y="21"/>
                    </a:cubicBezTo>
                    <a:cubicBezTo>
                      <a:pt x="52" y="27"/>
                      <a:pt x="53" y="33"/>
                      <a:pt x="58" y="36"/>
                    </a:cubicBezTo>
                    <a:cubicBezTo>
                      <a:pt x="55" y="37"/>
                      <a:pt x="52" y="37"/>
                      <a:pt x="51" y="41"/>
                    </a:cubicBezTo>
                    <a:cubicBezTo>
                      <a:pt x="51" y="50"/>
                      <a:pt x="41" y="55"/>
                      <a:pt x="44" y="66"/>
                    </a:cubicBezTo>
                    <a:cubicBezTo>
                      <a:pt x="42" y="62"/>
                      <a:pt x="39" y="67"/>
                      <a:pt x="35" y="67"/>
                    </a:cubicBezTo>
                    <a:cubicBezTo>
                      <a:pt x="34" y="66"/>
                      <a:pt x="34" y="64"/>
                      <a:pt x="34" y="63"/>
                    </a:cubicBezTo>
                    <a:cubicBezTo>
                      <a:pt x="28" y="62"/>
                      <a:pt x="26" y="60"/>
                      <a:pt x="22" y="64"/>
                    </a:cubicBezTo>
                    <a:cubicBezTo>
                      <a:pt x="20" y="61"/>
                      <a:pt x="18" y="59"/>
                      <a:pt x="12" y="60"/>
                    </a:cubicBezTo>
                    <a:cubicBezTo>
                      <a:pt x="11" y="49"/>
                      <a:pt x="0" y="40"/>
                      <a:pt x="8" y="30"/>
                    </a:cubicBezTo>
                    <a:cubicBezTo>
                      <a:pt x="11" y="31"/>
                      <a:pt x="13" y="32"/>
                      <a:pt x="15" y="34"/>
                    </a:cubicBezTo>
                    <a:cubicBezTo>
                      <a:pt x="17" y="32"/>
                      <a:pt x="17" y="28"/>
                      <a:pt x="19" y="25"/>
                    </a:cubicBezTo>
                    <a:cubicBezTo>
                      <a:pt x="30" y="26"/>
                      <a:pt x="29" y="11"/>
                      <a:pt x="39" y="13"/>
                    </a:cubicBezTo>
                    <a:cubicBezTo>
                      <a:pt x="38" y="8"/>
                      <a:pt x="45" y="7"/>
                      <a:pt x="45" y="0"/>
                    </a:cubicBezTo>
                    <a:cubicBezTo>
                      <a:pt x="46" y="1"/>
                      <a:pt x="47" y="1"/>
                      <a:pt x="47" y="0"/>
                    </a:cubicBezTo>
                    <a:cubicBezTo>
                      <a:pt x="50" y="5"/>
                      <a:pt x="55" y="8"/>
                      <a:pt x="59" y="12"/>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50" name="Google Shape;350;p11"/>
              <p:cNvSpPr/>
              <p:nvPr/>
            </p:nvSpPr>
            <p:spPr>
              <a:xfrm>
                <a:off x="4110" y="1883"/>
                <a:ext cx="22" cy="12"/>
              </a:xfrm>
              <a:custGeom>
                <a:rect b="b" l="l" r="r" t="t"/>
                <a:pathLst>
                  <a:path extrusionOk="0" h="5" w="9">
                    <a:moveTo>
                      <a:pt x="0" y="3"/>
                    </a:moveTo>
                    <a:cubicBezTo>
                      <a:pt x="1" y="0"/>
                      <a:pt x="5" y="2"/>
                      <a:pt x="4" y="5"/>
                    </a:cubicBezTo>
                    <a:cubicBezTo>
                      <a:pt x="6" y="5"/>
                      <a:pt x="9" y="3"/>
                      <a:pt x="9" y="5"/>
                    </a:cubicBezTo>
                    <a:cubicBezTo>
                      <a:pt x="7" y="5"/>
                      <a:pt x="6" y="5"/>
                      <a:pt x="4" y="5"/>
                    </a:cubicBezTo>
                    <a:cubicBezTo>
                      <a:pt x="3" y="4"/>
                      <a:pt x="4" y="2"/>
                      <a:pt x="0" y="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51" name="Google Shape;351;p11"/>
              <p:cNvSpPr/>
              <p:nvPr/>
            </p:nvSpPr>
            <p:spPr>
              <a:xfrm>
                <a:off x="3881" y="1701"/>
                <a:ext cx="137" cy="161"/>
              </a:xfrm>
              <a:custGeom>
                <a:rect b="b" l="l" r="r" t="t"/>
                <a:pathLst>
                  <a:path extrusionOk="0" h="68" w="58">
                    <a:moveTo>
                      <a:pt x="58" y="52"/>
                    </a:moveTo>
                    <a:cubicBezTo>
                      <a:pt x="57" y="57"/>
                      <a:pt x="56" y="62"/>
                      <a:pt x="56" y="68"/>
                    </a:cubicBezTo>
                    <a:cubicBezTo>
                      <a:pt x="54" y="67"/>
                      <a:pt x="51" y="64"/>
                      <a:pt x="49" y="68"/>
                    </a:cubicBezTo>
                    <a:cubicBezTo>
                      <a:pt x="39" y="59"/>
                      <a:pt x="30" y="48"/>
                      <a:pt x="24" y="34"/>
                    </a:cubicBezTo>
                    <a:cubicBezTo>
                      <a:pt x="24" y="32"/>
                      <a:pt x="22" y="32"/>
                      <a:pt x="21" y="32"/>
                    </a:cubicBezTo>
                    <a:cubicBezTo>
                      <a:pt x="21" y="25"/>
                      <a:pt x="20" y="20"/>
                      <a:pt x="14" y="20"/>
                    </a:cubicBezTo>
                    <a:cubicBezTo>
                      <a:pt x="13" y="9"/>
                      <a:pt x="1" y="11"/>
                      <a:pt x="0" y="0"/>
                    </a:cubicBezTo>
                    <a:cubicBezTo>
                      <a:pt x="5" y="0"/>
                      <a:pt x="7" y="3"/>
                      <a:pt x="13" y="2"/>
                    </a:cubicBezTo>
                    <a:cubicBezTo>
                      <a:pt x="20" y="14"/>
                      <a:pt x="35" y="23"/>
                      <a:pt x="44" y="30"/>
                    </a:cubicBezTo>
                    <a:cubicBezTo>
                      <a:pt x="45" y="31"/>
                      <a:pt x="47" y="36"/>
                      <a:pt x="44" y="36"/>
                    </a:cubicBezTo>
                    <a:cubicBezTo>
                      <a:pt x="46" y="39"/>
                      <a:pt x="53" y="43"/>
                      <a:pt x="50" y="48"/>
                    </a:cubicBezTo>
                    <a:cubicBezTo>
                      <a:pt x="51" y="51"/>
                      <a:pt x="52" y="45"/>
                      <a:pt x="55" y="47"/>
                    </a:cubicBezTo>
                    <a:cubicBezTo>
                      <a:pt x="56" y="48"/>
                      <a:pt x="56" y="51"/>
                      <a:pt x="58" y="52"/>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52" name="Google Shape;352;p11"/>
              <p:cNvSpPr/>
              <p:nvPr/>
            </p:nvSpPr>
            <p:spPr>
              <a:xfrm>
                <a:off x="4281" y="1748"/>
                <a:ext cx="21" cy="47"/>
              </a:xfrm>
              <a:custGeom>
                <a:rect b="b" l="l" r="r" t="t"/>
                <a:pathLst>
                  <a:path extrusionOk="0" h="20" w="9">
                    <a:moveTo>
                      <a:pt x="4" y="0"/>
                    </a:moveTo>
                    <a:cubicBezTo>
                      <a:pt x="6" y="0"/>
                      <a:pt x="5" y="5"/>
                      <a:pt x="4" y="6"/>
                    </a:cubicBezTo>
                    <a:cubicBezTo>
                      <a:pt x="6" y="9"/>
                      <a:pt x="6" y="3"/>
                      <a:pt x="9" y="4"/>
                    </a:cubicBezTo>
                    <a:cubicBezTo>
                      <a:pt x="9" y="8"/>
                      <a:pt x="6" y="8"/>
                      <a:pt x="9" y="12"/>
                    </a:cubicBezTo>
                    <a:cubicBezTo>
                      <a:pt x="3" y="9"/>
                      <a:pt x="5" y="15"/>
                      <a:pt x="7" y="18"/>
                    </a:cubicBezTo>
                    <a:cubicBezTo>
                      <a:pt x="5" y="17"/>
                      <a:pt x="2" y="20"/>
                      <a:pt x="1" y="15"/>
                    </a:cubicBezTo>
                    <a:cubicBezTo>
                      <a:pt x="3" y="15"/>
                      <a:pt x="3" y="16"/>
                      <a:pt x="4" y="16"/>
                    </a:cubicBezTo>
                    <a:cubicBezTo>
                      <a:pt x="4" y="12"/>
                      <a:pt x="0" y="4"/>
                      <a:pt x="4"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53" name="Google Shape;353;p11"/>
              <p:cNvSpPr/>
              <p:nvPr/>
            </p:nvSpPr>
            <p:spPr>
              <a:xfrm>
                <a:off x="4219" y="1841"/>
                <a:ext cx="12" cy="18"/>
              </a:xfrm>
              <a:custGeom>
                <a:rect b="b" l="l" r="r" t="t"/>
                <a:pathLst>
                  <a:path extrusionOk="0" h="8" w="5">
                    <a:moveTo>
                      <a:pt x="5" y="1"/>
                    </a:moveTo>
                    <a:cubicBezTo>
                      <a:pt x="5" y="4"/>
                      <a:pt x="2" y="4"/>
                      <a:pt x="3" y="8"/>
                    </a:cubicBezTo>
                    <a:cubicBezTo>
                      <a:pt x="0" y="8"/>
                      <a:pt x="0" y="4"/>
                      <a:pt x="1" y="2"/>
                    </a:cubicBezTo>
                    <a:cubicBezTo>
                      <a:pt x="2" y="2"/>
                      <a:pt x="2" y="4"/>
                      <a:pt x="2" y="4"/>
                    </a:cubicBezTo>
                    <a:cubicBezTo>
                      <a:pt x="5" y="5"/>
                      <a:pt x="2" y="0"/>
                      <a:pt x="5" y="1"/>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54" name="Google Shape;354;p11"/>
              <p:cNvSpPr/>
              <p:nvPr/>
            </p:nvSpPr>
            <p:spPr>
              <a:xfrm>
                <a:off x="4177" y="1753"/>
                <a:ext cx="82" cy="109"/>
              </a:xfrm>
              <a:custGeom>
                <a:rect b="b" l="l" r="r" t="t"/>
                <a:pathLst>
                  <a:path extrusionOk="0" h="46" w="35">
                    <a:moveTo>
                      <a:pt x="29" y="5"/>
                    </a:moveTo>
                    <a:cubicBezTo>
                      <a:pt x="32" y="5"/>
                      <a:pt x="31" y="0"/>
                      <a:pt x="35" y="1"/>
                    </a:cubicBezTo>
                    <a:cubicBezTo>
                      <a:pt x="34" y="16"/>
                      <a:pt x="17" y="4"/>
                      <a:pt x="8" y="10"/>
                    </a:cubicBezTo>
                    <a:cubicBezTo>
                      <a:pt x="8" y="14"/>
                      <a:pt x="10" y="16"/>
                      <a:pt x="11" y="19"/>
                    </a:cubicBezTo>
                    <a:cubicBezTo>
                      <a:pt x="15" y="18"/>
                      <a:pt x="21" y="14"/>
                      <a:pt x="25" y="15"/>
                    </a:cubicBezTo>
                    <a:cubicBezTo>
                      <a:pt x="26" y="17"/>
                      <a:pt x="24" y="17"/>
                      <a:pt x="23" y="17"/>
                    </a:cubicBezTo>
                    <a:cubicBezTo>
                      <a:pt x="23" y="18"/>
                      <a:pt x="21" y="18"/>
                      <a:pt x="20" y="19"/>
                    </a:cubicBezTo>
                    <a:cubicBezTo>
                      <a:pt x="17" y="19"/>
                      <a:pt x="18" y="23"/>
                      <a:pt x="15" y="22"/>
                    </a:cubicBezTo>
                    <a:cubicBezTo>
                      <a:pt x="18" y="26"/>
                      <a:pt x="20" y="32"/>
                      <a:pt x="21" y="37"/>
                    </a:cubicBezTo>
                    <a:cubicBezTo>
                      <a:pt x="19" y="38"/>
                      <a:pt x="17" y="40"/>
                      <a:pt x="15" y="40"/>
                    </a:cubicBezTo>
                    <a:cubicBezTo>
                      <a:pt x="13" y="37"/>
                      <a:pt x="14" y="31"/>
                      <a:pt x="12" y="27"/>
                    </a:cubicBezTo>
                    <a:cubicBezTo>
                      <a:pt x="4" y="27"/>
                      <a:pt x="14" y="46"/>
                      <a:pt x="3" y="45"/>
                    </a:cubicBezTo>
                    <a:cubicBezTo>
                      <a:pt x="1" y="42"/>
                      <a:pt x="5" y="39"/>
                      <a:pt x="4" y="34"/>
                    </a:cubicBezTo>
                    <a:cubicBezTo>
                      <a:pt x="3" y="32"/>
                      <a:pt x="1" y="32"/>
                      <a:pt x="0" y="31"/>
                    </a:cubicBezTo>
                    <a:cubicBezTo>
                      <a:pt x="4" y="21"/>
                      <a:pt x="4" y="9"/>
                      <a:pt x="12" y="3"/>
                    </a:cubicBezTo>
                    <a:cubicBezTo>
                      <a:pt x="14" y="4"/>
                      <a:pt x="17" y="4"/>
                      <a:pt x="19" y="5"/>
                    </a:cubicBezTo>
                    <a:cubicBezTo>
                      <a:pt x="20" y="6"/>
                      <a:pt x="28" y="6"/>
                      <a:pt x="29" y="5"/>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55" name="Google Shape;355;p11"/>
              <p:cNvSpPr/>
              <p:nvPr/>
            </p:nvSpPr>
            <p:spPr>
              <a:xfrm>
                <a:off x="3907" y="1758"/>
                <a:ext cx="12" cy="11"/>
              </a:xfrm>
              <a:custGeom>
                <a:rect b="b" l="l" r="r" t="t"/>
                <a:pathLst>
                  <a:path extrusionOk="0" h="5" w="5">
                    <a:moveTo>
                      <a:pt x="4" y="5"/>
                    </a:moveTo>
                    <a:cubicBezTo>
                      <a:pt x="2" y="4"/>
                      <a:pt x="0" y="3"/>
                      <a:pt x="0" y="0"/>
                    </a:cubicBezTo>
                    <a:cubicBezTo>
                      <a:pt x="2" y="1"/>
                      <a:pt x="5" y="1"/>
                      <a:pt x="4" y="5"/>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56" name="Google Shape;356;p11"/>
              <p:cNvSpPr/>
              <p:nvPr/>
            </p:nvSpPr>
            <p:spPr>
              <a:xfrm>
                <a:off x="4465" y="1883"/>
                <a:ext cx="33" cy="19"/>
              </a:xfrm>
              <a:custGeom>
                <a:rect b="b" l="l" r="r" t="t"/>
                <a:pathLst>
                  <a:path extrusionOk="0" h="8" w="14">
                    <a:moveTo>
                      <a:pt x="14" y="2"/>
                    </a:moveTo>
                    <a:cubicBezTo>
                      <a:pt x="10" y="3"/>
                      <a:pt x="7" y="5"/>
                      <a:pt x="6" y="8"/>
                    </a:cubicBezTo>
                    <a:cubicBezTo>
                      <a:pt x="4" y="8"/>
                      <a:pt x="4" y="6"/>
                      <a:pt x="0" y="6"/>
                    </a:cubicBezTo>
                    <a:cubicBezTo>
                      <a:pt x="6" y="7"/>
                      <a:pt x="10" y="0"/>
                      <a:pt x="14" y="2"/>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57" name="Google Shape;357;p11"/>
              <p:cNvSpPr/>
              <p:nvPr/>
            </p:nvSpPr>
            <p:spPr>
              <a:xfrm>
                <a:off x="4387" y="1786"/>
                <a:ext cx="12" cy="12"/>
              </a:xfrm>
              <a:custGeom>
                <a:rect b="b" l="l" r="r" t="t"/>
                <a:pathLst>
                  <a:path extrusionOk="0" h="5" w="5">
                    <a:moveTo>
                      <a:pt x="4" y="5"/>
                    </a:moveTo>
                    <a:cubicBezTo>
                      <a:pt x="2" y="5"/>
                      <a:pt x="1" y="3"/>
                      <a:pt x="0" y="2"/>
                    </a:cubicBezTo>
                    <a:cubicBezTo>
                      <a:pt x="1" y="0"/>
                      <a:pt x="5" y="3"/>
                      <a:pt x="4" y="5"/>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58" name="Google Shape;358;p11"/>
              <p:cNvSpPr/>
              <p:nvPr/>
            </p:nvSpPr>
            <p:spPr>
              <a:xfrm>
                <a:off x="3926" y="1791"/>
                <a:ext cx="7" cy="14"/>
              </a:xfrm>
              <a:custGeom>
                <a:rect b="b" l="l" r="r" t="t"/>
                <a:pathLst>
                  <a:path extrusionOk="0" h="6" w="3">
                    <a:moveTo>
                      <a:pt x="0" y="0"/>
                    </a:moveTo>
                    <a:cubicBezTo>
                      <a:pt x="3" y="0"/>
                      <a:pt x="3" y="3"/>
                      <a:pt x="3" y="6"/>
                    </a:cubicBezTo>
                    <a:cubicBezTo>
                      <a:pt x="1" y="5"/>
                      <a:pt x="0" y="3"/>
                      <a:pt x="0"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59" name="Google Shape;359;p11"/>
              <p:cNvSpPr/>
              <p:nvPr/>
            </p:nvSpPr>
            <p:spPr>
              <a:xfrm>
                <a:off x="2071" y="1795"/>
                <a:ext cx="14" cy="17"/>
              </a:xfrm>
              <a:custGeom>
                <a:rect b="b" l="l" r="r" t="t"/>
                <a:pathLst>
                  <a:path extrusionOk="0" h="7" w="6">
                    <a:moveTo>
                      <a:pt x="6" y="1"/>
                    </a:moveTo>
                    <a:cubicBezTo>
                      <a:pt x="4" y="2"/>
                      <a:pt x="3" y="5"/>
                      <a:pt x="1" y="7"/>
                    </a:cubicBezTo>
                    <a:cubicBezTo>
                      <a:pt x="2" y="4"/>
                      <a:pt x="0" y="4"/>
                      <a:pt x="0" y="2"/>
                    </a:cubicBezTo>
                    <a:cubicBezTo>
                      <a:pt x="3" y="3"/>
                      <a:pt x="4" y="1"/>
                      <a:pt x="5" y="0"/>
                    </a:cubicBezTo>
                    <a:cubicBezTo>
                      <a:pt x="5" y="1"/>
                      <a:pt x="6" y="1"/>
                      <a:pt x="6" y="1"/>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60" name="Google Shape;360;p11"/>
              <p:cNvSpPr/>
              <p:nvPr/>
            </p:nvSpPr>
            <p:spPr>
              <a:xfrm>
                <a:off x="4009" y="1800"/>
                <a:ext cx="19" cy="24"/>
              </a:xfrm>
              <a:custGeom>
                <a:rect b="b" l="l" r="r" t="t"/>
                <a:pathLst>
                  <a:path extrusionOk="0" h="10" w="8">
                    <a:moveTo>
                      <a:pt x="2" y="4"/>
                    </a:moveTo>
                    <a:cubicBezTo>
                      <a:pt x="2" y="4"/>
                      <a:pt x="1" y="4"/>
                      <a:pt x="0" y="4"/>
                    </a:cubicBezTo>
                    <a:cubicBezTo>
                      <a:pt x="0" y="3"/>
                      <a:pt x="0" y="2"/>
                      <a:pt x="0" y="1"/>
                    </a:cubicBezTo>
                    <a:cubicBezTo>
                      <a:pt x="1" y="1"/>
                      <a:pt x="2" y="1"/>
                      <a:pt x="2" y="0"/>
                    </a:cubicBezTo>
                    <a:cubicBezTo>
                      <a:pt x="6" y="0"/>
                      <a:pt x="3" y="7"/>
                      <a:pt x="8" y="6"/>
                    </a:cubicBezTo>
                    <a:cubicBezTo>
                      <a:pt x="7" y="7"/>
                      <a:pt x="8" y="10"/>
                      <a:pt x="6" y="10"/>
                    </a:cubicBezTo>
                    <a:cubicBezTo>
                      <a:pt x="4" y="8"/>
                      <a:pt x="4" y="5"/>
                      <a:pt x="2" y="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61" name="Google Shape;361;p11"/>
              <p:cNvSpPr/>
              <p:nvPr/>
            </p:nvSpPr>
            <p:spPr>
              <a:xfrm>
                <a:off x="4011" y="1810"/>
                <a:ext cx="12" cy="14"/>
              </a:xfrm>
              <a:custGeom>
                <a:rect b="b" l="l" r="r" t="t"/>
                <a:pathLst>
                  <a:path extrusionOk="0" h="6" w="5">
                    <a:moveTo>
                      <a:pt x="1" y="0"/>
                    </a:moveTo>
                    <a:cubicBezTo>
                      <a:pt x="3" y="1"/>
                      <a:pt x="3" y="4"/>
                      <a:pt x="5" y="6"/>
                    </a:cubicBezTo>
                    <a:cubicBezTo>
                      <a:pt x="4" y="5"/>
                      <a:pt x="3" y="5"/>
                      <a:pt x="3" y="6"/>
                    </a:cubicBezTo>
                    <a:cubicBezTo>
                      <a:pt x="1" y="5"/>
                      <a:pt x="1" y="2"/>
                      <a:pt x="0" y="1"/>
                    </a:cubicBezTo>
                    <a:cubicBezTo>
                      <a:pt x="1" y="1"/>
                      <a:pt x="1" y="1"/>
                      <a:pt x="1"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62" name="Google Shape;362;p11"/>
              <p:cNvSpPr/>
              <p:nvPr/>
            </p:nvSpPr>
            <p:spPr>
              <a:xfrm>
                <a:off x="4035" y="1817"/>
                <a:ext cx="12" cy="7"/>
              </a:xfrm>
              <a:custGeom>
                <a:rect b="b" l="l" r="r" t="t"/>
                <a:pathLst>
                  <a:path extrusionOk="0" h="3" w="5">
                    <a:moveTo>
                      <a:pt x="5" y="0"/>
                    </a:moveTo>
                    <a:cubicBezTo>
                      <a:pt x="5" y="1"/>
                      <a:pt x="5" y="2"/>
                      <a:pt x="5" y="3"/>
                    </a:cubicBezTo>
                    <a:cubicBezTo>
                      <a:pt x="2" y="3"/>
                      <a:pt x="1" y="3"/>
                      <a:pt x="0" y="2"/>
                    </a:cubicBezTo>
                    <a:cubicBezTo>
                      <a:pt x="1" y="0"/>
                      <a:pt x="2" y="0"/>
                      <a:pt x="5"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63" name="Google Shape;363;p11"/>
              <p:cNvSpPr/>
              <p:nvPr/>
            </p:nvSpPr>
            <p:spPr>
              <a:xfrm>
                <a:off x="4577" y="1812"/>
                <a:ext cx="19" cy="19"/>
              </a:xfrm>
              <a:custGeom>
                <a:rect b="b" l="l" r="r" t="t"/>
                <a:pathLst>
                  <a:path extrusionOk="0" h="8" w="8">
                    <a:moveTo>
                      <a:pt x="8" y="6"/>
                    </a:moveTo>
                    <a:cubicBezTo>
                      <a:pt x="6" y="8"/>
                      <a:pt x="0" y="5"/>
                      <a:pt x="0" y="1"/>
                    </a:cubicBezTo>
                    <a:cubicBezTo>
                      <a:pt x="5" y="0"/>
                      <a:pt x="5" y="4"/>
                      <a:pt x="8" y="6"/>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64" name="Google Shape;364;p11"/>
              <p:cNvSpPr/>
              <p:nvPr/>
            </p:nvSpPr>
            <p:spPr>
              <a:xfrm>
                <a:off x="4622" y="1850"/>
                <a:ext cx="16" cy="28"/>
              </a:xfrm>
              <a:custGeom>
                <a:rect b="b" l="l" r="r" t="t"/>
                <a:pathLst>
                  <a:path extrusionOk="0" h="12" w="7">
                    <a:moveTo>
                      <a:pt x="0" y="0"/>
                    </a:moveTo>
                    <a:cubicBezTo>
                      <a:pt x="2" y="4"/>
                      <a:pt x="6" y="7"/>
                      <a:pt x="7" y="12"/>
                    </a:cubicBezTo>
                    <a:cubicBezTo>
                      <a:pt x="5" y="12"/>
                      <a:pt x="0" y="6"/>
                      <a:pt x="0"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65" name="Google Shape;365;p11"/>
              <p:cNvSpPr/>
              <p:nvPr/>
            </p:nvSpPr>
            <p:spPr>
              <a:xfrm>
                <a:off x="4645" y="1871"/>
                <a:ext cx="12" cy="15"/>
              </a:xfrm>
              <a:custGeom>
                <a:rect b="b" l="l" r="r" t="t"/>
                <a:pathLst>
                  <a:path extrusionOk="0" h="6" w="5">
                    <a:moveTo>
                      <a:pt x="5" y="6"/>
                    </a:moveTo>
                    <a:cubicBezTo>
                      <a:pt x="2" y="6"/>
                      <a:pt x="2" y="3"/>
                      <a:pt x="0" y="2"/>
                    </a:cubicBezTo>
                    <a:cubicBezTo>
                      <a:pt x="1" y="0"/>
                      <a:pt x="5" y="3"/>
                      <a:pt x="5" y="6"/>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66" name="Google Shape;366;p11"/>
              <p:cNvSpPr/>
              <p:nvPr/>
            </p:nvSpPr>
            <p:spPr>
              <a:xfrm>
                <a:off x="4326" y="1881"/>
                <a:ext cx="16" cy="14"/>
              </a:xfrm>
              <a:custGeom>
                <a:rect b="b" l="l" r="r" t="t"/>
                <a:pathLst>
                  <a:path extrusionOk="0" h="6" w="7">
                    <a:moveTo>
                      <a:pt x="3" y="0"/>
                    </a:moveTo>
                    <a:cubicBezTo>
                      <a:pt x="7" y="0"/>
                      <a:pt x="3" y="6"/>
                      <a:pt x="1" y="6"/>
                    </a:cubicBezTo>
                    <a:cubicBezTo>
                      <a:pt x="0" y="2"/>
                      <a:pt x="3" y="3"/>
                      <a:pt x="3"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67" name="Google Shape;367;p11"/>
              <p:cNvSpPr/>
              <p:nvPr/>
            </p:nvSpPr>
            <p:spPr>
              <a:xfrm>
                <a:off x="4671" y="1886"/>
                <a:ext cx="14" cy="14"/>
              </a:xfrm>
              <a:custGeom>
                <a:rect b="b" l="l" r="r" t="t"/>
                <a:pathLst>
                  <a:path extrusionOk="0" h="6" w="6">
                    <a:moveTo>
                      <a:pt x="0" y="2"/>
                    </a:moveTo>
                    <a:cubicBezTo>
                      <a:pt x="2" y="0"/>
                      <a:pt x="6" y="3"/>
                      <a:pt x="6" y="6"/>
                    </a:cubicBezTo>
                    <a:cubicBezTo>
                      <a:pt x="3" y="6"/>
                      <a:pt x="2" y="3"/>
                      <a:pt x="0" y="2"/>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68" name="Google Shape;368;p11"/>
              <p:cNvSpPr/>
              <p:nvPr/>
            </p:nvSpPr>
            <p:spPr>
              <a:xfrm>
                <a:off x="4144" y="1888"/>
                <a:ext cx="37" cy="21"/>
              </a:xfrm>
              <a:custGeom>
                <a:rect b="b" l="l" r="r" t="t"/>
                <a:pathLst>
                  <a:path extrusionOk="0" h="9" w="16">
                    <a:moveTo>
                      <a:pt x="14" y="3"/>
                    </a:moveTo>
                    <a:cubicBezTo>
                      <a:pt x="14" y="5"/>
                      <a:pt x="15" y="5"/>
                      <a:pt x="16" y="5"/>
                    </a:cubicBezTo>
                    <a:cubicBezTo>
                      <a:pt x="12" y="8"/>
                      <a:pt x="8" y="6"/>
                      <a:pt x="2" y="8"/>
                    </a:cubicBezTo>
                    <a:cubicBezTo>
                      <a:pt x="0" y="0"/>
                      <a:pt x="11" y="9"/>
                      <a:pt x="8" y="3"/>
                    </a:cubicBezTo>
                    <a:cubicBezTo>
                      <a:pt x="10" y="3"/>
                      <a:pt x="11" y="4"/>
                      <a:pt x="14" y="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69" name="Google Shape;369;p11"/>
              <p:cNvSpPr/>
              <p:nvPr/>
            </p:nvSpPr>
            <p:spPr>
              <a:xfrm>
                <a:off x="4695" y="1895"/>
                <a:ext cx="9" cy="21"/>
              </a:xfrm>
              <a:custGeom>
                <a:rect b="b" l="l" r="r" t="t"/>
                <a:pathLst>
                  <a:path extrusionOk="0" h="9" w="4">
                    <a:moveTo>
                      <a:pt x="0" y="0"/>
                    </a:moveTo>
                    <a:cubicBezTo>
                      <a:pt x="3" y="2"/>
                      <a:pt x="3" y="6"/>
                      <a:pt x="4" y="9"/>
                    </a:cubicBezTo>
                    <a:cubicBezTo>
                      <a:pt x="1" y="8"/>
                      <a:pt x="0" y="5"/>
                      <a:pt x="0"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70" name="Google Shape;370;p11"/>
              <p:cNvSpPr/>
              <p:nvPr/>
            </p:nvSpPr>
            <p:spPr>
              <a:xfrm>
                <a:off x="4174" y="1909"/>
                <a:ext cx="22" cy="17"/>
              </a:xfrm>
              <a:custGeom>
                <a:rect b="b" l="l" r="r" t="t"/>
                <a:pathLst>
                  <a:path extrusionOk="0" h="7" w="9">
                    <a:moveTo>
                      <a:pt x="9" y="7"/>
                    </a:moveTo>
                    <a:cubicBezTo>
                      <a:pt x="6" y="5"/>
                      <a:pt x="1" y="5"/>
                      <a:pt x="0" y="1"/>
                    </a:cubicBezTo>
                    <a:cubicBezTo>
                      <a:pt x="6" y="0"/>
                      <a:pt x="9" y="2"/>
                      <a:pt x="9" y="7"/>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71" name="Google Shape;371;p11"/>
              <p:cNvSpPr/>
              <p:nvPr/>
            </p:nvSpPr>
            <p:spPr>
              <a:xfrm>
                <a:off x="4681" y="1909"/>
                <a:ext cx="16" cy="12"/>
              </a:xfrm>
              <a:custGeom>
                <a:rect b="b" l="l" r="r" t="t"/>
                <a:pathLst>
                  <a:path extrusionOk="0" h="5" w="7">
                    <a:moveTo>
                      <a:pt x="0" y="2"/>
                    </a:moveTo>
                    <a:cubicBezTo>
                      <a:pt x="2" y="0"/>
                      <a:pt x="7" y="2"/>
                      <a:pt x="6" y="5"/>
                    </a:cubicBezTo>
                    <a:cubicBezTo>
                      <a:pt x="3" y="5"/>
                      <a:pt x="3" y="3"/>
                      <a:pt x="0" y="2"/>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72" name="Google Shape;372;p11"/>
              <p:cNvSpPr/>
              <p:nvPr/>
            </p:nvSpPr>
            <p:spPr>
              <a:xfrm>
                <a:off x="4700" y="1921"/>
                <a:ext cx="14" cy="14"/>
              </a:xfrm>
              <a:custGeom>
                <a:rect b="b" l="l" r="r" t="t"/>
                <a:pathLst>
                  <a:path extrusionOk="0" h="6" w="6">
                    <a:moveTo>
                      <a:pt x="6" y="4"/>
                    </a:moveTo>
                    <a:cubicBezTo>
                      <a:pt x="4" y="6"/>
                      <a:pt x="0" y="4"/>
                      <a:pt x="0" y="1"/>
                    </a:cubicBezTo>
                    <a:cubicBezTo>
                      <a:pt x="4" y="0"/>
                      <a:pt x="4" y="3"/>
                      <a:pt x="6" y="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73" name="Google Shape;373;p11"/>
              <p:cNvSpPr/>
              <p:nvPr/>
            </p:nvSpPr>
            <p:spPr>
              <a:xfrm>
                <a:off x="4058" y="1933"/>
                <a:ext cx="502" cy="401"/>
              </a:xfrm>
              <a:custGeom>
                <a:rect b="b" l="l" r="r" t="t"/>
                <a:pathLst>
                  <a:path extrusionOk="0" h="169" w="212">
                    <a:moveTo>
                      <a:pt x="9" y="83"/>
                    </a:moveTo>
                    <a:cubicBezTo>
                      <a:pt x="8" y="76"/>
                      <a:pt x="11" y="71"/>
                      <a:pt x="13" y="66"/>
                    </a:cubicBezTo>
                    <a:cubicBezTo>
                      <a:pt x="14" y="66"/>
                      <a:pt x="15" y="67"/>
                      <a:pt x="15" y="68"/>
                    </a:cubicBezTo>
                    <a:cubicBezTo>
                      <a:pt x="21" y="61"/>
                      <a:pt x="33" y="60"/>
                      <a:pt x="41" y="55"/>
                    </a:cubicBezTo>
                    <a:cubicBezTo>
                      <a:pt x="56" y="55"/>
                      <a:pt x="58" y="42"/>
                      <a:pt x="65" y="33"/>
                    </a:cubicBezTo>
                    <a:cubicBezTo>
                      <a:pt x="67" y="34"/>
                      <a:pt x="65" y="38"/>
                      <a:pt x="69" y="37"/>
                    </a:cubicBezTo>
                    <a:cubicBezTo>
                      <a:pt x="72" y="36"/>
                      <a:pt x="66" y="36"/>
                      <a:pt x="68" y="33"/>
                    </a:cubicBezTo>
                    <a:cubicBezTo>
                      <a:pt x="70" y="32"/>
                      <a:pt x="69" y="31"/>
                      <a:pt x="72" y="32"/>
                    </a:cubicBezTo>
                    <a:cubicBezTo>
                      <a:pt x="77" y="23"/>
                      <a:pt x="80" y="23"/>
                      <a:pt x="88" y="17"/>
                    </a:cubicBezTo>
                    <a:cubicBezTo>
                      <a:pt x="91" y="19"/>
                      <a:pt x="92" y="22"/>
                      <a:pt x="93" y="26"/>
                    </a:cubicBezTo>
                    <a:cubicBezTo>
                      <a:pt x="95" y="23"/>
                      <a:pt x="99" y="23"/>
                      <a:pt x="102" y="25"/>
                    </a:cubicBezTo>
                    <a:cubicBezTo>
                      <a:pt x="101" y="16"/>
                      <a:pt x="107" y="7"/>
                      <a:pt x="119" y="8"/>
                    </a:cubicBezTo>
                    <a:cubicBezTo>
                      <a:pt x="123" y="6"/>
                      <a:pt x="114" y="4"/>
                      <a:pt x="117" y="2"/>
                    </a:cubicBezTo>
                    <a:cubicBezTo>
                      <a:pt x="118" y="2"/>
                      <a:pt x="119" y="2"/>
                      <a:pt x="119" y="1"/>
                    </a:cubicBezTo>
                    <a:cubicBezTo>
                      <a:pt x="123" y="6"/>
                      <a:pt x="136" y="9"/>
                      <a:pt x="140" y="7"/>
                    </a:cubicBezTo>
                    <a:cubicBezTo>
                      <a:pt x="143" y="13"/>
                      <a:pt x="135" y="17"/>
                      <a:pt x="133" y="23"/>
                    </a:cubicBezTo>
                    <a:cubicBezTo>
                      <a:pt x="137" y="31"/>
                      <a:pt x="148" y="34"/>
                      <a:pt x="154" y="41"/>
                    </a:cubicBezTo>
                    <a:cubicBezTo>
                      <a:pt x="167" y="33"/>
                      <a:pt x="164" y="12"/>
                      <a:pt x="170" y="0"/>
                    </a:cubicBezTo>
                    <a:cubicBezTo>
                      <a:pt x="177" y="1"/>
                      <a:pt x="176" y="10"/>
                      <a:pt x="176" y="18"/>
                    </a:cubicBezTo>
                    <a:cubicBezTo>
                      <a:pt x="176" y="21"/>
                      <a:pt x="181" y="19"/>
                      <a:pt x="183" y="21"/>
                    </a:cubicBezTo>
                    <a:cubicBezTo>
                      <a:pt x="181" y="32"/>
                      <a:pt x="188" y="42"/>
                      <a:pt x="185" y="47"/>
                    </a:cubicBezTo>
                    <a:cubicBezTo>
                      <a:pt x="188" y="51"/>
                      <a:pt x="191" y="54"/>
                      <a:pt x="196" y="56"/>
                    </a:cubicBezTo>
                    <a:cubicBezTo>
                      <a:pt x="194" y="61"/>
                      <a:pt x="199" y="62"/>
                      <a:pt x="198" y="68"/>
                    </a:cubicBezTo>
                    <a:cubicBezTo>
                      <a:pt x="199" y="69"/>
                      <a:pt x="201" y="68"/>
                      <a:pt x="203" y="69"/>
                    </a:cubicBezTo>
                    <a:cubicBezTo>
                      <a:pt x="202" y="71"/>
                      <a:pt x="204" y="75"/>
                      <a:pt x="202" y="75"/>
                    </a:cubicBezTo>
                    <a:cubicBezTo>
                      <a:pt x="206" y="78"/>
                      <a:pt x="208" y="82"/>
                      <a:pt x="210" y="87"/>
                    </a:cubicBezTo>
                    <a:cubicBezTo>
                      <a:pt x="211" y="87"/>
                      <a:pt x="212" y="86"/>
                      <a:pt x="212" y="84"/>
                    </a:cubicBezTo>
                    <a:cubicBezTo>
                      <a:pt x="212" y="87"/>
                      <a:pt x="209" y="99"/>
                      <a:pt x="208" y="98"/>
                    </a:cubicBezTo>
                    <a:cubicBezTo>
                      <a:pt x="207" y="99"/>
                      <a:pt x="208" y="100"/>
                      <a:pt x="210" y="100"/>
                    </a:cubicBezTo>
                    <a:cubicBezTo>
                      <a:pt x="202" y="128"/>
                      <a:pt x="177" y="138"/>
                      <a:pt x="165" y="161"/>
                    </a:cubicBezTo>
                    <a:cubicBezTo>
                      <a:pt x="155" y="161"/>
                      <a:pt x="149" y="164"/>
                      <a:pt x="144" y="169"/>
                    </a:cubicBezTo>
                    <a:cubicBezTo>
                      <a:pt x="141" y="165"/>
                      <a:pt x="134" y="163"/>
                      <a:pt x="130" y="168"/>
                    </a:cubicBezTo>
                    <a:cubicBezTo>
                      <a:pt x="126" y="165"/>
                      <a:pt x="121" y="164"/>
                      <a:pt x="117" y="162"/>
                    </a:cubicBezTo>
                    <a:cubicBezTo>
                      <a:pt x="115" y="158"/>
                      <a:pt x="116" y="156"/>
                      <a:pt x="118" y="153"/>
                    </a:cubicBezTo>
                    <a:cubicBezTo>
                      <a:pt x="117" y="151"/>
                      <a:pt x="117" y="147"/>
                      <a:pt x="113" y="149"/>
                    </a:cubicBezTo>
                    <a:cubicBezTo>
                      <a:pt x="114" y="146"/>
                      <a:pt x="117" y="145"/>
                      <a:pt x="117" y="141"/>
                    </a:cubicBezTo>
                    <a:cubicBezTo>
                      <a:pt x="112" y="141"/>
                      <a:pt x="114" y="147"/>
                      <a:pt x="108" y="146"/>
                    </a:cubicBezTo>
                    <a:cubicBezTo>
                      <a:pt x="112" y="142"/>
                      <a:pt x="115" y="138"/>
                      <a:pt x="117" y="133"/>
                    </a:cubicBezTo>
                    <a:cubicBezTo>
                      <a:pt x="114" y="135"/>
                      <a:pt x="106" y="140"/>
                      <a:pt x="102" y="145"/>
                    </a:cubicBezTo>
                    <a:cubicBezTo>
                      <a:pt x="99" y="141"/>
                      <a:pt x="102" y="134"/>
                      <a:pt x="100" y="130"/>
                    </a:cubicBezTo>
                    <a:cubicBezTo>
                      <a:pt x="92" y="116"/>
                      <a:pt x="52" y="129"/>
                      <a:pt x="45" y="138"/>
                    </a:cubicBezTo>
                    <a:cubicBezTo>
                      <a:pt x="24" y="132"/>
                      <a:pt x="12" y="155"/>
                      <a:pt x="0" y="139"/>
                    </a:cubicBezTo>
                    <a:cubicBezTo>
                      <a:pt x="14" y="131"/>
                      <a:pt x="7" y="98"/>
                      <a:pt x="5" y="90"/>
                    </a:cubicBezTo>
                    <a:cubicBezTo>
                      <a:pt x="6" y="91"/>
                      <a:pt x="6" y="92"/>
                      <a:pt x="6" y="93"/>
                    </a:cubicBezTo>
                    <a:cubicBezTo>
                      <a:pt x="8" y="93"/>
                      <a:pt x="7" y="90"/>
                      <a:pt x="7" y="88"/>
                    </a:cubicBezTo>
                    <a:cubicBezTo>
                      <a:pt x="10" y="92"/>
                      <a:pt x="9" y="87"/>
                      <a:pt x="9" y="8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74" name="Google Shape;374;p11"/>
              <p:cNvSpPr/>
              <p:nvPr/>
            </p:nvSpPr>
            <p:spPr>
              <a:xfrm>
                <a:off x="4307" y="1938"/>
                <a:ext cx="21" cy="12"/>
              </a:xfrm>
              <a:custGeom>
                <a:rect b="b" l="l" r="r" t="t"/>
                <a:pathLst>
                  <a:path extrusionOk="0" h="5" w="9">
                    <a:moveTo>
                      <a:pt x="3" y="0"/>
                    </a:moveTo>
                    <a:cubicBezTo>
                      <a:pt x="4" y="1"/>
                      <a:pt x="6" y="1"/>
                      <a:pt x="9" y="1"/>
                    </a:cubicBezTo>
                    <a:cubicBezTo>
                      <a:pt x="9" y="5"/>
                      <a:pt x="4" y="4"/>
                      <a:pt x="1" y="5"/>
                    </a:cubicBezTo>
                    <a:cubicBezTo>
                      <a:pt x="0" y="2"/>
                      <a:pt x="4" y="3"/>
                      <a:pt x="3"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75" name="Google Shape;375;p11"/>
              <p:cNvSpPr/>
              <p:nvPr/>
            </p:nvSpPr>
            <p:spPr>
              <a:xfrm>
                <a:off x="3221" y="1950"/>
                <a:ext cx="94" cy="206"/>
              </a:xfrm>
              <a:custGeom>
                <a:rect b="b" l="l" r="r" t="t"/>
                <a:pathLst>
                  <a:path extrusionOk="0" h="87" w="40">
                    <a:moveTo>
                      <a:pt x="37" y="0"/>
                    </a:moveTo>
                    <a:cubicBezTo>
                      <a:pt x="37" y="8"/>
                      <a:pt x="40" y="14"/>
                      <a:pt x="39" y="24"/>
                    </a:cubicBezTo>
                    <a:cubicBezTo>
                      <a:pt x="39" y="24"/>
                      <a:pt x="39" y="22"/>
                      <a:pt x="39" y="22"/>
                    </a:cubicBezTo>
                    <a:cubicBezTo>
                      <a:pt x="32" y="34"/>
                      <a:pt x="30" y="72"/>
                      <a:pt x="17" y="80"/>
                    </a:cubicBezTo>
                    <a:cubicBezTo>
                      <a:pt x="7" y="87"/>
                      <a:pt x="2" y="73"/>
                      <a:pt x="1" y="62"/>
                    </a:cubicBezTo>
                    <a:cubicBezTo>
                      <a:pt x="13" y="54"/>
                      <a:pt x="0" y="20"/>
                      <a:pt x="19" y="23"/>
                    </a:cubicBezTo>
                    <a:cubicBezTo>
                      <a:pt x="23" y="18"/>
                      <a:pt x="30" y="18"/>
                      <a:pt x="28" y="9"/>
                    </a:cubicBezTo>
                    <a:cubicBezTo>
                      <a:pt x="34" y="12"/>
                      <a:pt x="32" y="0"/>
                      <a:pt x="37"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76" name="Google Shape;376;p11"/>
              <p:cNvSpPr/>
              <p:nvPr/>
            </p:nvSpPr>
            <p:spPr>
              <a:xfrm>
                <a:off x="4913" y="2006"/>
                <a:ext cx="11" cy="19"/>
              </a:xfrm>
              <a:custGeom>
                <a:rect b="b" l="l" r="r" t="t"/>
                <a:pathLst>
                  <a:path extrusionOk="0" h="8" w="5">
                    <a:moveTo>
                      <a:pt x="0" y="5"/>
                    </a:moveTo>
                    <a:cubicBezTo>
                      <a:pt x="1" y="4"/>
                      <a:pt x="1" y="5"/>
                      <a:pt x="2" y="5"/>
                    </a:cubicBezTo>
                    <a:cubicBezTo>
                      <a:pt x="0" y="4"/>
                      <a:pt x="1" y="2"/>
                      <a:pt x="0" y="1"/>
                    </a:cubicBezTo>
                    <a:cubicBezTo>
                      <a:pt x="0" y="0"/>
                      <a:pt x="2" y="1"/>
                      <a:pt x="3" y="1"/>
                    </a:cubicBezTo>
                    <a:cubicBezTo>
                      <a:pt x="2" y="2"/>
                      <a:pt x="5" y="8"/>
                      <a:pt x="0" y="5"/>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77" name="Google Shape;377;p11"/>
              <p:cNvSpPr/>
              <p:nvPr/>
            </p:nvSpPr>
            <p:spPr>
              <a:xfrm>
                <a:off x="4901" y="2009"/>
                <a:ext cx="16" cy="9"/>
              </a:xfrm>
              <a:custGeom>
                <a:rect b="b" l="l" r="r" t="t"/>
                <a:pathLst>
                  <a:path extrusionOk="0" h="4" w="7">
                    <a:moveTo>
                      <a:pt x="5" y="0"/>
                    </a:moveTo>
                    <a:cubicBezTo>
                      <a:pt x="6" y="1"/>
                      <a:pt x="5" y="3"/>
                      <a:pt x="7" y="4"/>
                    </a:cubicBezTo>
                    <a:cubicBezTo>
                      <a:pt x="6" y="4"/>
                      <a:pt x="6" y="3"/>
                      <a:pt x="5" y="4"/>
                    </a:cubicBezTo>
                    <a:cubicBezTo>
                      <a:pt x="3" y="4"/>
                      <a:pt x="1" y="4"/>
                      <a:pt x="0" y="4"/>
                    </a:cubicBezTo>
                    <a:cubicBezTo>
                      <a:pt x="0" y="2"/>
                      <a:pt x="4" y="2"/>
                      <a:pt x="5"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78" name="Google Shape;378;p11"/>
              <p:cNvSpPr/>
              <p:nvPr/>
            </p:nvSpPr>
            <p:spPr>
              <a:xfrm>
                <a:off x="4704" y="2267"/>
                <a:ext cx="78" cy="100"/>
              </a:xfrm>
              <a:custGeom>
                <a:rect b="b" l="l" r="r" t="t"/>
                <a:pathLst>
                  <a:path extrusionOk="0" h="42" w="33">
                    <a:moveTo>
                      <a:pt x="21" y="13"/>
                    </a:moveTo>
                    <a:cubicBezTo>
                      <a:pt x="23" y="14"/>
                      <a:pt x="22" y="18"/>
                      <a:pt x="21" y="18"/>
                    </a:cubicBezTo>
                    <a:cubicBezTo>
                      <a:pt x="21" y="21"/>
                      <a:pt x="25" y="20"/>
                      <a:pt x="25" y="22"/>
                    </a:cubicBezTo>
                    <a:cubicBezTo>
                      <a:pt x="28" y="21"/>
                      <a:pt x="28" y="18"/>
                      <a:pt x="33" y="19"/>
                    </a:cubicBezTo>
                    <a:cubicBezTo>
                      <a:pt x="24" y="29"/>
                      <a:pt x="12" y="39"/>
                      <a:pt x="0" y="42"/>
                    </a:cubicBezTo>
                    <a:cubicBezTo>
                      <a:pt x="1" y="38"/>
                      <a:pt x="6" y="38"/>
                      <a:pt x="7" y="35"/>
                    </a:cubicBezTo>
                    <a:cubicBezTo>
                      <a:pt x="7" y="31"/>
                      <a:pt x="2" y="33"/>
                      <a:pt x="3" y="29"/>
                    </a:cubicBezTo>
                    <a:cubicBezTo>
                      <a:pt x="16" y="26"/>
                      <a:pt x="16" y="12"/>
                      <a:pt x="15" y="0"/>
                    </a:cubicBezTo>
                    <a:cubicBezTo>
                      <a:pt x="16" y="2"/>
                      <a:pt x="18" y="4"/>
                      <a:pt x="21" y="5"/>
                    </a:cubicBezTo>
                    <a:cubicBezTo>
                      <a:pt x="19" y="7"/>
                      <a:pt x="20" y="12"/>
                      <a:pt x="17" y="14"/>
                    </a:cubicBezTo>
                    <a:cubicBezTo>
                      <a:pt x="19" y="16"/>
                      <a:pt x="21" y="16"/>
                      <a:pt x="21" y="1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79" name="Google Shape;379;p11"/>
              <p:cNvSpPr/>
              <p:nvPr/>
            </p:nvSpPr>
            <p:spPr>
              <a:xfrm>
                <a:off x="1860" y="2429"/>
                <a:ext cx="14" cy="16"/>
              </a:xfrm>
              <a:custGeom>
                <a:rect b="b" l="l" r="r" t="t"/>
                <a:pathLst>
                  <a:path extrusionOk="0" h="7" w="6">
                    <a:moveTo>
                      <a:pt x="6" y="5"/>
                    </a:moveTo>
                    <a:cubicBezTo>
                      <a:pt x="4" y="5"/>
                      <a:pt x="4" y="6"/>
                      <a:pt x="4" y="7"/>
                    </a:cubicBezTo>
                    <a:cubicBezTo>
                      <a:pt x="0" y="6"/>
                      <a:pt x="6" y="1"/>
                      <a:pt x="3" y="1"/>
                    </a:cubicBezTo>
                    <a:cubicBezTo>
                      <a:pt x="3" y="0"/>
                      <a:pt x="3" y="0"/>
                      <a:pt x="4" y="0"/>
                    </a:cubicBezTo>
                    <a:cubicBezTo>
                      <a:pt x="5" y="0"/>
                      <a:pt x="5" y="0"/>
                      <a:pt x="6" y="0"/>
                    </a:cubicBezTo>
                    <a:cubicBezTo>
                      <a:pt x="6" y="0"/>
                      <a:pt x="6" y="1"/>
                      <a:pt x="6" y="1"/>
                    </a:cubicBezTo>
                    <a:cubicBezTo>
                      <a:pt x="6" y="2"/>
                      <a:pt x="4" y="3"/>
                      <a:pt x="4" y="4"/>
                    </a:cubicBezTo>
                    <a:cubicBezTo>
                      <a:pt x="5" y="4"/>
                      <a:pt x="6" y="4"/>
                      <a:pt x="6" y="5"/>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80" name="Google Shape;380;p11"/>
              <p:cNvSpPr/>
              <p:nvPr/>
            </p:nvSpPr>
            <p:spPr>
              <a:xfrm>
                <a:off x="3457" y="2464"/>
                <a:ext cx="22" cy="17"/>
              </a:xfrm>
              <a:custGeom>
                <a:rect b="b" l="l" r="r" t="t"/>
                <a:pathLst>
                  <a:path extrusionOk="0" h="7" w="9">
                    <a:moveTo>
                      <a:pt x="1" y="2"/>
                    </a:moveTo>
                    <a:cubicBezTo>
                      <a:pt x="4" y="0"/>
                      <a:pt x="4" y="6"/>
                      <a:pt x="9" y="4"/>
                    </a:cubicBezTo>
                    <a:cubicBezTo>
                      <a:pt x="8" y="7"/>
                      <a:pt x="4" y="7"/>
                      <a:pt x="0" y="7"/>
                    </a:cubicBezTo>
                    <a:cubicBezTo>
                      <a:pt x="0" y="5"/>
                      <a:pt x="2" y="5"/>
                      <a:pt x="1" y="2"/>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81" name="Google Shape;381;p11"/>
              <p:cNvSpPr/>
              <p:nvPr/>
            </p:nvSpPr>
            <p:spPr>
              <a:xfrm>
                <a:off x="2059" y="2507"/>
                <a:ext cx="12" cy="14"/>
              </a:xfrm>
              <a:custGeom>
                <a:rect b="b" l="l" r="r" t="t"/>
                <a:pathLst>
                  <a:path extrusionOk="0" h="6" w="5">
                    <a:moveTo>
                      <a:pt x="5" y="0"/>
                    </a:moveTo>
                    <a:cubicBezTo>
                      <a:pt x="4" y="1"/>
                      <a:pt x="2" y="6"/>
                      <a:pt x="0" y="4"/>
                    </a:cubicBezTo>
                    <a:cubicBezTo>
                      <a:pt x="2" y="2"/>
                      <a:pt x="0" y="2"/>
                      <a:pt x="2" y="0"/>
                    </a:cubicBezTo>
                    <a:cubicBezTo>
                      <a:pt x="3" y="0"/>
                      <a:pt x="4" y="0"/>
                      <a:pt x="5"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82" name="Google Shape;382;p11"/>
              <p:cNvSpPr/>
              <p:nvPr/>
            </p:nvSpPr>
            <p:spPr>
              <a:xfrm>
                <a:off x="2071" y="2502"/>
                <a:ext cx="21" cy="17"/>
              </a:xfrm>
              <a:custGeom>
                <a:rect b="b" l="l" r="r" t="t"/>
                <a:pathLst>
                  <a:path extrusionOk="0" h="7" w="9">
                    <a:moveTo>
                      <a:pt x="0" y="7"/>
                    </a:moveTo>
                    <a:cubicBezTo>
                      <a:pt x="1" y="3"/>
                      <a:pt x="3" y="4"/>
                      <a:pt x="1" y="1"/>
                    </a:cubicBezTo>
                    <a:cubicBezTo>
                      <a:pt x="4" y="1"/>
                      <a:pt x="9" y="0"/>
                      <a:pt x="8" y="4"/>
                    </a:cubicBezTo>
                    <a:cubicBezTo>
                      <a:pt x="4" y="3"/>
                      <a:pt x="4" y="7"/>
                      <a:pt x="0" y="7"/>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83" name="Google Shape;383;p11"/>
              <p:cNvSpPr/>
              <p:nvPr/>
            </p:nvSpPr>
            <p:spPr>
              <a:xfrm>
                <a:off x="1952" y="2538"/>
                <a:ext cx="17" cy="11"/>
              </a:xfrm>
              <a:custGeom>
                <a:rect b="b" l="l" r="r" t="t"/>
                <a:pathLst>
                  <a:path extrusionOk="0" h="5" w="7">
                    <a:moveTo>
                      <a:pt x="2" y="0"/>
                    </a:moveTo>
                    <a:cubicBezTo>
                      <a:pt x="3" y="1"/>
                      <a:pt x="3" y="1"/>
                      <a:pt x="4" y="1"/>
                    </a:cubicBezTo>
                    <a:cubicBezTo>
                      <a:pt x="5" y="3"/>
                      <a:pt x="7" y="3"/>
                      <a:pt x="5" y="5"/>
                    </a:cubicBezTo>
                    <a:cubicBezTo>
                      <a:pt x="5" y="5"/>
                      <a:pt x="4" y="5"/>
                      <a:pt x="3" y="5"/>
                    </a:cubicBezTo>
                    <a:cubicBezTo>
                      <a:pt x="3" y="4"/>
                      <a:pt x="3" y="3"/>
                      <a:pt x="3" y="2"/>
                    </a:cubicBezTo>
                    <a:cubicBezTo>
                      <a:pt x="2" y="2"/>
                      <a:pt x="2" y="2"/>
                      <a:pt x="1" y="3"/>
                    </a:cubicBezTo>
                    <a:cubicBezTo>
                      <a:pt x="0" y="2"/>
                      <a:pt x="1" y="1"/>
                      <a:pt x="1" y="0"/>
                    </a:cubicBezTo>
                    <a:cubicBezTo>
                      <a:pt x="2" y="0"/>
                      <a:pt x="2" y="0"/>
                      <a:pt x="2"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84" name="Google Shape;384;p11"/>
              <p:cNvSpPr/>
              <p:nvPr/>
            </p:nvSpPr>
            <p:spPr>
              <a:xfrm>
                <a:off x="2511" y="672"/>
                <a:ext cx="33" cy="9"/>
              </a:xfrm>
              <a:custGeom>
                <a:rect b="b" l="l" r="r" t="t"/>
                <a:pathLst>
                  <a:path extrusionOk="0" h="4" w="14">
                    <a:moveTo>
                      <a:pt x="10" y="0"/>
                    </a:moveTo>
                    <a:cubicBezTo>
                      <a:pt x="10" y="0"/>
                      <a:pt x="10" y="1"/>
                      <a:pt x="10" y="1"/>
                    </a:cubicBezTo>
                    <a:cubicBezTo>
                      <a:pt x="12" y="1"/>
                      <a:pt x="12" y="2"/>
                      <a:pt x="14" y="2"/>
                    </a:cubicBezTo>
                    <a:cubicBezTo>
                      <a:pt x="13" y="4"/>
                      <a:pt x="9" y="2"/>
                      <a:pt x="6" y="3"/>
                    </a:cubicBezTo>
                    <a:cubicBezTo>
                      <a:pt x="6" y="2"/>
                      <a:pt x="7" y="2"/>
                      <a:pt x="7" y="1"/>
                    </a:cubicBezTo>
                    <a:cubicBezTo>
                      <a:pt x="5" y="1"/>
                      <a:pt x="2" y="1"/>
                      <a:pt x="0" y="1"/>
                    </a:cubicBezTo>
                    <a:cubicBezTo>
                      <a:pt x="0" y="1"/>
                      <a:pt x="0" y="0"/>
                      <a:pt x="0" y="0"/>
                    </a:cubicBezTo>
                    <a:cubicBezTo>
                      <a:pt x="3" y="0"/>
                      <a:pt x="7" y="0"/>
                      <a:pt x="10"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85" name="Google Shape;385;p11"/>
              <p:cNvSpPr/>
              <p:nvPr/>
            </p:nvSpPr>
            <p:spPr>
              <a:xfrm>
                <a:off x="2421" y="672"/>
                <a:ext cx="19" cy="14"/>
              </a:xfrm>
              <a:custGeom>
                <a:rect b="b" l="l" r="r" t="t"/>
                <a:pathLst>
                  <a:path extrusionOk="0" h="6" w="8">
                    <a:moveTo>
                      <a:pt x="8" y="4"/>
                    </a:moveTo>
                    <a:cubicBezTo>
                      <a:pt x="6" y="2"/>
                      <a:pt x="2" y="6"/>
                      <a:pt x="0" y="2"/>
                    </a:cubicBezTo>
                    <a:cubicBezTo>
                      <a:pt x="1" y="0"/>
                      <a:pt x="8" y="1"/>
                      <a:pt x="8" y="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86" name="Google Shape;386;p11"/>
              <p:cNvSpPr/>
              <p:nvPr/>
            </p:nvSpPr>
            <p:spPr>
              <a:xfrm>
                <a:off x="2480" y="676"/>
                <a:ext cx="36" cy="5"/>
              </a:xfrm>
              <a:custGeom>
                <a:rect b="b" l="l" r="r" t="t"/>
                <a:pathLst>
                  <a:path extrusionOk="0" h="2" w="15">
                    <a:moveTo>
                      <a:pt x="15" y="0"/>
                    </a:moveTo>
                    <a:cubicBezTo>
                      <a:pt x="11" y="2"/>
                      <a:pt x="6" y="2"/>
                      <a:pt x="0" y="2"/>
                    </a:cubicBezTo>
                    <a:cubicBezTo>
                      <a:pt x="4" y="0"/>
                      <a:pt x="10" y="0"/>
                      <a:pt x="15"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87" name="Google Shape;387;p11"/>
              <p:cNvSpPr/>
              <p:nvPr/>
            </p:nvSpPr>
            <p:spPr>
              <a:xfrm>
                <a:off x="2551" y="683"/>
                <a:ext cx="21" cy="10"/>
              </a:xfrm>
              <a:custGeom>
                <a:rect b="b" l="l" r="r" t="t"/>
                <a:pathLst>
                  <a:path extrusionOk="0" h="4" w="9">
                    <a:moveTo>
                      <a:pt x="9" y="1"/>
                    </a:moveTo>
                    <a:cubicBezTo>
                      <a:pt x="6" y="0"/>
                      <a:pt x="0" y="4"/>
                      <a:pt x="0" y="0"/>
                    </a:cubicBezTo>
                    <a:cubicBezTo>
                      <a:pt x="3" y="0"/>
                      <a:pt x="6" y="0"/>
                      <a:pt x="9" y="0"/>
                    </a:cubicBezTo>
                    <a:cubicBezTo>
                      <a:pt x="9" y="0"/>
                      <a:pt x="9" y="0"/>
                      <a:pt x="9" y="1"/>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88" name="Google Shape;388;p11"/>
              <p:cNvSpPr/>
              <p:nvPr/>
            </p:nvSpPr>
            <p:spPr>
              <a:xfrm>
                <a:off x="2234" y="686"/>
                <a:ext cx="38" cy="9"/>
              </a:xfrm>
              <a:custGeom>
                <a:rect b="b" l="l" r="r" t="t"/>
                <a:pathLst>
                  <a:path extrusionOk="0" h="4" w="16">
                    <a:moveTo>
                      <a:pt x="4" y="4"/>
                    </a:moveTo>
                    <a:cubicBezTo>
                      <a:pt x="5" y="1"/>
                      <a:pt x="0" y="4"/>
                      <a:pt x="0" y="2"/>
                    </a:cubicBezTo>
                    <a:cubicBezTo>
                      <a:pt x="6" y="1"/>
                      <a:pt x="10" y="0"/>
                      <a:pt x="16" y="1"/>
                    </a:cubicBezTo>
                    <a:cubicBezTo>
                      <a:pt x="13" y="2"/>
                      <a:pt x="7" y="2"/>
                      <a:pt x="4" y="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89" name="Google Shape;389;p11"/>
              <p:cNvSpPr/>
              <p:nvPr/>
            </p:nvSpPr>
            <p:spPr>
              <a:xfrm>
                <a:off x="3223" y="691"/>
                <a:ext cx="17" cy="9"/>
              </a:xfrm>
              <a:custGeom>
                <a:rect b="b" l="l" r="r" t="t"/>
                <a:pathLst>
                  <a:path extrusionOk="0" h="4" w="7">
                    <a:moveTo>
                      <a:pt x="7" y="2"/>
                    </a:moveTo>
                    <a:cubicBezTo>
                      <a:pt x="6" y="4"/>
                      <a:pt x="2" y="2"/>
                      <a:pt x="0" y="3"/>
                    </a:cubicBezTo>
                    <a:cubicBezTo>
                      <a:pt x="1" y="1"/>
                      <a:pt x="5" y="0"/>
                      <a:pt x="7" y="2"/>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90" name="Google Shape;390;p11"/>
              <p:cNvSpPr/>
              <p:nvPr/>
            </p:nvSpPr>
            <p:spPr>
              <a:xfrm>
                <a:off x="2579" y="691"/>
                <a:ext cx="26" cy="14"/>
              </a:xfrm>
              <a:custGeom>
                <a:rect b="b" l="l" r="r" t="t"/>
                <a:pathLst>
                  <a:path extrusionOk="0" h="6" w="11">
                    <a:moveTo>
                      <a:pt x="0" y="4"/>
                    </a:moveTo>
                    <a:cubicBezTo>
                      <a:pt x="11" y="0"/>
                      <a:pt x="9" y="6"/>
                      <a:pt x="0" y="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91" name="Google Shape;391;p11"/>
              <p:cNvSpPr/>
              <p:nvPr/>
            </p:nvSpPr>
            <p:spPr>
              <a:xfrm>
                <a:off x="3100" y="693"/>
                <a:ext cx="33" cy="12"/>
              </a:xfrm>
              <a:custGeom>
                <a:rect b="b" l="l" r="r" t="t"/>
                <a:pathLst>
                  <a:path extrusionOk="0" h="5" w="14">
                    <a:moveTo>
                      <a:pt x="14" y="2"/>
                    </a:moveTo>
                    <a:cubicBezTo>
                      <a:pt x="10" y="4"/>
                      <a:pt x="5" y="5"/>
                      <a:pt x="0" y="3"/>
                    </a:cubicBezTo>
                    <a:cubicBezTo>
                      <a:pt x="1" y="3"/>
                      <a:pt x="3" y="2"/>
                      <a:pt x="1" y="2"/>
                    </a:cubicBezTo>
                    <a:cubicBezTo>
                      <a:pt x="3" y="0"/>
                      <a:pt x="9" y="3"/>
                      <a:pt x="14" y="2"/>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92" name="Google Shape;392;p11"/>
              <p:cNvSpPr/>
              <p:nvPr/>
            </p:nvSpPr>
            <p:spPr>
              <a:xfrm>
                <a:off x="3450" y="688"/>
                <a:ext cx="71" cy="26"/>
              </a:xfrm>
              <a:custGeom>
                <a:rect b="b" l="l" r="r" t="t"/>
                <a:pathLst>
                  <a:path extrusionOk="0" h="11" w="30">
                    <a:moveTo>
                      <a:pt x="17" y="10"/>
                    </a:moveTo>
                    <a:cubicBezTo>
                      <a:pt x="15" y="9"/>
                      <a:pt x="11" y="9"/>
                      <a:pt x="8" y="9"/>
                    </a:cubicBezTo>
                    <a:cubicBezTo>
                      <a:pt x="8" y="8"/>
                      <a:pt x="9" y="8"/>
                      <a:pt x="10" y="6"/>
                    </a:cubicBezTo>
                    <a:cubicBezTo>
                      <a:pt x="6" y="9"/>
                      <a:pt x="0" y="9"/>
                      <a:pt x="0" y="3"/>
                    </a:cubicBezTo>
                    <a:cubicBezTo>
                      <a:pt x="5" y="0"/>
                      <a:pt x="11" y="3"/>
                      <a:pt x="16" y="3"/>
                    </a:cubicBezTo>
                    <a:cubicBezTo>
                      <a:pt x="16" y="10"/>
                      <a:pt x="27" y="5"/>
                      <a:pt x="30" y="9"/>
                    </a:cubicBezTo>
                    <a:cubicBezTo>
                      <a:pt x="27" y="11"/>
                      <a:pt x="21" y="10"/>
                      <a:pt x="17" y="1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93" name="Google Shape;393;p11"/>
              <p:cNvSpPr/>
              <p:nvPr/>
            </p:nvSpPr>
            <p:spPr>
              <a:xfrm>
                <a:off x="2085" y="698"/>
                <a:ext cx="19" cy="16"/>
              </a:xfrm>
              <a:custGeom>
                <a:rect b="b" l="l" r="r" t="t"/>
                <a:pathLst>
                  <a:path extrusionOk="0" h="7" w="8">
                    <a:moveTo>
                      <a:pt x="6" y="0"/>
                    </a:moveTo>
                    <a:cubicBezTo>
                      <a:pt x="6" y="1"/>
                      <a:pt x="6" y="3"/>
                      <a:pt x="8" y="2"/>
                    </a:cubicBezTo>
                    <a:cubicBezTo>
                      <a:pt x="6" y="7"/>
                      <a:pt x="4" y="0"/>
                      <a:pt x="0" y="1"/>
                    </a:cubicBezTo>
                    <a:cubicBezTo>
                      <a:pt x="1" y="0"/>
                      <a:pt x="4" y="0"/>
                      <a:pt x="6"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94" name="Google Shape;394;p11"/>
              <p:cNvSpPr/>
              <p:nvPr/>
            </p:nvSpPr>
            <p:spPr>
              <a:xfrm>
                <a:off x="2875" y="698"/>
                <a:ext cx="31" cy="9"/>
              </a:xfrm>
              <a:custGeom>
                <a:rect b="b" l="l" r="r" t="t"/>
                <a:pathLst>
                  <a:path extrusionOk="0" h="4" w="13">
                    <a:moveTo>
                      <a:pt x="2" y="3"/>
                    </a:moveTo>
                    <a:cubicBezTo>
                      <a:pt x="0" y="0"/>
                      <a:pt x="8" y="2"/>
                      <a:pt x="13" y="1"/>
                    </a:cubicBezTo>
                    <a:cubicBezTo>
                      <a:pt x="13" y="2"/>
                      <a:pt x="12" y="2"/>
                      <a:pt x="11" y="2"/>
                    </a:cubicBezTo>
                    <a:cubicBezTo>
                      <a:pt x="8" y="3"/>
                      <a:pt x="6" y="4"/>
                      <a:pt x="2" y="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95" name="Google Shape;395;p11"/>
              <p:cNvSpPr/>
              <p:nvPr/>
            </p:nvSpPr>
            <p:spPr>
              <a:xfrm>
                <a:off x="2899" y="698"/>
                <a:ext cx="50" cy="12"/>
              </a:xfrm>
              <a:custGeom>
                <a:rect b="b" l="l" r="r" t="t"/>
                <a:pathLst>
                  <a:path extrusionOk="0" h="5" w="21">
                    <a:moveTo>
                      <a:pt x="3" y="1"/>
                    </a:moveTo>
                    <a:cubicBezTo>
                      <a:pt x="6" y="2"/>
                      <a:pt x="15" y="0"/>
                      <a:pt x="21" y="2"/>
                    </a:cubicBezTo>
                    <a:cubicBezTo>
                      <a:pt x="15" y="5"/>
                      <a:pt x="8" y="5"/>
                      <a:pt x="1" y="5"/>
                    </a:cubicBezTo>
                    <a:cubicBezTo>
                      <a:pt x="1" y="4"/>
                      <a:pt x="3" y="4"/>
                      <a:pt x="5" y="4"/>
                    </a:cubicBezTo>
                    <a:cubicBezTo>
                      <a:pt x="5" y="2"/>
                      <a:pt x="0" y="5"/>
                      <a:pt x="1" y="2"/>
                    </a:cubicBezTo>
                    <a:cubicBezTo>
                      <a:pt x="2" y="2"/>
                      <a:pt x="3" y="2"/>
                      <a:pt x="3" y="1"/>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96" name="Google Shape;396;p11"/>
              <p:cNvSpPr/>
              <p:nvPr/>
            </p:nvSpPr>
            <p:spPr>
              <a:xfrm>
                <a:off x="2880" y="702"/>
                <a:ext cx="31" cy="15"/>
              </a:xfrm>
              <a:custGeom>
                <a:rect b="b" l="l" r="r" t="t"/>
                <a:pathLst>
                  <a:path extrusionOk="0" h="6" w="13">
                    <a:moveTo>
                      <a:pt x="0" y="2"/>
                    </a:moveTo>
                    <a:cubicBezTo>
                      <a:pt x="0" y="2"/>
                      <a:pt x="0" y="2"/>
                      <a:pt x="0" y="1"/>
                    </a:cubicBezTo>
                    <a:cubicBezTo>
                      <a:pt x="4" y="2"/>
                      <a:pt x="6" y="1"/>
                      <a:pt x="9" y="0"/>
                    </a:cubicBezTo>
                    <a:cubicBezTo>
                      <a:pt x="8" y="3"/>
                      <a:pt x="13" y="0"/>
                      <a:pt x="13" y="2"/>
                    </a:cubicBezTo>
                    <a:cubicBezTo>
                      <a:pt x="11" y="2"/>
                      <a:pt x="9" y="2"/>
                      <a:pt x="9" y="3"/>
                    </a:cubicBezTo>
                    <a:cubicBezTo>
                      <a:pt x="8" y="5"/>
                      <a:pt x="6" y="4"/>
                      <a:pt x="5" y="4"/>
                    </a:cubicBezTo>
                    <a:cubicBezTo>
                      <a:pt x="1" y="6"/>
                      <a:pt x="3" y="2"/>
                      <a:pt x="0" y="2"/>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97" name="Google Shape;397;p11"/>
              <p:cNvSpPr/>
              <p:nvPr/>
            </p:nvSpPr>
            <p:spPr>
              <a:xfrm>
                <a:off x="3490" y="710"/>
                <a:ext cx="50" cy="7"/>
              </a:xfrm>
              <a:custGeom>
                <a:rect b="b" l="l" r="r" t="t"/>
                <a:pathLst>
                  <a:path extrusionOk="0" h="3" w="21">
                    <a:moveTo>
                      <a:pt x="0" y="1"/>
                    </a:moveTo>
                    <a:cubicBezTo>
                      <a:pt x="4" y="1"/>
                      <a:pt x="10" y="2"/>
                      <a:pt x="13" y="0"/>
                    </a:cubicBezTo>
                    <a:cubicBezTo>
                      <a:pt x="21" y="3"/>
                      <a:pt x="3" y="3"/>
                      <a:pt x="0" y="1"/>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98" name="Google Shape;398;p11"/>
              <p:cNvSpPr/>
              <p:nvPr/>
            </p:nvSpPr>
            <p:spPr>
              <a:xfrm>
                <a:off x="2956" y="710"/>
                <a:ext cx="21" cy="9"/>
              </a:xfrm>
              <a:custGeom>
                <a:rect b="b" l="l" r="r" t="t"/>
                <a:pathLst>
                  <a:path extrusionOk="0" h="4" w="9">
                    <a:moveTo>
                      <a:pt x="1" y="3"/>
                    </a:moveTo>
                    <a:cubicBezTo>
                      <a:pt x="0" y="0"/>
                      <a:pt x="9" y="0"/>
                      <a:pt x="7" y="3"/>
                    </a:cubicBezTo>
                    <a:cubicBezTo>
                      <a:pt x="5" y="1"/>
                      <a:pt x="4" y="4"/>
                      <a:pt x="1" y="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399" name="Google Shape;399;p11"/>
              <p:cNvSpPr/>
              <p:nvPr/>
            </p:nvSpPr>
            <p:spPr>
              <a:xfrm>
                <a:off x="1950" y="717"/>
                <a:ext cx="36" cy="14"/>
              </a:xfrm>
              <a:custGeom>
                <a:rect b="b" l="l" r="r" t="t"/>
                <a:pathLst>
                  <a:path extrusionOk="0" h="6" w="15">
                    <a:moveTo>
                      <a:pt x="12" y="6"/>
                    </a:moveTo>
                    <a:cubicBezTo>
                      <a:pt x="9" y="6"/>
                      <a:pt x="6" y="6"/>
                      <a:pt x="2" y="6"/>
                    </a:cubicBezTo>
                    <a:cubicBezTo>
                      <a:pt x="1" y="3"/>
                      <a:pt x="1" y="4"/>
                      <a:pt x="0" y="0"/>
                    </a:cubicBezTo>
                    <a:cubicBezTo>
                      <a:pt x="4" y="0"/>
                      <a:pt x="7" y="0"/>
                      <a:pt x="10" y="0"/>
                    </a:cubicBezTo>
                    <a:cubicBezTo>
                      <a:pt x="15" y="2"/>
                      <a:pt x="7" y="3"/>
                      <a:pt x="9" y="4"/>
                    </a:cubicBezTo>
                    <a:cubicBezTo>
                      <a:pt x="11" y="5"/>
                      <a:pt x="14" y="3"/>
                      <a:pt x="14" y="5"/>
                    </a:cubicBezTo>
                    <a:cubicBezTo>
                      <a:pt x="13" y="5"/>
                      <a:pt x="12" y="5"/>
                      <a:pt x="12" y="6"/>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00" name="Google Shape;400;p11"/>
              <p:cNvSpPr/>
              <p:nvPr/>
            </p:nvSpPr>
            <p:spPr>
              <a:xfrm>
                <a:off x="1822" y="719"/>
                <a:ext cx="36" cy="2"/>
              </a:xfrm>
              <a:custGeom>
                <a:rect b="b" l="l" r="r" t="t"/>
                <a:pathLst>
                  <a:path extrusionOk="0" h="1" w="15">
                    <a:moveTo>
                      <a:pt x="6" y="0"/>
                    </a:moveTo>
                    <a:cubicBezTo>
                      <a:pt x="11" y="0"/>
                      <a:pt x="15" y="1"/>
                      <a:pt x="10" y="1"/>
                    </a:cubicBezTo>
                    <a:cubicBezTo>
                      <a:pt x="8" y="1"/>
                      <a:pt x="0" y="1"/>
                      <a:pt x="6"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01" name="Google Shape;401;p11"/>
              <p:cNvSpPr/>
              <p:nvPr/>
            </p:nvSpPr>
            <p:spPr>
              <a:xfrm>
                <a:off x="2844" y="717"/>
                <a:ext cx="24" cy="9"/>
              </a:xfrm>
              <a:custGeom>
                <a:rect b="b" l="l" r="r" t="t"/>
                <a:pathLst>
                  <a:path extrusionOk="0" h="4" w="10">
                    <a:moveTo>
                      <a:pt x="0" y="2"/>
                    </a:moveTo>
                    <a:cubicBezTo>
                      <a:pt x="2" y="0"/>
                      <a:pt x="7" y="0"/>
                      <a:pt x="10" y="2"/>
                    </a:cubicBezTo>
                    <a:cubicBezTo>
                      <a:pt x="8" y="4"/>
                      <a:pt x="2" y="2"/>
                      <a:pt x="1" y="4"/>
                    </a:cubicBezTo>
                    <a:cubicBezTo>
                      <a:pt x="0" y="4"/>
                      <a:pt x="0" y="3"/>
                      <a:pt x="0" y="2"/>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02" name="Google Shape;402;p11"/>
              <p:cNvSpPr/>
              <p:nvPr/>
            </p:nvSpPr>
            <p:spPr>
              <a:xfrm>
                <a:off x="2570" y="721"/>
                <a:ext cx="12" cy="10"/>
              </a:xfrm>
              <a:custGeom>
                <a:rect b="b" l="l" r="r" t="t"/>
                <a:pathLst>
                  <a:path extrusionOk="0" h="4" w="5">
                    <a:moveTo>
                      <a:pt x="0" y="2"/>
                    </a:moveTo>
                    <a:cubicBezTo>
                      <a:pt x="0" y="0"/>
                      <a:pt x="5" y="2"/>
                      <a:pt x="5" y="3"/>
                    </a:cubicBezTo>
                    <a:cubicBezTo>
                      <a:pt x="4" y="3"/>
                      <a:pt x="2" y="3"/>
                      <a:pt x="2" y="4"/>
                    </a:cubicBezTo>
                    <a:cubicBezTo>
                      <a:pt x="0" y="4"/>
                      <a:pt x="0" y="3"/>
                      <a:pt x="0" y="2"/>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03" name="Google Shape;403;p11"/>
              <p:cNvSpPr/>
              <p:nvPr/>
            </p:nvSpPr>
            <p:spPr>
              <a:xfrm>
                <a:off x="1870" y="738"/>
                <a:ext cx="30" cy="17"/>
              </a:xfrm>
              <a:custGeom>
                <a:rect b="b" l="l" r="r" t="t"/>
                <a:pathLst>
                  <a:path extrusionOk="0" h="7" w="13">
                    <a:moveTo>
                      <a:pt x="11" y="5"/>
                    </a:moveTo>
                    <a:cubicBezTo>
                      <a:pt x="6" y="4"/>
                      <a:pt x="3" y="7"/>
                      <a:pt x="0" y="4"/>
                    </a:cubicBezTo>
                    <a:cubicBezTo>
                      <a:pt x="0" y="2"/>
                      <a:pt x="1" y="1"/>
                      <a:pt x="2" y="0"/>
                    </a:cubicBezTo>
                    <a:cubicBezTo>
                      <a:pt x="5" y="0"/>
                      <a:pt x="8" y="1"/>
                      <a:pt x="6" y="4"/>
                    </a:cubicBezTo>
                    <a:cubicBezTo>
                      <a:pt x="10" y="5"/>
                      <a:pt x="8" y="0"/>
                      <a:pt x="11" y="1"/>
                    </a:cubicBezTo>
                    <a:cubicBezTo>
                      <a:pt x="12" y="2"/>
                      <a:pt x="13" y="2"/>
                      <a:pt x="13" y="4"/>
                    </a:cubicBezTo>
                    <a:cubicBezTo>
                      <a:pt x="13" y="4"/>
                      <a:pt x="11" y="4"/>
                      <a:pt x="11" y="5"/>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04" name="Google Shape;404;p11"/>
              <p:cNvSpPr/>
              <p:nvPr/>
            </p:nvSpPr>
            <p:spPr>
              <a:xfrm>
                <a:off x="3178" y="738"/>
                <a:ext cx="123" cy="73"/>
              </a:xfrm>
              <a:custGeom>
                <a:rect b="b" l="l" r="r" t="t"/>
                <a:pathLst>
                  <a:path extrusionOk="0" h="31" w="52">
                    <a:moveTo>
                      <a:pt x="16" y="15"/>
                    </a:moveTo>
                    <a:cubicBezTo>
                      <a:pt x="17" y="19"/>
                      <a:pt x="15" y="19"/>
                      <a:pt x="15" y="22"/>
                    </a:cubicBezTo>
                    <a:cubicBezTo>
                      <a:pt x="17" y="26"/>
                      <a:pt x="22" y="26"/>
                      <a:pt x="26" y="28"/>
                    </a:cubicBezTo>
                    <a:cubicBezTo>
                      <a:pt x="23" y="31"/>
                      <a:pt x="18" y="28"/>
                      <a:pt x="11" y="29"/>
                    </a:cubicBezTo>
                    <a:cubicBezTo>
                      <a:pt x="11" y="27"/>
                      <a:pt x="10" y="26"/>
                      <a:pt x="9" y="25"/>
                    </a:cubicBezTo>
                    <a:cubicBezTo>
                      <a:pt x="8" y="29"/>
                      <a:pt x="4" y="23"/>
                      <a:pt x="1" y="23"/>
                    </a:cubicBezTo>
                    <a:cubicBezTo>
                      <a:pt x="8" y="21"/>
                      <a:pt x="0" y="17"/>
                      <a:pt x="8" y="16"/>
                    </a:cubicBezTo>
                    <a:cubicBezTo>
                      <a:pt x="8" y="15"/>
                      <a:pt x="7" y="14"/>
                      <a:pt x="6" y="14"/>
                    </a:cubicBezTo>
                    <a:cubicBezTo>
                      <a:pt x="7" y="13"/>
                      <a:pt x="9" y="12"/>
                      <a:pt x="11" y="12"/>
                    </a:cubicBezTo>
                    <a:cubicBezTo>
                      <a:pt x="9" y="11"/>
                      <a:pt x="12" y="8"/>
                      <a:pt x="10" y="8"/>
                    </a:cubicBezTo>
                    <a:cubicBezTo>
                      <a:pt x="21" y="2"/>
                      <a:pt x="38" y="0"/>
                      <a:pt x="52" y="1"/>
                    </a:cubicBezTo>
                    <a:cubicBezTo>
                      <a:pt x="41" y="7"/>
                      <a:pt x="25" y="7"/>
                      <a:pt x="16" y="15"/>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05" name="Google Shape;405;p11"/>
              <p:cNvSpPr/>
              <p:nvPr/>
            </p:nvSpPr>
            <p:spPr>
              <a:xfrm>
                <a:off x="1919" y="747"/>
                <a:ext cx="29" cy="12"/>
              </a:xfrm>
              <a:custGeom>
                <a:rect b="b" l="l" r="r" t="t"/>
                <a:pathLst>
                  <a:path extrusionOk="0" h="5" w="12">
                    <a:moveTo>
                      <a:pt x="0" y="4"/>
                    </a:moveTo>
                    <a:cubicBezTo>
                      <a:pt x="2" y="1"/>
                      <a:pt x="6" y="0"/>
                      <a:pt x="12" y="1"/>
                    </a:cubicBezTo>
                    <a:cubicBezTo>
                      <a:pt x="10" y="5"/>
                      <a:pt x="5" y="4"/>
                      <a:pt x="0" y="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06" name="Google Shape;406;p11"/>
              <p:cNvSpPr/>
              <p:nvPr/>
            </p:nvSpPr>
            <p:spPr>
              <a:xfrm>
                <a:off x="2575" y="750"/>
                <a:ext cx="7" cy="9"/>
              </a:xfrm>
              <a:custGeom>
                <a:rect b="b" l="l" r="r" t="t"/>
                <a:pathLst>
                  <a:path extrusionOk="0" h="4" w="3">
                    <a:moveTo>
                      <a:pt x="3" y="3"/>
                    </a:moveTo>
                    <a:cubicBezTo>
                      <a:pt x="1" y="4"/>
                      <a:pt x="1" y="3"/>
                      <a:pt x="0" y="3"/>
                    </a:cubicBezTo>
                    <a:cubicBezTo>
                      <a:pt x="0" y="1"/>
                      <a:pt x="1" y="0"/>
                      <a:pt x="3" y="1"/>
                    </a:cubicBezTo>
                    <a:cubicBezTo>
                      <a:pt x="3" y="2"/>
                      <a:pt x="3" y="3"/>
                      <a:pt x="3" y="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07" name="Google Shape;407;p11"/>
              <p:cNvSpPr/>
              <p:nvPr/>
            </p:nvSpPr>
            <p:spPr>
              <a:xfrm>
                <a:off x="1626" y="757"/>
                <a:ext cx="208" cy="76"/>
              </a:xfrm>
              <a:custGeom>
                <a:rect b="b" l="l" r="r" t="t"/>
                <a:pathLst>
                  <a:path extrusionOk="0" h="32" w="88">
                    <a:moveTo>
                      <a:pt x="49" y="29"/>
                    </a:moveTo>
                    <a:cubicBezTo>
                      <a:pt x="42" y="30"/>
                      <a:pt x="35" y="32"/>
                      <a:pt x="26" y="32"/>
                    </a:cubicBezTo>
                    <a:cubicBezTo>
                      <a:pt x="25" y="30"/>
                      <a:pt x="28" y="30"/>
                      <a:pt x="28" y="28"/>
                    </a:cubicBezTo>
                    <a:cubicBezTo>
                      <a:pt x="26" y="26"/>
                      <a:pt x="20" y="28"/>
                      <a:pt x="17" y="26"/>
                    </a:cubicBezTo>
                    <a:cubicBezTo>
                      <a:pt x="21" y="18"/>
                      <a:pt x="35" y="26"/>
                      <a:pt x="42" y="23"/>
                    </a:cubicBezTo>
                    <a:cubicBezTo>
                      <a:pt x="38" y="19"/>
                      <a:pt x="28" y="21"/>
                      <a:pt x="21" y="21"/>
                    </a:cubicBezTo>
                    <a:cubicBezTo>
                      <a:pt x="21" y="16"/>
                      <a:pt x="28" y="18"/>
                      <a:pt x="32" y="18"/>
                    </a:cubicBezTo>
                    <a:cubicBezTo>
                      <a:pt x="30" y="16"/>
                      <a:pt x="24" y="18"/>
                      <a:pt x="22" y="16"/>
                    </a:cubicBezTo>
                    <a:cubicBezTo>
                      <a:pt x="23" y="13"/>
                      <a:pt x="27" y="14"/>
                      <a:pt x="29" y="13"/>
                    </a:cubicBezTo>
                    <a:cubicBezTo>
                      <a:pt x="20" y="10"/>
                      <a:pt x="12" y="17"/>
                      <a:pt x="4" y="19"/>
                    </a:cubicBezTo>
                    <a:cubicBezTo>
                      <a:pt x="4" y="16"/>
                      <a:pt x="3" y="14"/>
                      <a:pt x="0" y="14"/>
                    </a:cubicBezTo>
                    <a:cubicBezTo>
                      <a:pt x="5" y="8"/>
                      <a:pt x="18" y="11"/>
                      <a:pt x="19" y="1"/>
                    </a:cubicBezTo>
                    <a:cubicBezTo>
                      <a:pt x="31" y="0"/>
                      <a:pt x="36" y="6"/>
                      <a:pt x="46" y="3"/>
                    </a:cubicBezTo>
                    <a:cubicBezTo>
                      <a:pt x="46" y="7"/>
                      <a:pt x="52" y="7"/>
                      <a:pt x="49" y="10"/>
                    </a:cubicBezTo>
                    <a:cubicBezTo>
                      <a:pt x="53" y="10"/>
                      <a:pt x="60" y="11"/>
                      <a:pt x="65" y="9"/>
                    </a:cubicBezTo>
                    <a:cubicBezTo>
                      <a:pt x="67" y="12"/>
                      <a:pt x="66" y="13"/>
                      <a:pt x="65" y="16"/>
                    </a:cubicBezTo>
                    <a:cubicBezTo>
                      <a:pt x="69" y="14"/>
                      <a:pt x="71" y="9"/>
                      <a:pt x="74" y="6"/>
                    </a:cubicBezTo>
                    <a:cubicBezTo>
                      <a:pt x="78" y="9"/>
                      <a:pt x="83" y="3"/>
                      <a:pt x="88" y="6"/>
                    </a:cubicBezTo>
                    <a:cubicBezTo>
                      <a:pt x="82" y="9"/>
                      <a:pt x="78" y="13"/>
                      <a:pt x="75" y="18"/>
                    </a:cubicBezTo>
                    <a:cubicBezTo>
                      <a:pt x="76" y="23"/>
                      <a:pt x="82" y="22"/>
                      <a:pt x="82" y="24"/>
                    </a:cubicBezTo>
                    <a:cubicBezTo>
                      <a:pt x="79" y="27"/>
                      <a:pt x="76" y="23"/>
                      <a:pt x="70" y="25"/>
                    </a:cubicBezTo>
                    <a:cubicBezTo>
                      <a:pt x="70" y="28"/>
                      <a:pt x="74" y="26"/>
                      <a:pt x="75" y="26"/>
                    </a:cubicBezTo>
                    <a:cubicBezTo>
                      <a:pt x="75" y="29"/>
                      <a:pt x="72" y="28"/>
                      <a:pt x="72" y="31"/>
                    </a:cubicBezTo>
                    <a:cubicBezTo>
                      <a:pt x="69" y="30"/>
                      <a:pt x="64" y="30"/>
                      <a:pt x="60" y="30"/>
                    </a:cubicBezTo>
                    <a:cubicBezTo>
                      <a:pt x="59" y="26"/>
                      <a:pt x="52" y="27"/>
                      <a:pt x="49" y="29"/>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08" name="Google Shape;408;p11"/>
              <p:cNvSpPr/>
              <p:nvPr/>
            </p:nvSpPr>
            <p:spPr>
              <a:xfrm>
                <a:off x="3680" y="759"/>
                <a:ext cx="16" cy="10"/>
              </a:xfrm>
              <a:custGeom>
                <a:rect b="b" l="l" r="r" t="t"/>
                <a:pathLst>
                  <a:path extrusionOk="0" h="4" w="7">
                    <a:moveTo>
                      <a:pt x="4" y="3"/>
                    </a:moveTo>
                    <a:cubicBezTo>
                      <a:pt x="4" y="1"/>
                      <a:pt x="0" y="4"/>
                      <a:pt x="1" y="0"/>
                    </a:cubicBezTo>
                    <a:cubicBezTo>
                      <a:pt x="2" y="0"/>
                      <a:pt x="4" y="0"/>
                      <a:pt x="5" y="0"/>
                    </a:cubicBezTo>
                    <a:cubicBezTo>
                      <a:pt x="5" y="1"/>
                      <a:pt x="7" y="4"/>
                      <a:pt x="4" y="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09" name="Google Shape;409;p11"/>
              <p:cNvSpPr/>
              <p:nvPr/>
            </p:nvSpPr>
            <p:spPr>
              <a:xfrm>
                <a:off x="3332" y="771"/>
                <a:ext cx="14" cy="12"/>
              </a:xfrm>
              <a:custGeom>
                <a:rect b="b" l="l" r="r" t="t"/>
                <a:pathLst>
                  <a:path extrusionOk="0" h="5" w="6">
                    <a:moveTo>
                      <a:pt x="0" y="5"/>
                    </a:moveTo>
                    <a:cubicBezTo>
                      <a:pt x="1" y="3"/>
                      <a:pt x="1" y="0"/>
                      <a:pt x="5" y="0"/>
                    </a:cubicBezTo>
                    <a:cubicBezTo>
                      <a:pt x="6" y="3"/>
                      <a:pt x="2" y="2"/>
                      <a:pt x="2" y="4"/>
                    </a:cubicBezTo>
                    <a:cubicBezTo>
                      <a:pt x="1" y="4"/>
                      <a:pt x="1" y="5"/>
                      <a:pt x="0" y="5"/>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10" name="Google Shape;410;p11"/>
              <p:cNvSpPr/>
              <p:nvPr/>
            </p:nvSpPr>
            <p:spPr>
              <a:xfrm>
                <a:off x="2501" y="769"/>
                <a:ext cx="33" cy="26"/>
              </a:xfrm>
              <a:custGeom>
                <a:rect b="b" l="l" r="r" t="t"/>
                <a:pathLst>
                  <a:path extrusionOk="0" h="11" w="14">
                    <a:moveTo>
                      <a:pt x="12" y="8"/>
                    </a:moveTo>
                    <a:cubicBezTo>
                      <a:pt x="10" y="11"/>
                      <a:pt x="7" y="7"/>
                      <a:pt x="3" y="8"/>
                    </a:cubicBezTo>
                    <a:cubicBezTo>
                      <a:pt x="5" y="7"/>
                      <a:pt x="6" y="7"/>
                      <a:pt x="5" y="3"/>
                    </a:cubicBezTo>
                    <a:cubicBezTo>
                      <a:pt x="2" y="3"/>
                      <a:pt x="2" y="5"/>
                      <a:pt x="0" y="3"/>
                    </a:cubicBezTo>
                    <a:cubicBezTo>
                      <a:pt x="1" y="0"/>
                      <a:pt x="14" y="4"/>
                      <a:pt x="7" y="4"/>
                    </a:cubicBezTo>
                    <a:cubicBezTo>
                      <a:pt x="7" y="7"/>
                      <a:pt x="9" y="8"/>
                      <a:pt x="12" y="8"/>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11" name="Google Shape;411;p11"/>
              <p:cNvSpPr/>
              <p:nvPr/>
            </p:nvSpPr>
            <p:spPr>
              <a:xfrm>
                <a:off x="3398" y="795"/>
                <a:ext cx="29" cy="9"/>
              </a:xfrm>
              <a:custGeom>
                <a:rect b="b" l="l" r="r" t="t"/>
                <a:pathLst>
                  <a:path extrusionOk="0" h="4" w="12">
                    <a:moveTo>
                      <a:pt x="0" y="0"/>
                    </a:moveTo>
                    <a:cubicBezTo>
                      <a:pt x="4" y="1"/>
                      <a:pt x="9" y="2"/>
                      <a:pt x="12" y="4"/>
                    </a:cubicBezTo>
                    <a:cubicBezTo>
                      <a:pt x="7" y="4"/>
                      <a:pt x="3" y="3"/>
                      <a:pt x="0" y="1"/>
                    </a:cubicBezTo>
                    <a:cubicBezTo>
                      <a:pt x="0" y="0"/>
                      <a:pt x="0" y="0"/>
                      <a:pt x="0"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12" name="Google Shape;412;p11"/>
              <p:cNvSpPr/>
              <p:nvPr/>
            </p:nvSpPr>
            <p:spPr>
              <a:xfrm>
                <a:off x="2482" y="809"/>
                <a:ext cx="17" cy="7"/>
              </a:xfrm>
              <a:custGeom>
                <a:rect b="b" l="l" r="r" t="t"/>
                <a:pathLst>
                  <a:path extrusionOk="0" h="3" w="7">
                    <a:moveTo>
                      <a:pt x="7" y="1"/>
                    </a:moveTo>
                    <a:cubicBezTo>
                      <a:pt x="4" y="0"/>
                      <a:pt x="1" y="3"/>
                      <a:pt x="0" y="0"/>
                    </a:cubicBezTo>
                    <a:cubicBezTo>
                      <a:pt x="2" y="0"/>
                      <a:pt x="4" y="0"/>
                      <a:pt x="6" y="0"/>
                    </a:cubicBezTo>
                    <a:cubicBezTo>
                      <a:pt x="6" y="0"/>
                      <a:pt x="7" y="0"/>
                      <a:pt x="7" y="1"/>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13" name="Google Shape;413;p11"/>
              <p:cNvSpPr/>
              <p:nvPr/>
            </p:nvSpPr>
            <p:spPr>
              <a:xfrm>
                <a:off x="1600" y="811"/>
                <a:ext cx="14" cy="12"/>
              </a:xfrm>
              <a:custGeom>
                <a:rect b="b" l="l" r="r" t="t"/>
                <a:pathLst>
                  <a:path extrusionOk="0" h="5" w="6">
                    <a:moveTo>
                      <a:pt x="0" y="1"/>
                    </a:moveTo>
                    <a:cubicBezTo>
                      <a:pt x="0" y="0"/>
                      <a:pt x="3" y="0"/>
                      <a:pt x="4" y="0"/>
                    </a:cubicBezTo>
                    <a:cubicBezTo>
                      <a:pt x="6" y="3"/>
                      <a:pt x="1" y="0"/>
                      <a:pt x="3" y="3"/>
                    </a:cubicBezTo>
                    <a:cubicBezTo>
                      <a:pt x="2" y="4"/>
                      <a:pt x="2" y="5"/>
                      <a:pt x="1" y="4"/>
                    </a:cubicBezTo>
                    <a:cubicBezTo>
                      <a:pt x="1" y="3"/>
                      <a:pt x="2" y="3"/>
                      <a:pt x="2" y="1"/>
                    </a:cubicBezTo>
                    <a:cubicBezTo>
                      <a:pt x="1" y="1"/>
                      <a:pt x="0" y="1"/>
                      <a:pt x="0" y="1"/>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14" name="Google Shape;414;p11"/>
              <p:cNvSpPr/>
              <p:nvPr/>
            </p:nvSpPr>
            <p:spPr>
              <a:xfrm>
                <a:off x="4236" y="811"/>
                <a:ext cx="19" cy="10"/>
              </a:xfrm>
              <a:custGeom>
                <a:rect b="b" l="l" r="r" t="t"/>
                <a:pathLst>
                  <a:path extrusionOk="0" h="4" w="8">
                    <a:moveTo>
                      <a:pt x="1" y="3"/>
                    </a:moveTo>
                    <a:cubicBezTo>
                      <a:pt x="0" y="0"/>
                      <a:pt x="8" y="1"/>
                      <a:pt x="8" y="2"/>
                    </a:cubicBezTo>
                    <a:cubicBezTo>
                      <a:pt x="8" y="3"/>
                      <a:pt x="8" y="4"/>
                      <a:pt x="8" y="4"/>
                    </a:cubicBezTo>
                    <a:cubicBezTo>
                      <a:pt x="7" y="3"/>
                      <a:pt x="4" y="3"/>
                      <a:pt x="1" y="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15" name="Google Shape;415;p11"/>
              <p:cNvSpPr/>
              <p:nvPr/>
            </p:nvSpPr>
            <p:spPr>
              <a:xfrm>
                <a:off x="1827" y="828"/>
                <a:ext cx="19" cy="7"/>
              </a:xfrm>
              <a:custGeom>
                <a:rect b="b" l="l" r="r" t="t"/>
                <a:pathLst>
                  <a:path extrusionOk="0" h="3" w="8">
                    <a:moveTo>
                      <a:pt x="1" y="0"/>
                    </a:moveTo>
                    <a:cubicBezTo>
                      <a:pt x="3" y="1"/>
                      <a:pt x="5" y="2"/>
                      <a:pt x="8" y="1"/>
                    </a:cubicBezTo>
                    <a:cubicBezTo>
                      <a:pt x="8" y="3"/>
                      <a:pt x="7" y="3"/>
                      <a:pt x="5" y="2"/>
                    </a:cubicBezTo>
                    <a:cubicBezTo>
                      <a:pt x="4" y="2"/>
                      <a:pt x="2" y="2"/>
                      <a:pt x="0" y="2"/>
                    </a:cubicBezTo>
                    <a:cubicBezTo>
                      <a:pt x="0" y="1"/>
                      <a:pt x="1" y="1"/>
                      <a:pt x="1"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16" name="Google Shape;416;p11"/>
              <p:cNvSpPr/>
              <p:nvPr/>
            </p:nvSpPr>
            <p:spPr>
              <a:xfrm>
                <a:off x="2007" y="833"/>
                <a:ext cx="28" cy="14"/>
              </a:xfrm>
              <a:custGeom>
                <a:rect b="b" l="l" r="r" t="t"/>
                <a:pathLst>
                  <a:path extrusionOk="0" h="6" w="12">
                    <a:moveTo>
                      <a:pt x="12" y="3"/>
                    </a:moveTo>
                    <a:cubicBezTo>
                      <a:pt x="10" y="5"/>
                      <a:pt x="6" y="6"/>
                      <a:pt x="0" y="6"/>
                    </a:cubicBezTo>
                    <a:cubicBezTo>
                      <a:pt x="2" y="2"/>
                      <a:pt x="5" y="0"/>
                      <a:pt x="11" y="0"/>
                    </a:cubicBezTo>
                    <a:cubicBezTo>
                      <a:pt x="11" y="1"/>
                      <a:pt x="12" y="1"/>
                      <a:pt x="12" y="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17" name="Google Shape;417;p11"/>
              <p:cNvSpPr/>
              <p:nvPr/>
            </p:nvSpPr>
            <p:spPr>
              <a:xfrm>
                <a:off x="4399" y="875"/>
                <a:ext cx="31" cy="8"/>
              </a:xfrm>
              <a:custGeom>
                <a:rect b="b" l="l" r="r" t="t"/>
                <a:pathLst>
                  <a:path extrusionOk="0" h="3" w="13">
                    <a:moveTo>
                      <a:pt x="13" y="3"/>
                    </a:moveTo>
                    <a:cubicBezTo>
                      <a:pt x="8" y="3"/>
                      <a:pt x="3" y="3"/>
                      <a:pt x="0" y="0"/>
                    </a:cubicBezTo>
                    <a:cubicBezTo>
                      <a:pt x="5" y="0"/>
                      <a:pt x="7" y="2"/>
                      <a:pt x="12" y="1"/>
                    </a:cubicBezTo>
                    <a:cubicBezTo>
                      <a:pt x="12" y="2"/>
                      <a:pt x="13" y="2"/>
                      <a:pt x="13" y="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18" name="Google Shape;418;p11"/>
              <p:cNvSpPr/>
              <p:nvPr/>
            </p:nvSpPr>
            <p:spPr>
              <a:xfrm>
                <a:off x="4534" y="885"/>
                <a:ext cx="26" cy="14"/>
              </a:xfrm>
              <a:custGeom>
                <a:rect b="b" l="l" r="r" t="t"/>
                <a:pathLst>
                  <a:path extrusionOk="0" h="6" w="11">
                    <a:moveTo>
                      <a:pt x="11" y="4"/>
                    </a:moveTo>
                    <a:cubicBezTo>
                      <a:pt x="9" y="6"/>
                      <a:pt x="3" y="4"/>
                      <a:pt x="0" y="3"/>
                    </a:cubicBezTo>
                    <a:cubicBezTo>
                      <a:pt x="3" y="0"/>
                      <a:pt x="8" y="4"/>
                      <a:pt x="11" y="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19" name="Google Shape;419;p11"/>
              <p:cNvSpPr/>
              <p:nvPr/>
            </p:nvSpPr>
            <p:spPr>
              <a:xfrm>
                <a:off x="1929" y="909"/>
                <a:ext cx="16" cy="9"/>
              </a:xfrm>
              <a:custGeom>
                <a:rect b="b" l="l" r="r" t="t"/>
                <a:pathLst>
                  <a:path extrusionOk="0" h="4" w="7">
                    <a:moveTo>
                      <a:pt x="7" y="0"/>
                    </a:moveTo>
                    <a:cubicBezTo>
                      <a:pt x="5" y="2"/>
                      <a:pt x="4" y="4"/>
                      <a:pt x="1" y="4"/>
                    </a:cubicBezTo>
                    <a:cubicBezTo>
                      <a:pt x="0" y="0"/>
                      <a:pt x="3" y="0"/>
                      <a:pt x="7"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20" name="Google Shape;420;p11"/>
              <p:cNvSpPr/>
              <p:nvPr/>
            </p:nvSpPr>
            <p:spPr>
              <a:xfrm>
                <a:off x="2073" y="913"/>
                <a:ext cx="17" cy="15"/>
              </a:xfrm>
              <a:custGeom>
                <a:rect b="b" l="l" r="r" t="t"/>
                <a:pathLst>
                  <a:path extrusionOk="0" h="6" w="7">
                    <a:moveTo>
                      <a:pt x="0" y="1"/>
                    </a:moveTo>
                    <a:cubicBezTo>
                      <a:pt x="1" y="1"/>
                      <a:pt x="2" y="1"/>
                      <a:pt x="2" y="0"/>
                    </a:cubicBezTo>
                    <a:cubicBezTo>
                      <a:pt x="7" y="2"/>
                      <a:pt x="0" y="6"/>
                      <a:pt x="0" y="1"/>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21" name="Google Shape;421;p11"/>
              <p:cNvSpPr/>
              <p:nvPr/>
            </p:nvSpPr>
            <p:spPr>
              <a:xfrm>
                <a:off x="1048" y="930"/>
                <a:ext cx="19" cy="12"/>
              </a:xfrm>
              <a:custGeom>
                <a:rect b="b" l="l" r="r" t="t"/>
                <a:pathLst>
                  <a:path extrusionOk="0" h="5" w="8">
                    <a:moveTo>
                      <a:pt x="0" y="1"/>
                    </a:moveTo>
                    <a:cubicBezTo>
                      <a:pt x="3" y="2"/>
                      <a:pt x="8" y="0"/>
                      <a:pt x="7" y="3"/>
                    </a:cubicBezTo>
                    <a:cubicBezTo>
                      <a:pt x="5" y="3"/>
                      <a:pt x="0" y="5"/>
                      <a:pt x="0" y="1"/>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22" name="Google Shape;422;p11"/>
              <p:cNvSpPr/>
              <p:nvPr/>
            </p:nvSpPr>
            <p:spPr>
              <a:xfrm>
                <a:off x="2934" y="951"/>
                <a:ext cx="17" cy="15"/>
              </a:xfrm>
              <a:custGeom>
                <a:rect b="b" l="l" r="r" t="t"/>
                <a:pathLst>
                  <a:path extrusionOk="0" h="6" w="7">
                    <a:moveTo>
                      <a:pt x="6" y="0"/>
                    </a:moveTo>
                    <a:cubicBezTo>
                      <a:pt x="6" y="1"/>
                      <a:pt x="6" y="1"/>
                      <a:pt x="5" y="1"/>
                    </a:cubicBezTo>
                    <a:cubicBezTo>
                      <a:pt x="6" y="2"/>
                      <a:pt x="7" y="2"/>
                      <a:pt x="7" y="4"/>
                    </a:cubicBezTo>
                    <a:cubicBezTo>
                      <a:pt x="5" y="4"/>
                      <a:pt x="2" y="3"/>
                      <a:pt x="3" y="6"/>
                    </a:cubicBezTo>
                    <a:cubicBezTo>
                      <a:pt x="1" y="6"/>
                      <a:pt x="0" y="2"/>
                      <a:pt x="3" y="3"/>
                    </a:cubicBezTo>
                    <a:cubicBezTo>
                      <a:pt x="3" y="2"/>
                      <a:pt x="3" y="1"/>
                      <a:pt x="2" y="1"/>
                    </a:cubicBezTo>
                    <a:cubicBezTo>
                      <a:pt x="2" y="0"/>
                      <a:pt x="4" y="0"/>
                      <a:pt x="6"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23" name="Google Shape;423;p11"/>
              <p:cNvSpPr/>
              <p:nvPr/>
            </p:nvSpPr>
            <p:spPr>
              <a:xfrm>
                <a:off x="2641" y="958"/>
                <a:ext cx="12" cy="10"/>
              </a:xfrm>
              <a:custGeom>
                <a:rect b="b" l="l" r="r" t="t"/>
                <a:pathLst>
                  <a:path extrusionOk="0" h="4" w="5">
                    <a:moveTo>
                      <a:pt x="5" y="0"/>
                    </a:moveTo>
                    <a:cubicBezTo>
                      <a:pt x="5" y="3"/>
                      <a:pt x="3" y="3"/>
                      <a:pt x="0" y="4"/>
                    </a:cubicBezTo>
                    <a:cubicBezTo>
                      <a:pt x="0" y="1"/>
                      <a:pt x="3" y="1"/>
                      <a:pt x="5"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24" name="Google Shape;424;p11"/>
              <p:cNvSpPr/>
              <p:nvPr/>
            </p:nvSpPr>
            <p:spPr>
              <a:xfrm>
                <a:off x="985" y="1004"/>
                <a:ext cx="21" cy="7"/>
              </a:xfrm>
              <a:custGeom>
                <a:rect b="b" l="l" r="r" t="t"/>
                <a:pathLst>
                  <a:path extrusionOk="0" h="3" w="9">
                    <a:moveTo>
                      <a:pt x="9" y="0"/>
                    </a:moveTo>
                    <a:cubicBezTo>
                      <a:pt x="7" y="2"/>
                      <a:pt x="2" y="2"/>
                      <a:pt x="0" y="3"/>
                    </a:cubicBezTo>
                    <a:cubicBezTo>
                      <a:pt x="1" y="0"/>
                      <a:pt x="6" y="1"/>
                      <a:pt x="9"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25" name="Google Shape;425;p11"/>
              <p:cNvSpPr/>
              <p:nvPr/>
            </p:nvSpPr>
            <p:spPr>
              <a:xfrm>
                <a:off x="1993" y="1068"/>
                <a:ext cx="45" cy="9"/>
              </a:xfrm>
              <a:custGeom>
                <a:rect b="b" l="l" r="r" t="t"/>
                <a:pathLst>
                  <a:path extrusionOk="0" h="4" w="19">
                    <a:moveTo>
                      <a:pt x="10" y="3"/>
                    </a:moveTo>
                    <a:cubicBezTo>
                      <a:pt x="9" y="3"/>
                      <a:pt x="8" y="3"/>
                      <a:pt x="7" y="4"/>
                    </a:cubicBezTo>
                    <a:cubicBezTo>
                      <a:pt x="6" y="1"/>
                      <a:pt x="1" y="3"/>
                      <a:pt x="0" y="1"/>
                    </a:cubicBezTo>
                    <a:cubicBezTo>
                      <a:pt x="6" y="2"/>
                      <a:pt x="14" y="0"/>
                      <a:pt x="19" y="2"/>
                    </a:cubicBezTo>
                    <a:cubicBezTo>
                      <a:pt x="16" y="3"/>
                      <a:pt x="11" y="1"/>
                      <a:pt x="10" y="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26" name="Google Shape;426;p11"/>
              <p:cNvSpPr/>
              <p:nvPr/>
            </p:nvSpPr>
            <p:spPr>
              <a:xfrm>
                <a:off x="2009" y="1075"/>
                <a:ext cx="24" cy="12"/>
              </a:xfrm>
              <a:custGeom>
                <a:rect b="b" l="l" r="r" t="t"/>
                <a:pathLst>
                  <a:path extrusionOk="0" h="5" w="10">
                    <a:moveTo>
                      <a:pt x="3" y="0"/>
                    </a:moveTo>
                    <a:cubicBezTo>
                      <a:pt x="6" y="1"/>
                      <a:pt x="9" y="2"/>
                      <a:pt x="10" y="5"/>
                    </a:cubicBezTo>
                    <a:cubicBezTo>
                      <a:pt x="6" y="5"/>
                      <a:pt x="3" y="3"/>
                      <a:pt x="0" y="1"/>
                    </a:cubicBezTo>
                    <a:cubicBezTo>
                      <a:pt x="1" y="0"/>
                      <a:pt x="2" y="0"/>
                      <a:pt x="3"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27" name="Google Shape;427;p11"/>
              <p:cNvSpPr/>
              <p:nvPr/>
            </p:nvSpPr>
            <p:spPr>
              <a:xfrm>
                <a:off x="1780" y="1124"/>
                <a:ext cx="19" cy="10"/>
              </a:xfrm>
              <a:custGeom>
                <a:rect b="b" l="l" r="r" t="t"/>
                <a:pathLst>
                  <a:path extrusionOk="0" h="4" w="8">
                    <a:moveTo>
                      <a:pt x="8" y="2"/>
                    </a:moveTo>
                    <a:cubicBezTo>
                      <a:pt x="6" y="4"/>
                      <a:pt x="2" y="4"/>
                      <a:pt x="0" y="2"/>
                    </a:cubicBezTo>
                    <a:cubicBezTo>
                      <a:pt x="1" y="2"/>
                      <a:pt x="3" y="2"/>
                      <a:pt x="2" y="0"/>
                    </a:cubicBezTo>
                    <a:cubicBezTo>
                      <a:pt x="4" y="1"/>
                      <a:pt x="7" y="0"/>
                      <a:pt x="8" y="2"/>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28" name="Google Shape;428;p11"/>
              <p:cNvSpPr/>
              <p:nvPr/>
            </p:nvSpPr>
            <p:spPr>
              <a:xfrm>
                <a:off x="2797" y="1169"/>
                <a:ext cx="19" cy="24"/>
              </a:xfrm>
              <a:custGeom>
                <a:rect b="b" l="l" r="r" t="t"/>
                <a:pathLst>
                  <a:path extrusionOk="0" h="10" w="8">
                    <a:moveTo>
                      <a:pt x="4" y="10"/>
                    </a:moveTo>
                    <a:cubicBezTo>
                      <a:pt x="0" y="9"/>
                      <a:pt x="2" y="2"/>
                      <a:pt x="4" y="0"/>
                    </a:cubicBezTo>
                    <a:cubicBezTo>
                      <a:pt x="8" y="2"/>
                      <a:pt x="6" y="7"/>
                      <a:pt x="4" y="1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29" name="Google Shape;429;p11"/>
              <p:cNvSpPr/>
              <p:nvPr/>
            </p:nvSpPr>
            <p:spPr>
              <a:xfrm>
                <a:off x="2729" y="1210"/>
                <a:ext cx="11" cy="12"/>
              </a:xfrm>
              <a:custGeom>
                <a:rect b="b" l="l" r="r" t="t"/>
                <a:pathLst>
                  <a:path extrusionOk="0" h="5" w="5">
                    <a:moveTo>
                      <a:pt x="5" y="4"/>
                    </a:moveTo>
                    <a:cubicBezTo>
                      <a:pt x="2" y="5"/>
                      <a:pt x="1" y="4"/>
                      <a:pt x="0" y="3"/>
                    </a:cubicBezTo>
                    <a:cubicBezTo>
                      <a:pt x="1" y="1"/>
                      <a:pt x="5" y="0"/>
                      <a:pt x="5" y="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30" name="Google Shape;430;p11"/>
              <p:cNvSpPr/>
              <p:nvPr/>
            </p:nvSpPr>
            <p:spPr>
              <a:xfrm>
                <a:off x="4233" y="1293"/>
                <a:ext cx="45" cy="45"/>
              </a:xfrm>
              <a:custGeom>
                <a:rect b="b" l="l" r="r" t="t"/>
                <a:pathLst>
                  <a:path extrusionOk="0" h="19" w="19">
                    <a:moveTo>
                      <a:pt x="12" y="19"/>
                    </a:moveTo>
                    <a:cubicBezTo>
                      <a:pt x="8" y="19"/>
                      <a:pt x="8" y="15"/>
                      <a:pt x="8" y="11"/>
                    </a:cubicBezTo>
                    <a:cubicBezTo>
                      <a:pt x="5" y="9"/>
                      <a:pt x="1" y="9"/>
                      <a:pt x="0" y="5"/>
                    </a:cubicBezTo>
                    <a:cubicBezTo>
                      <a:pt x="2" y="5"/>
                      <a:pt x="3" y="5"/>
                      <a:pt x="3" y="3"/>
                    </a:cubicBezTo>
                    <a:cubicBezTo>
                      <a:pt x="14" y="0"/>
                      <a:pt x="19" y="14"/>
                      <a:pt x="12" y="19"/>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31" name="Google Shape;431;p11"/>
              <p:cNvSpPr/>
              <p:nvPr/>
            </p:nvSpPr>
            <p:spPr>
              <a:xfrm>
                <a:off x="3086" y="1357"/>
                <a:ext cx="12" cy="19"/>
              </a:xfrm>
              <a:custGeom>
                <a:rect b="b" l="l" r="r" t="t"/>
                <a:pathLst>
                  <a:path extrusionOk="0" h="8" w="5">
                    <a:moveTo>
                      <a:pt x="4" y="8"/>
                    </a:moveTo>
                    <a:cubicBezTo>
                      <a:pt x="2" y="6"/>
                      <a:pt x="1" y="3"/>
                      <a:pt x="0" y="0"/>
                    </a:cubicBezTo>
                    <a:cubicBezTo>
                      <a:pt x="3" y="1"/>
                      <a:pt x="4" y="5"/>
                      <a:pt x="5" y="8"/>
                    </a:cubicBezTo>
                    <a:cubicBezTo>
                      <a:pt x="5" y="8"/>
                      <a:pt x="5" y="8"/>
                      <a:pt x="4" y="8"/>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32" name="Google Shape;432;p11"/>
              <p:cNvSpPr/>
              <p:nvPr/>
            </p:nvSpPr>
            <p:spPr>
              <a:xfrm>
                <a:off x="1739" y="1397"/>
                <a:ext cx="22" cy="14"/>
              </a:xfrm>
              <a:custGeom>
                <a:rect b="b" l="l" r="r" t="t"/>
                <a:pathLst>
                  <a:path extrusionOk="0" h="6" w="9">
                    <a:moveTo>
                      <a:pt x="7" y="0"/>
                    </a:moveTo>
                    <a:cubicBezTo>
                      <a:pt x="4" y="0"/>
                      <a:pt x="1" y="6"/>
                      <a:pt x="0" y="1"/>
                    </a:cubicBezTo>
                    <a:cubicBezTo>
                      <a:pt x="4" y="0"/>
                      <a:pt x="9" y="0"/>
                      <a:pt x="7"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33" name="Google Shape;433;p11"/>
              <p:cNvSpPr/>
              <p:nvPr/>
            </p:nvSpPr>
            <p:spPr>
              <a:xfrm>
                <a:off x="1777" y="1492"/>
                <a:ext cx="74" cy="40"/>
              </a:xfrm>
              <a:custGeom>
                <a:rect b="b" l="l" r="r" t="t"/>
                <a:pathLst>
                  <a:path extrusionOk="0" h="17" w="31">
                    <a:moveTo>
                      <a:pt x="31" y="11"/>
                    </a:moveTo>
                    <a:cubicBezTo>
                      <a:pt x="25" y="12"/>
                      <a:pt x="17" y="10"/>
                      <a:pt x="16" y="15"/>
                    </a:cubicBezTo>
                    <a:cubicBezTo>
                      <a:pt x="13" y="9"/>
                      <a:pt x="0" y="17"/>
                      <a:pt x="0" y="9"/>
                    </a:cubicBezTo>
                    <a:cubicBezTo>
                      <a:pt x="3" y="10"/>
                      <a:pt x="6" y="11"/>
                      <a:pt x="10" y="10"/>
                    </a:cubicBezTo>
                    <a:cubicBezTo>
                      <a:pt x="6" y="10"/>
                      <a:pt x="11" y="5"/>
                      <a:pt x="5" y="3"/>
                    </a:cubicBezTo>
                    <a:cubicBezTo>
                      <a:pt x="14" y="0"/>
                      <a:pt x="30" y="3"/>
                      <a:pt x="31" y="11"/>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34" name="Google Shape;434;p11"/>
              <p:cNvSpPr/>
              <p:nvPr/>
            </p:nvSpPr>
            <p:spPr>
              <a:xfrm>
                <a:off x="1602" y="1509"/>
                <a:ext cx="10" cy="16"/>
              </a:xfrm>
              <a:custGeom>
                <a:rect b="b" l="l" r="r" t="t"/>
                <a:pathLst>
                  <a:path extrusionOk="0" h="7" w="4">
                    <a:moveTo>
                      <a:pt x="2" y="7"/>
                    </a:moveTo>
                    <a:cubicBezTo>
                      <a:pt x="0" y="3"/>
                      <a:pt x="4" y="0"/>
                      <a:pt x="3" y="5"/>
                    </a:cubicBezTo>
                    <a:cubicBezTo>
                      <a:pt x="4" y="7"/>
                      <a:pt x="3" y="7"/>
                      <a:pt x="2" y="7"/>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35" name="Google Shape;435;p11"/>
              <p:cNvSpPr/>
              <p:nvPr/>
            </p:nvSpPr>
            <p:spPr>
              <a:xfrm>
                <a:off x="1728" y="1516"/>
                <a:ext cx="26" cy="12"/>
              </a:xfrm>
              <a:custGeom>
                <a:rect b="b" l="l" r="r" t="t"/>
                <a:pathLst>
                  <a:path extrusionOk="0" h="5" w="11">
                    <a:moveTo>
                      <a:pt x="11" y="3"/>
                    </a:moveTo>
                    <a:cubicBezTo>
                      <a:pt x="7" y="5"/>
                      <a:pt x="1" y="5"/>
                      <a:pt x="0" y="0"/>
                    </a:cubicBezTo>
                    <a:cubicBezTo>
                      <a:pt x="5" y="0"/>
                      <a:pt x="8" y="2"/>
                      <a:pt x="11" y="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36" name="Google Shape;436;p11"/>
              <p:cNvSpPr/>
              <p:nvPr/>
            </p:nvSpPr>
            <p:spPr>
              <a:xfrm>
                <a:off x="4207" y="1606"/>
                <a:ext cx="15" cy="23"/>
              </a:xfrm>
              <a:custGeom>
                <a:rect b="b" l="l" r="r" t="t"/>
                <a:pathLst>
                  <a:path extrusionOk="0" h="10" w="6">
                    <a:moveTo>
                      <a:pt x="6" y="4"/>
                    </a:moveTo>
                    <a:cubicBezTo>
                      <a:pt x="5" y="7"/>
                      <a:pt x="3" y="8"/>
                      <a:pt x="3" y="10"/>
                    </a:cubicBezTo>
                    <a:cubicBezTo>
                      <a:pt x="1" y="9"/>
                      <a:pt x="2" y="4"/>
                      <a:pt x="0" y="3"/>
                    </a:cubicBezTo>
                    <a:cubicBezTo>
                      <a:pt x="2" y="0"/>
                      <a:pt x="4" y="5"/>
                      <a:pt x="6" y="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37" name="Google Shape;437;p11"/>
              <p:cNvSpPr/>
              <p:nvPr/>
            </p:nvSpPr>
            <p:spPr>
              <a:xfrm>
                <a:off x="4224" y="1625"/>
                <a:ext cx="14" cy="19"/>
              </a:xfrm>
              <a:custGeom>
                <a:rect b="b" l="l" r="r" t="t"/>
                <a:pathLst>
                  <a:path extrusionOk="0" h="8" w="6">
                    <a:moveTo>
                      <a:pt x="3" y="8"/>
                    </a:moveTo>
                    <a:cubicBezTo>
                      <a:pt x="0" y="6"/>
                      <a:pt x="4" y="3"/>
                      <a:pt x="3" y="0"/>
                    </a:cubicBezTo>
                    <a:cubicBezTo>
                      <a:pt x="6" y="2"/>
                      <a:pt x="4" y="6"/>
                      <a:pt x="3" y="8"/>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38" name="Google Shape;438;p11"/>
              <p:cNvSpPr/>
              <p:nvPr/>
            </p:nvSpPr>
            <p:spPr>
              <a:xfrm>
                <a:off x="4217" y="1625"/>
                <a:ext cx="14" cy="26"/>
              </a:xfrm>
              <a:custGeom>
                <a:rect b="b" l="l" r="r" t="t"/>
                <a:pathLst>
                  <a:path extrusionOk="0" h="11" w="6">
                    <a:moveTo>
                      <a:pt x="1" y="9"/>
                    </a:moveTo>
                    <a:cubicBezTo>
                      <a:pt x="0" y="5"/>
                      <a:pt x="2" y="3"/>
                      <a:pt x="3" y="0"/>
                    </a:cubicBezTo>
                    <a:cubicBezTo>
                      <a:pt x="6" y="2"/>
                      <a:pt x="4" y="8"/>
                      <a:pt x="4" y="11"/>
                    </a:cubicBezTo>
                    <a:cubicBezTo>
                      <a:pt x="3" y="10"/>
                      <a:pt x="2" y="9"/>
                      <a:pt x="1" y="9"/>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39" name="Google Shape;439;p11"/>
              <p:cNvSpPr/>
              <p:nvPr/>
            </p:nvSpPr>
            <p:spPr>
              <a:xfrm>
                <a:off x="3994" y="1779"/>
                <a:ext cx="10" cy="12"/>
              </a:xfrm>
              <a:custGeom>
                <a:rect b="b" l="l" r="r" t="t"/>
                <a:pathLst>
                  <a:path extrusionOk="0" h="5" w="4">
                    <a:moveTo>
                      <a:pt x="4" y="1"/>
                    </a:moveTo>
                    <a:cubicBezTo>
                      <a:pt x="3" y="2"/>
                      <a:pt x="3" y="5"/>
                      <a:pt x="0" y="4"/>
                    </a:cubicBezTo>
                    <a:cubicBezTo>
                      <a:pt x="0" y="2"/>
                      <a:pt x="2" y="1"/>
                      <a:pt x="2" y="0"/>
                    </a:cubicBezTo>
                    <a:cubicBezTo>
                      <a:pt x="3" y="0"/>
                      <a:pt x="3" y="1"/>
                      <a:pt x="4" y="1"/>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40" name="Google Shape;440;p11"/>
              <p:cNvSpPr/>
              <p:nvPr/>
            </p:nvSpPr>
            <p:spPr>
              <a:xfrm>
                <a:off x="4328" y="1776"/>
                <a:ext cx="239" cy="155"/>
              </a:xfrm>
              <a:custGeom>
                <a:rect b="b" l="l" r="r" t="t"/>
                <a:pathLst>
                  <a:path extrusionOk="0" h="65" w="101">
                    <a:moveTo>
                      <a:pt x="64" y="53"/>
                    </a:moveTo>
                    <a:cubicBezTo>
                      <a:pt x="62" y="59"/>
                      <a:pt x="47" y="58"/>
                      <a:pt x="48" y="50"/>
                    </a:cubicBezTo>
                    <a:cubicBezTo>
                      <a:pt x="40" y="48"/>
                      <a:pt x="41" y="51"/>
                      <a:pt x="34" y="51"/>
                    </a:cubicBezTo>
                    <a:cubicBezTo>
                      <a:pt x="35" y="49"/>
                      <a:pt x="36" y="45"/>
                      <a:pt x="40" y="46"/>
                    </a:cubicBezTo>
                    <a:cubicBezTo>
                      <a:pt x="44" y="30"/>
                      <a:pt x="23" y="30"/>
                      <a:pt x="15" y="23"/>
                    </a:cubicBezTo>
                    <a:cubicBezTo>
                      <a:pt x="13" y="23"/>
                      <a:pt x="13" y="26"/>
                      <a:pt x="10" y="26"/>
                    </a:cubicBezTo>
                    <a:cubicBezTo>
                      <a:pt x="10" y="23"/>
                      <a:pt x="10" y="20"/>
                      <a:pt x="8" y="19"/>
                    </a:cubicBezTo>
                    <a:cubicBezTo>
                      <a:pt x="9" y="15"/>
                      <a:pt x="14" y="17"/>
                      <a:pt x="16" y="15"/>
                    </a:cubicBezTo>
                    <a:cubicBezTo>
                      <a:pt x="9" y="14"/>
                      <a:pt x="4" y="11"/>
                      <a:pt x="0" y="8"/>
                    </a:cubicBezTo>
                    <a:cubicBezTo>
                      <a:pt x="1" y="7"/>
                      <a:pt x="11" y="0"/>
                      <a:pt x="17" y="6"/>
                    </a:cubicBezTo>
                    <a:cubicBezTo>
                      <a:pt x="16" y="11"/>
                      <a:pt x="19" y="12"/>
                      <a:pt x="18" y="16"/>
                    </a:cubicBezTo>
                    <a:cubicBezTo>
                      <a:pt x="21" y="15"/>
                      <a:pt x="20" y="19"/>
                      <a:pt x="23" y="21"/>
                    </a:cubicBezTo>
                    <a:cubicBezTo>
                      <a:pt x="28" y="18"/>
                      <a:pt x="31" y="13"/>
                      <a:pt x="36" y="10"/>
                    </a:cubicBezTo>
                    <a:cubicBezTo>
                      <a:pt x="50" y="16"/>
                      <a:pt x="66" y="21"/>
                      <a:pt x="78" y="28"/>
                    </a:cubicBezTo>
                    <a:cubicBezTo>
                      <a:pt x="78" y="30"/>
                      <a:pt x="78" y="31"/>
                      <a:pt x="78" y="32"/>
                    </a:cubicBezTo>
                    <a:cubicBezTo>
                      <a:pt x="82" y="35"/>
                      <a:pt x="85" y="37"/>
                      <a:pt x="89" y="39"/>
                    </a:cubicBezTo>
                    <a:cubicBezTo>
                      <a:pt x="89" y="43"/>
                      <a:pt x="84" y="41"/>
                      <a:pt x="84" y="44"/>
                    </a:cubicBezTo>
                    <a:cubicBezTo>
                      <a:pt x="88" y="51"/>
                      <a:pt x="98" y="59"/>
                      <a:pt x="101" y="64"/>
                    </a:cubicBezTo>
                    <a:cubicBezTo>
                      <a:pt x="96" y="65"/>
                      <a:pt x="87" y="61"/>
                      <a:pt x="82" y="58"/>
                    </a:cubicBezTo>
                    <a:cubicBezTo>
                      <a:pt x="83" y="50"/>
                      <a:pt x="76" y="50"/>
                      <a:pt x="72" y="47"/>
                    </a:cubicBezTo>
                    <a:cubicBezTo>
                      <a:pt x="68" y="45"/>
                      <a:pt x="64" y="52"/>
                      <a:pt x="58" y="51"/>
                    </a:cubicBezTo>
                    <a:cubicBezTo>
                      <a:pt x="62" y="51"/>
                      <a:pt x="62" y="53"/>
                      <a:pt x="64" y="5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41" name="Google Shape;441;p11"/>
              <p:cNvSpPr/>
              <p:nvPr/>
            </p:nvSpPr>
            <p:spPr>
              <a:xfrm>
                <a:off x="4224" y="1793"/>
                <a:ext cx="14" cy="12"/>
              </a:xfrm>
              <a:custGeom>
                <a:rect b="b" l="l" r="r" t="t"/>
                <a:pathLst>
                  <a:path extrusionOk="0" h="5" w="6">
                    <a:moveTo>
                      <a:pt x="3" y="0"/>
                    </a:moveTo>
                    <a:cubicBezTo>
                      <a:pt x="4" y="1"/>
                      <a:pt x="6" y="1"/>
                      <a:pt x="5" y="3"/>
                    </a:cubicBezTo>
                    <a:cubicBezTo>
                      <a:pt x="4" y="5"/>
                      <a:pt x="2" y="3"/>
                      <a:pt x="0" y="2"/>
                    </a:cubicBezTo>
                    <a:cubicBezTo>
                      <a:pt x="1" y="1"/>
                      <a:pt x="3" y="1"/>
                      <a:pt x="3"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42" name="Google Shape;442;p11"/>
              <p:cNvSpPr/>
              <p:nvPr/>
            </p:nvSpPr>
            <p:spPr>
              <a:xfrm>
                <a:off x="4269" y="1824"/>
                <a:ext cx="14" cy="12"/>
              </a:xfrm>
              <a:custGeom>
                <a:rect b="b" l="l" r="r" t="t"/>
                <a:pathLst>
                  <a:path extrusionOk="0" h="5" w="6">
                    <a:moveTo>
                      <a:pt x="0" y="0"/>
                    </a:moveTo>
                    <a:cubicBezTo>
                      <a:pt x="3" y="0"/>
                      <a:pt x="6" y="0"/>
                      <a:pt x="6" y="4"/>
                    </a:cubicBezTo>
                    <a:cubicBezTo>
                      <a:pt x="3" y="5"/>
                      <a:pt x="0" y="4"/>
                      <a:pt x="0"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grpSp>
        <p:sp>
          <p:nvSpPr>
            <p:cNvPr id="443" name="Google Shape;443;p11"/>
            <p:cNvSpPr/>
            <p:nvPr/>
          </p:nvSpPr>
          <p:spPr>
            <a:xfrm>
              <a:off x="4366" y="1855"/>
              <a:ext cx="9" cy="16"/>
            </a:xfrm>
            <a:custGeom>
              <a:rect b="b" l="l" r="r" t="t"/>
              <a:pathLst>
                <a:path extrusionOk="0" h="7" w="4">
                  <a:moveTo>
                    <a:pt x="4" y="1"/>
                  </a:moveTo>
                  <a:cubicBezTo>
                    <a:pt x="4" y="3"/>
                    <a:pt x="4" y="4"/>
                    <a:pt x="4" y="6"/>
                  </a:cubicBezTo>
                  <a:cubicBezTo>
                    <a:pt x="0" y="7"/>
                    <a:pt x="0" y="0"/>
                    <a:pt x="4" y="1"/>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44" name="Google Shape;444;p11"/>
            <p:cNvSpPr/>
            <p:nvPr/>
          </p:nvSpPr>
          <p:spPr>
            <a:xfrm>
              <a:off x="4139" y="1895"/>
              <a:ext cx="9" cy="10"/>
            </a:xfrm>
            <a:custGeom>
              <a:rect b="b" l="l" r="r" t="t"/>
              <a:pathLst>
                <a:path extrusionOk="0" h="4" w="4">
                  <a:moveTo>
                    <a:pt x="4" y="0"/>
                  </a:moveTo>
                  <a:cubicBezTo>
                    <a:pt x="4" y="3"/>
                    <a:pt x="2" y="4"/>
                    <a:pt x="0" y="4"/>
                  </a:cubicBezTo>
                  <a:cubicBezTo>
                    <a:pt x="0" y="1"/>
                    <a:pt x="1" y="0"/>
                    <a:pt x="4"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45" name="Google Shape;445;p11"/>
            <p:cNvSpPr/>
            <p:nvPr/>
          </p:nvSpPr>
          <p:spPr>
            <a:xfrm>
              <a:off x="4238" y="1893"/>
              <a:ext cx="14" cy="9"/>
            </a:xfrm>
            <a:custGeom>
              <a:rect b="b" l="l" r="r" t="t"/>
              <a:pathLst>
                <a:path extrusionOk="0" h="4" w="6">
                  <a:moveTo>
                    <a:pt x="0" y="2"/>
                  </a:moveTo>
                  <a:cubicBezTo>
                    <a:pt x="0" y="0"/>
                    <a:pt x="5" y="0"/>
                    <a:pt x="6" y="1"/>
                  </a:cubicBezTo>
                  <a:cubicBezTo>
                    <a:pt x="6" y="4"/>
                    <a:pt x="2" y="2"/>
                    <a:pt x="0" y="2"/>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46" name="Google Shape;446;p11"/>
            <p:cNvSpPr/>
            <p:nvPr/>
          </p:nvSpPr>
          <p:spPr>
            <a:xfrm>
              <a:off x="4650" y="1890"/>
              <a:ext cx="14" cy="17"/>
            </a:xfrm>
            <a:custGeom>
              <a:rect b="b" l="l" r="r" t="t"/>
              <a:pathLst>
                <a:path extrusionOk="0" h="7" w="6">
                  <a:moveTo>
                    <a:pt x="0" y="2"/>
                  </a:moveTo>
                  <a:cubicBezTo>
                    <a:pt x="0" y="0"/>
                    <a:pt x="2" y="1"/>
                    <a:pt x="4" y="1"/>
                  </a:cubicBezTo>
                  <a:cubicBezTo>
                    <a:pt x="4" y="3"/>
                    <a:pt x="4" y="4"/>
                    <a:pt x="6" y="4"/>
                  </a:cubicBezTo>
                  <a:cubicBezTo>
                    <a:pt x="4" y="7"/>
                    <a:pt x="1" y="2"/>
                    <a:pt x="0" y="2"/>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47" name="Google Shape;447;p11"/>
            <p:cNvSpPr/>
            <p:nvPr/>
          </p:nvSpPr>
          <p:spPr>
            <a:xfrm>
              <a:off x="4383" y="1971"/>
              <a:ext cx="9" cy="14"/>
            </a:xfrm>
            <a:custGeom>
              <a:rect b="b" l="l" r="r" t="t"/>
              <a:pathLst>
                <a:path extrusionOk="0" h="6" w="4">
                  <a:moveTo>
                    <a:pt x="4" y="1"/>
                  </a:moveTo>
                  <a:cubicBezTo>
                    <a:pt x="4" y="2"/>
                    <a:pt x="4" y="4"/>
                    <a:pt x="4" y="5"/>
                  </a:cubicBezTo>
                  <a:cubicBezTo>
                    <a:pt x="0" y="6"/>
                    <a:pt x="0" y="0"/>
                    <a:pt x="4" y="1"/>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48" name="Google Shape;448;p11"/>
            <p:cNvSpPr/>
            <p:nvPr/>
          </p:nvSpPr>
          <p:spPr>
            <a:xfrm>
              <a:off x="4756" y="1988"/>
              <a:ext cx="8" cy="14"/>
            </a:xfrm>
            <a:custGeom>
              <a:rect b="b" l="l" r="r" t="t"/>
              <a:pathLst>
                <a:path extrusionOk="0" h="6" w="3">
                  <a:moveTo>
                    <a:pt x="0" y="6"/>
                  </a:moveTo>
                  <a:cubicBezTo>
                    <a:pt x="0" y="4"/>
                    <a:pt x="0" y="2"/>
                    <a:pt x="0" y="0"/>
                  </a:cubicBezTo>
                  <a:cubicBezTo>
                    <a:pt x="1" y="1"/>
                    <a:pt x="1" y="2"/>
                    <a:pt x="3" y="2"/>
                  </a:cubicBezTo>
                  <a:cubicBezTo>
                    <a:pt x="3" y="4"/>
                    <a:pt x="3" y="6"/>
                    <a:pt x="0" y="6"/>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49" name="Google Shape;449;p11"/>
            <p:cNvSpPr/>
            <p:nvPr/>
          </p:nvSpPr>
          <p:spPr>
            <a:xfrm>
              <a:off x="4709" y="2066"/>
              <a:ext cx="28" cy="31"/>
            </a:xfrm>
            <a:custGeom>
              <a:rect b="b" l="l" r="r" t="t"/>
              <a:pathLst>
                <a:path extrusionOk="0" h="13" w="12">
                  <a:moveTo>
                    <a:pt x="12" y="13"/>
                  </a:moveTo>
                  <a:cubicBezTo>
                    <a:pt x="6" y="11"/>
                    <a:pt x="1" y="7"/>
                    <a:pt x="0" y="0"/>
                  </a:cubicBezTo>
                  <a:cubicBezTo>
                    <a:pt x="5" y="3"/>
                    <a:pt x="9" y="8"/>
                    <a:pt x="12" y="1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50" name="Google Shape;450;p11"/>
            <p:cNvSpPr/>
            <p:nvPr/>
          </p:nvSpPr>
          <p:spPr>
            <a:xfrm>
              <a:off x="4302" y="2282"/>
              <a:ext cx="17" cy="14"/>
            </a:xfrm>
            <a:custGeom>
              <a:rect b="b" l="l" r="r" t="t"/>
              <a:pathLst>
                <a:path extrusionOk="0" h="6" w="7">
                  <a:moveTo>
                    <a:pt x="1" y="4"/>
                  </a:moveTo>
                  <a:cubicBezTo>
                    <a:pt x="0" y="0"/>
                    <a:pt x="5" y="2"/>
                    <a:pt x="7" y="2"/>
                  </a:cubicBezTo>
                  <a:cubicBezTo>
                    <a:pt x="7" y="4"/>
                    <a:pt x="2" y="6"/>
                    <a:pt x="1" y="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51" name="Google Shape;451;p11"/>
            <p:cNvSpPr/>
            <p:nvPr/>
          </p:nvSpPr>
          <p:spPr>
            <a:xfrm>
              <a:off x="1962" y="2521"/>
              <a:ext cx="66" cy="43"/>
            </a:xfrm>
            <a:custGeom>
              <a:rect b="b" l="l" r="r" t="t"/>
              <a:pathLst>
                <a:path extrusionOk="0" h="18" w="28">
                  <a:moveTo>
                    <a:pt x="1" y="1"/>
                  </a:moveTo>
                  <a:cubicBezTo>
                    <a:pt x="2" y="0"/>
                    <a:pt x="5" y="0"/>
                    <a:pt x="8" y="0"/>
                  </a:cubicBezTo>
                  <a:cubicBezTo>
                    <a:pt x="11" y="8"/>
                    <a:pt x="22" y="9"/>
                    <a:pt x="28" y="13"/>
                  </a:cubicBezTo>
                  <a:cubicBezTo>
                    <a:pt x="24" y="14"/>
                    <a:pt x="21" y="16"/>
                    <a:pt x="18" y="15"/>
                  </a:cubicBezTo>
                  <a:cubicBezTo>
                    <a:pt x="16" y="15"/>
                    <a:pt x="17" y="17"/>
                    <a:pt x="19" y="17"/>
                  </a:cubicBezTo>
                  <a:cubicBezTo>
                    <a:pt x="16" y="18"/>
                    <a:pt x="8" y="16"/>
                    <a:pt x="7" y="13"/>
                  </a:cubicBezTo>
                  <a:cubicBezTo>
                    <a:pt x="7" y="17"/>
                    <a:pt x="5" y="12"/>
                    <a:pt x="3" y="14"/>
                  </a:cubicBezTo>
                  <a:cubicBezTo>
                    <a:pt x="0" y="14"/>
                    <a:pt x="5" y="11"/>
                    <a:pt x="1" y="12"/>
                  </a:cubicBezTo>
                  <a:cubicBezTo>
                    <a:pt x="3" y="10"/>
                    <a:pt x="1" y="10"/>
                    <a:pt x="0" y="8"/>
                  </a:cubicBezTo>
                  <a:cubicBezTo>
                    <a:pt x="1" y="8"/>
                    <a:pt x="1" y="7"/>
                    <a:pt x="1" y="6"/>
                  </a:cubicBezTo>
                  <a:cubicBezTo>
                    <a:pt x="4" y="6"/>
                    <a:pt x="2" y="10"/>
                    <a:pt x="4" y="10"/>
                  </a:cubicBezTo>
                  <a:cubicBezTo>
                    <a:pt x="7" y="11"/>
                    <a:pt x="3" y="6"/>
                    <a:pt x="6" y="6"/>
                  </a:cubicBezTo>
                  <a:cubicBezTo>
                    <a:pt x="5" y="4"/>
                    <a:pt x="0" y="6"/>
                    <a:pt x="1" y="1"/>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52" name="Google Shape;452;p11"/>
            <p:cNvSpPr/>
            <p:nvPr/>
          </p:nvSpPr>
          <p:spPr>
            <a:xfrm>
              <a:off x="1955" y="2521"/>
              <a:ext cx="23" cy="26"/>
            </a:xfrm>
            <a:custGeom>
              <a:rect b="b" l="l" r="r" t="t"/>
              <a:pathLst>
                <a:path extrusionOk="0" h="11" w="10">
                  <a:moveTo>
                    <a:pt x="1" y="7"/>
                  </a:moveTo>
                  <a:cubicBezTo>
                    <a:pt x="4" y="6"/>
                    <a:pt x="0" y="3"/>
                    <a:pt x="1" y="0"/>
                  </a:cubicBezTo>
                  <a:cubicBezTo>
                    <a:pt x="3" y="1"/>
                    <a:pt x="3" y="0"/>
                    <a:pt x="4" y="0"/>
                  </a:cubicBezTo>
                  <a:cubicBezTo>
                    <a:pt x="4" y="0"/>
                    <a:pt x="4" y="1"/>
                    <a:pt x="4" y="1"/>
                  </a:cubicBezTo>
                  <a:cubicBezTo>
                    <a:pt x="3" y="6"/>
                    <a:pt x="8" y="4"/>
                    <a:pt x="9" y="6"/>
                  </a:cubicBezTo>
                  <a:cubicBezTo>
                    <a:pt x="6" y="6"/>
                    <a:pt x="10" y="11"/>
                    <a:pt x="7" y="10"/>
                  </a:cubicBezTo>
                  <a:cubicBezTo>
                    <a:pt x="5" y="10"/>
                    <a:pt x="7" y="6"/>
                    <a:pt x="4" y="6"/>
                  </a:cubicBezTo>
                  <a:cubicBezTo>
                    <a:pt x="4" y="7"/>
                    <a:pt x="4" y="8"/>
                    <a:pt x="3" y="8"/>
                  </a:cubicBezTo>
                  <a:cubicBezTo>
                    <a:pt x="2" y="8"/>
                    <a:pt x="2" y="8"/>
                    <a:pt x="1" y="7"/>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53" name="Google Shape;453;p11"/>
            <p:cNvSpPr/>
            <p:nvPr/>
          </p:nvSpPr>
          <p:spPr>
            <a:xfrm>
              <a:off x="3535" y="710"/>
              <a:ext cx="43" cy="14"/>
            </a:xfrm>
            <a:custGeom>
              <a:rect b="b" l="l" r="r" t="t"/>
              <a:pathLst>
                <a:path extrusionOk="0" h="6" w="18">
                  <a:moveTo>
                    <a:pt x="18" y="3"/>
                  </a:moveTo>
                  <a:cubicBezTo>
                    <a:pt x="14" y="6"/>
                    <a:pt x="6" y="5"/>
                    <a:pt x="0" y="6"/>
                  </a:cubicBezTo>
                  <a:cubicBezTo>
                    <a:pt x="0" y="4"/>
                    <a:pt x="0" y="2"/>
                    <a:pt x="2" y="0"/>
                  </a:cubicBezTo>
                  <a:cubicBezTo>
                    <a:pt x="6" y="2"/>
                    <a:pt x="13" y="2"/>
                    <a:pt x="18" y="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54" name="Google Shape;454;p11"/>
            <p:cNvSpPr/>
            <p:nvPr/>
          </p:nvSpPr>
          <p:spPr>
            <a:xfrm>
              <a:off x="1936" y="736"/>
              <a:ext cx="132" cy="33"/>
            </a:xfrm>
            <a:custGeom>
              <a:rect b="b" l="l" r="r" t="t"/>
              <a:pathLst>
                <a:path extrusionOk="0" h="14" w="56">
                  <a:moveTo>
                    <a:pt x="25" y="3"/>
                  </a:moveTo>
                  <a:cubicBezTo>
                    <a:pt x="25" y="4"/>
                    <a:pt x="23" y="4"/>
                    <a:pt x="22" y="4"/>
                  </a:cubicBezTo>
                  <a:cubicBezTo>
                    <a:pt x="29" y="11"/>
                    <a:pt x="47" y="1"/>
                    <a:pt x="56" y="7"/>
                  </a:cubicBezTo>
                  <a:cubicBezTo>
                    <a:pt x="44" y="14"/>
                    <a:pt x="19" y="11"/>
                    <a:pt x="8" y="10"/>
                  </a:cubicBezTo>
                  <a:cubicBezTo>
                    <a:pt x="8" y="7"/>
                    <a:pt x="11" y="7"/>
                    <a:pt x="11" y="5"/>
                  </a:cubicBezTo>
                  <a:cubicBezTo>
                    <a:pt x="9" y="3"/>
                    <a:pt x="0" y="4"/>
                    <a:pt x="3" y="0"/>
                  </a:cubicBezTo>
                  <a:cubicBezTo>
                    <a:pt x="10" y="1"/>
                    <a:pt x="20" y="0"/>
                    <a:pt x="25" y="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55" name="Google Shape;455;p11"/>
            <p:cNvSpPr/>
            <p:nvPr/>
          </p:nvSpPr>
          <p:spPr>
            <a:xfrm>
              <a:off x="1744" y="733"/>
              <a:ext cx="111" cy="31"/>
            </a:xfrm>
            <a:custGeom>
              <a:rect b="b" l="l" r="r" t="t"/>
              <a:pathLst>
                <a:path extrusionOk="0" h="13" w="47">
                  <a:moveTo>
                    <a:pt x="15" y="3"/>
                  </a:moveTo>
                  <a:cubicBezTo>
                    <a:pt x="20" y="3"/>
                    <a:pt x="25" y="3"/>
                    <a:pt x="26" y="8"/>
                  </a:cubicBezTo>
                  <a:cubicBezTo>
                    <a:pt x="34" y="8"/>
                    <a:pt x="34" y="0"/>
                    <a:pt x="42" y="1"/>
                  </a:cubicBezTo>
                  <a:cubicBezTo>
                    <a:pt x="44" y="4"/>
                    <a:pt x="39" y="2"/>
                    <a:pt x="40" y="5"/>
                  </a:cubicBezTo>
                  <a:cubicBezTo>
                    <a:pt x="41" y="7"/>
                    <a:pt x="45" y="5"/>
                    <a:pt x="47" y="6"/>
                  </a:cubicBezTo>
                  <a:cubicBezTo>
                    <a:pt x="39" y="13"/>
                    <a:pt x="21" y="11"/>
                    <a:pt x="8" y="12"/>
                  </a:cubicBezTo>
                  <a:cubicBezTo>
                    <a:pt x="11" y="9"/>
                    <a:pt x="8" y="10"/>
                    <a:pt x="3" y="10"/>
                  </a:cubicBezTo>
                  <a:cubicBezTo>
                    <a:pt x="0" y="9"/>
                    <a:pt x="5" y="8"/>
                    <a:pt x="6" y="9"/>
                  </a:cubicBezTo>
                  <a:cubicBezTo>
                    <a:pt x="7" y="8"/>
                    <a:pt x="8" y="7"/>
                    <a:pt x="11" y="8"/>
                  </a:cubicBezTo>
                  <a:cubicBezTo>
                    <a:pt x="11" y="6"/>
                    <a:pt x="9" y="6"/>
                    <a:pt x="9" y="5"/>
                  </a:cubicBezTo>
                  <a:cubicBezTo>
                    <a:pt x="11" y="5"/>
                    <a:pt x="13" y="5"/>
                    <a:pt x="15" y="5"/>
                  </a:cubicBezTo>
                  <a:cubicBezTo>
                    <a:pt x="15" y="4"/>
                    <a:pt x="15" y="3"/>
                    <a:pt x="15" y="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56" name="Google Shape;456;p11"/>
            <p:cNvSpPr/>
            <p:nvPr/>
          </p:nvSpPr>
          <p:spPr>
            <a:xfrm>
              <a:off x="1888" y="738"/>
              <a:ext cx="41" cy="26"/>
            </a:xfrm>
            <a:custGeom>
              <a:rect b="b" l="l" r="r" t="t"/>
              <a:pathLst>
                <a:path extrusionOk="0" h="11" w="17">
                  <a:moveTo>
                    <a:pt x="5" y="0"/>
                  </a:moveTo>
                  <a:cubicBezTo>
                    <a:pt x="11" y="0"/>
                    <a:pt x="12" y="1"/>
                    <a:pt x="17" y="0"/>
                  </a:cubicBezTo>
                  <a:cubicBezTo>
                    <a:pt x="16" y="5"/>
                    <a:pt x="7" y="11"/>
                    <a:pt x="0" y="6"/>
                  </a:cubicBezTo>
                  <a:cubicBezTo>
                    <a:pt x="1" y="6"/>
                    <a:pt x="2" y="6"/>
                    <a:pt x="3" y="6"/>
                  </a:cubicBezTo>
                  <a:cubicBezTo>
                    <a:pt x="5" y="6"/>
                    <a:pt x="6" y="6"/>
                    <a:pt x="7" y="6"/>
                  </a:cubicBezTo>
                  <a:cubicBezTo>
                    <a:pt x="6" y="2"/>
                    <a:pt x="7" y="2"/>
                    <a:pt x="5"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57" name="Google Shape;457;p11"/>
            <p:cNvSpPr/>
            <p:nvPr/>
          </p:nvSpPr>
          <p:spPr>
            <a:xfrm>
              <a:off x="3957" y="747"/>
              <a:ext cx="59" cy="12"/>
            </a:xfrm>
            <a:custGeom>
              <a:rect b="b" l="l" r="r" t="t"/>
              <a:pathLst>
                <a:path extrusionOk="0" h="5" w="25">
                  <a:moveTo>
                    <a:pt x="0" y="3"/>
                  </a:moveTo>
                  <a:cubicBezTo>
                    <a:pt x="2" y="0"/>
                    <a:pt x="25" y="5"/>
                    <a:pt x="12" y="4"/>
                  </a:cubicBezTo>
                  <a:cubicBezTo>
                    <a:pt x="8" y="4"/>
                    <a:pt x="5" y="3"/>
                    <a:pt x="0" y="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58" name="Google Shape;458;p11"/>
            <p:cNvSpPr/>
            <p:nvPr/>
          </p:nvSpPr>
          <p:spPr>
            <a:xfrm>
              <a:off x="1836" y="766"/>
              <a:ext cx="57" cy="34"/>
            </a:xfrm>
            <a:custGeom>
              <a:rect b="b" l="l" r="r" t="t"/>
              <a:pathLst>
                <a:path extrusionOk="0" h="14" w="24">
                  <a:moveTo>
                    <a:pt x="24" y="0"/>
                  </a:moveTo>
                  <a:cubicBezTo>
                    <a:pt x="23" y="2"/>
                    <a:pt x="24" y="2"/>
                    <a:pt x="24" y="3"/>
                  </a:cubicBezTo>
                  <a:cubicBezTo>
                    <a:pt x="23" y="11"/>
                    <a:pt x="15" y="11"/>
                    <a:pt x="9" y="14"/>
                  </a:cubicBezTo>
                  <a:cubicBezTo>
                    <a:pt x="6" y="12"/>
                    <a:pt x="2" y="10"/>
                    <a:pt x="0" y="6"/>
                  </a:cubicBezTo>
                  <a:cubicBezTo>
                    <a:pt x="5" y="7"/>
                    <a:pt x="13" y="6"/>
                    <a:pt x="8" y="3"/>
                  </a:cubicBezTo>
                  <a:cubicBezTo>
                    <a:pt x="14" y="0"/>
                    <a:pt x="18" y="2"/>
                    <a:pt x="24"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59" name="Google Shape;459;p11"/>
            <p:cNvSpPr/>
            <p:nvPr/>
          </p:nvSpPr>
          <p:spPr>
            <a:xfrm>
              <a:off x="2033" y="766"/>
              <a:ext cx="33" cy="19"/>
            </a:xfrm>
            <a:custGeom>
              <a:rect b="b" l="l" r="r" t="t"/>
              <a:pathLst>
                <a:path extrusionOk="0" h="8" w="14">
                  <a:moveTo>
                    <a:pt x="14" y="4"/>
                  </a:moveTo>
                  <a:cubicBezTo>
                    <a:pt x="12" y="6"/>
                    <a:pt x="0" y="8"/>
                    <a:pt x="0" y="2"/>
                  </a:cubicBezTo>
                  <a:cubicBezTo>
                    <a:pt x="5" y="0"/>
                    <a:pt x="11" y="2"/>
                    <a:pt x="14" y="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60" name="Google Shape;460;p11"/>
            <p:cNvSpPr/>
            <p:nvPr/>
          </p:nvSpPr>
          <p:spPr>
            <a:xfrm>
              <a:off x="4314" y="795"/>
              <a:ext cx="31" cy="9"/>
            </a:xfrm>
            <a:custGeom>
              <a:rect b="b" l="l" r="r" t="t"/>
              <a:pathLst>
                <a:path extrusionOk="0" h="4" w="13">
                  <a:moveTo>
                    <a:pt x="13" y="2"/>
                  </a:moveTo>
                  <a:cubicBezTo>
                    <a:pt x="11" y="3"/>
                    <a:pt x="4" y="4"/>
                    <a:pt x="2" y="3"/>
                  </a:cubicBezTo>
                  <a:cubicBezTo>
                    <a:pt x="0" y="3"/>
                    <a:pt x="0" y="2"/>
                    <a:pt x="0" y="1"/>
                  </a:cubicBezTo>
                  <a:cubicBezTo>
                    <a:pt x="4" y="1"/>
                    <a:pt x="10" y="0"/>
                    <a:pt x="13" y="2"/>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61" name="Google Shape;461;p11"/>
            <p:cNvSpPr/>
            <p:nvPr/>
          </p:nvSpPr>
          <p:spPr>
            <a:xfrm>
              <a:off x="2232" y="809"/>
              <a:ext cx="23" cy="19"/>
            </a:xfrm>
            <a:custGeom>
              <a:rect b="b" l="l" r="r" t="t"/>
              <a:pathLst>
                <a:path extrusionOk="0" h="8" w="10">
                  <a:moveTo>
                    <a:pt x="10" y="4"/>
                  </a:moveTo>
                  <a:cubicBezTo>
                    <a:pt x="6" y="5"/>
                    <a:pt x="3" y="8"/>
                    <a:pt x="1" y="4"/>
                  </a:cubicBezTo>
                  <a:cubicBezTo>
                    <a:pt x="0" y="3"/>
                    <a:pt x="2" y="2"/>
                    <a:pt x="1" y="1"/>
                  </a:cubicBezTo>
                  <a:cubicBezTo>
                    <a:pt x="6" y="0"/>
                    <a:pt x="10" y="0"/>
                    <a:pt x="10" y="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62" name="Google Shape;462;p11"/>
            <p:cNvSpPr/>
            <p:nvPr/>
          </p:nvSpPr>
          <p:spPr>
            <a:xfrm>
              <a:off x="2497" y="857"/>
              <a:ext cx="99" cy="42"/>
            </a:xfrm>
            <a:custGeom>
              <a:rect b="b" l="l" r="r" t="t"/>
              <a:pathLst>
                <a:path extrusionOk="0" h="18" w="42">
                  <a:moveTo>
                    <a:pt x="2" y="2"/>
                  </a:moveTo>
                  <a:cubicBezTo>
                    <a:pt x="4" y="1"/>
                    <a:pt x="4" y="3"/>
                    <a:pt x="7" y="3"/>
                  </a:cubicBezTo>
                  <a:cubicBezTo>
                    <a:pt x="6" y="2"/>
                    <a:pt x="4" y="2"/>
                    <a:pt x="5" y="0"/>
                  </a:cubicBezTo>
                  <a:cubicBezTo>
                    <a:pt x="8" y="0"/>
                    <a:pt x="11" y="2"/>
                    <a:pt x="10" y="6"/>
                  </a:cubicBezTo>
                  <a:cubicBezTo>
                    <a:pt x="12" y="5"/>
                    <a:pt x="15" y="5"/>
                    <a:pt x="14" y="2"/>
                  </a:cubicBezTo>
                  <a:cubicBezTo>
                    <a:pt x="22" y="4"/>
                    <a:pt x="27" y="0"/>
                    <a:pt x="36" y="0"/>
                  </a:cubicBezTo>
                  <a:cubicBezTo>
                    <a:pt x="37" y="4"/>
                    <a:pt x="35" y="5"/>
                    <a:pt x="41" y="5"/>
                  </a:cubicBezTo>
                  <a:cubicBezTo>
                    <a:pt x="42" y="9"/>
                    <a:pt x="36" y="7"/>
                    <a:pt x="36" y="11"/>
                  </a:cubicBezTo>
                  <a:cubicBezTo>
                    <a:pt x="24" y="13"/>
                    <a:pt x="17" y="18"/>
                    <a:pt x="3" y="14"/>
                  </a:cubicBezTo>
                  <a:cubicBezTo>
                    <a:pt x="2" y="11"/>
                    <a:pt x="5" y="12"/>
                    <a:pt x="7" y="12"/>
                  </a:cubicBezTo>
                  <a:cubicBezTo>
                    <a:pt x="6" y="10"/>
                    <a:pt x="4" y="9"/>
                    <a:pt x="0" y="9"/>
                  </a:cubicBezTo>
                  <a:cubicBezTo>
                    <a:pt x="1" y="7"/>
                    <a:pt x="6" y="8"/>
                    <a:pt x="7" y="6"/>
                  </a:cubicBezTo>
                  <a:cubicBezTo>
                    <a:pt x="6" y="4"/>
                    <a:pt x="4" y="5"/>
                    <a:pt x="3" y="5"/>
                  </a:cubicBezTo>
                  <a:cubicBezTo>
                    <a:pt x="3" y="4"/>
                    <a:pt x="2" y="3"/>
                    <a:pt x="1" y="4"/>
                  </a:cubicBezTo>
                  <a:cubicBezTo>
                    <a:pt x="1" y="3"/>
                    <a:pt x="2" y="2"/>
                    <a:pt x="2" y="2"/>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63" name="Google Shape;463;p11"/>
            <p:cNvSpPr/>
            <p:nvPr/>
          </p:nvSpPr>
          <p:spPr>
            <a:xfrm>
              <a:off x="1879" y="864"/>
              <a:ext cx="71" cy="33"/>
            </a:xfrm>
            <a:custGeom>
              <a:rect b="b" l="l" r="r" t="t"/>
              <a:pathLst>
                <a:path extrusionOk="0" h="14" w="30">
                  <a:moveTo>
                    <a:pt x="16" y="0"/>
                  </a:moveTo>
                  <a:cubicBezTo>
                    <a:pt x="14" y="6"/>
                    <a:pt x="23" y="2"/>
                    <a:pt x="25" y="5"/>
                  </a:cubicBezTo>
                  <a:cubicBezTo>
                    <a:pt x="21" y="12"/>
                    <a:pt x="28" y="8"/>
                    <a:pt x="30" y="12"/>
                  </a:cubicBezTo>
                  <a:cubicBezTo>
                    <a:pt x="19" y="11"/>
                    <a:pt x="15" y="10"/>
                    <a:pt x="6" y="14"/>
                  </a:cubicBezTo>
                  <a:cubicBezTo>
                    <a:pt x="4" y="13"/>
                    <a:pt x="5" y="11"/>
                    <a:pt x="0" y="12"/>
                  </a:cubicBezTo>
                  <a:cubicBezTo>
                    <a:pt x="5" y="8"/>
                    <a:pt x="9" y="2"/>
                    <a:pt x="16"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64" name="Google Shape;464;p11"/>
            <p:cNvSpPr/>
            <p:nvPr/>
          </p:nvSpPr>
          <p:spPr>
            <a:xfrm>
              <a:off x="1898" y="897"/>
              <a:ext cx="26" cy="14"/>
            </a:xfrm>
            <a:custGeom>
              <a:rect b="b" l="l" r="r" t="t"/>
              <a:pathLst>
                <a:path extrusionOk="0" h="6" w="11">
                  <a:moveTo>
                    <a:pt x="11" y="2"/>
                  </a:moveTo>
                  <a:cubicBezTo>
                    <a:pt x="10" y="6"/>
                    <a:pt x="5" y="5"/>
                    <a:pt x="0" y="5"/>
                  </a:cubicBezTo>
                  <a:cubicBezTo>
                    <a:pt x="3" y="3"/>
                    <a:pt x="8" y="0"/>
                    <a:pt x="11" y="2"/>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65" name="Google Shape;465;p11"/>
            <p:cNvSpPr/>
            <p:nvPr/>
          </p:nvSpPr>
          <p:spPr>
            <a:xfrm>
              <a:off x="1127" y="958"/>
              <a:ext cx="33" cy="24"/>
            </a:xfrm>
            <a:custGeom>
              <a:rect b="b" l="l" r="r" t="t"/>
              <a:pathLst>
                <a:path extrusionOk="0" h="10" w="14">
                  <a:moveTo>
                    <a:pt x="14" y="6"/>
                  </a:moveTo>
                  <a:cubicBezTo>
                    <a:pt x="8" y="6"/>
                    <a:pt x="6" y="10"/>
                    <a:pt x="0" y="10"/>
                  </a:cubicBezTo>
                  <a:cubicBezTo>
                    <a:pt x="0" y="4"/>
                    <a:pt x="13" y="0"/>
                    <a:pt x="14" y="6"/>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66" name="Google Shape;466;p11"/>
            <p:cNvSpPr/>
            <p:nvPr/>
          </p:nvSpPr>
          <p:spPr>
            <a:xfrm>
              <a:off x="1008" y="989"/>
              <a:ext cx="36" cy="15"/>
            </a:xfrm>
            <a:custGeom>
              <a:rect b="b" l="l" r="r" t="t"/>
              <a:pathLst>
                <a:path extrusionOk="0" h="6" w="15">
                  <a:moveTo>
                    <a:pt x="15" y="0"/>
                  </a:moveTo>
                  <a:cubicBezTo>
                    <a:pt x="13" y="5"/>
                    <a:pt x="6" y="5"/>
                    <a:pt x="0" y="6"/>
                  </a:cubicBezTo>
                  <a:cubicBezTo>
                    <a:pt x="5" y="4"/>
                    <a:pt x="10" y="2"/>
                    <a:pt x="15"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67" name="Google Shape;467;p11"/>
            <p:cNvSpPr/>
            <p:nvPr/>
          </p:nvSpPr>
          <p:spPr>
            <a:xfrm>
              <a:off x="2598" y="999"/>
              <a:ext cx="57" cy="52"/>
            </a:xfrm>
            <a:custGeom>
              <a:rect b="b" l="l" r="r" t="t"/>
              <a:pathLst>
                <a:path extrusionOk="0" h="22" w="24">
                  <a:moveTo>
                    <a:pt x="10" y="6"/>
                  </a:moveTo>
                  <a:cubicBezTo>
                    <a:pt x="10" y="3"/>
                    <a:pt x="13" y="3"/>
                    <a:pt x="15" y="0"/>
                  </a:cubicBezTo>
                  <a:cubicBezTo>
                    <a:pt x="19" y="1"/>
                    <a:pt x="24" y="2"/>
                    <a:pt x="24" y="6"/>
                  </a:cubicBezTo>
                  <a:cubicBezTo>
                    <a:pt x="23" y="7"/>
                    <a:pt x="22" y="7"/>
                    <a:pt x="20" y="8"/>
                  </a:cubicBezTo>
                  <a:cubicBezTo>
                    <a:pt x="23" y="21"/>
                    <a:pt x="8" y="22"/>
                    <a:pt x="0" y="20"/>
                  </a:cubicBezTo>
                  <a:cubicBezTo>
                    <a:pt x="2" y="17"/>
                    <a:pt x="4" y="15"/>
                    <a:pt x="6" y="13"/>
                  </a:cubicBezTo>
                  <a:cubicBezTo>
                    <a:pt x="6" y="11"/>
                    <a:pt x="3" y="12"/>
                    <a:pt x="2" y="12"/>
                  </a:cubicBezTo>
                  <a:cubicBezTo>
                    <a:pt x="2" y="11"/>
                    <a:pt x="2" y="11"/>
                    <a:pt x="2" y="11"/>
                  </a:cubicBezTo>
                  <a:cubicBezTo>
                    <a:pt x="2" y="11"/>
                    <a:pt x="3" y="11"/>
                    <a:pt x="3" y="11"/>
                  </a:cubicBezTo>
                  <a:cubicBezTo>
                    <a:pt x="4" y="10"/>
                    <a:pt x="3" y="7"/>
                    <a:pt x="5" y="7"/>
                  </a:cubicBezTo>
                  <a:cubicBezTo>
                    <a:pt x="6" y="6"/>
                    <a:pt x="10" y="8"/>
                    <a:pt x="10" y="6"/>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68" name="Google Shape;468;p11"/>
            <p:cNvSpPr/>
            <p:nvPr/>
          </p:nvSpPr>
          <p:spPr>
            <a:xfrm>
              <a:off x="2975" y="1276"/>
              <a:ext cx="33" cy="12"/>
            </a:xfrm>
            <a:custGeom>
              <a:rect b="b" l="l" r="r" t="t"/>
              <a:pathLst>
                <a:path extrusionOk="0" h="5" w="14">
                  <a:moveTo>
                    <a:pt x="14" y="1"/>
                  </a:moveTo>
                  <a:cubicBezTo>
                    <a:pt x="10" y="5"/>
                    <a:pt x="6" y="1"/>
                    <a:pt x="1" y="1"/>
                  </a:cubicBezTo>
                  <a:cubicBezTo>
                    <a:pt x="0" y="0"/>
                    <a:pt x="12" y="0"/>
                    <a:pt x="14" y="1"/>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69" name="Google Shape;469;p11"/>
            <p:cNvSpPr/>
            <p:nvPr/>
          </p:nvSpPr>
          <p:spPr>
            <a:xfrm>
              <a:off x="4264" y="1290"/>
              <a:ext cx="31" cy="27"/>
            </a:xfrm>
            <a:custGeom>
              <a:rect b="b" l="l" r="r" t="t"/>
              <a:pathLst>
                <a:path extrusionOk="0" h="11" w="13">
                  <a:moveTo>
                    <a:pt x="3" y="2"/>
                  </a:moveTo>
                  <a:cubicBezTo>
                    <a:pt x="6" y="5"/>
                    <a:pt x="7" y="0"/>
                    <a:pt x="10" y="1"/>
                  </a:cubicBezTo>
                  <a:cubicBezTo>
                    <a:pt x="10" y="1"/>
                    <a:pt x="10" y="2"/>
                    <a:pt x="10" y="2"/>
                  </a:cubicBezTo>
                  <a:cubicBezTo>
                    <a:pt x="13" y="2"/>
                    <a:pt x="13" y="5"/>
                    <a:pt x="11" y="6"/>
                  </a:cubicBezTo>
                  <a:cubicBezTo>
                    <a:pt x="11" y="8"/>
                    <a:pt x="6" y="5"/>
                    <a:pt x="7" y="10"/>
                  </a:cubicBezTo>
                  <a:cubicBezTo>
                    <a:pt x="3" y="11"/>
                    <a:pt x="4" y="6"/>
                    <a:pt x="1" y="7"/>
                  </a:cubicBezTo>
                  <a:cubicBezTo>
                    <a:pt x="0" y="4"/>
                    <a:pt x="3" y="5"/>
                    <a:pt x="3" y="2"/>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70" name="Google Shape;470;p11"/>
            <p:cNvSpPr/>
            <p:nvPr/>
          </p:nvSpPr>
          <p:spPr>
            <a:xfrm>
              <a:off x="4155" y="1421"/>
              <a:ext cx="29" cy="47"/>
            </a:xfrm>
            <a:custGeom>
              <a:rect b="b" l="l" r="r" t="t"/>
              <a:pathLst>
                <a:path extrusionOk="0" h="20" w="12">
                  <a:moveTo>
                    <a:pt x="9" y="0"/>
                  </a:moveTo>
                  <a:cubicBezTo>
                    <a:pt x="12" y="6"/>
                    <a:pt x="8" y="13"/>
                    <a:pt x="8" y="20"/>
                  </a:cubicBezTo>
                  <a:cubicBezTo>
                    <a:pt x="2" y="17"/>
                    <a:pt x="0" y="1"/>
                    <a:pt x="9"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71" name="Google Shape;471;p11"/>
            <p:cNvSpPr/>
            <p:nvPr/>
          </p:nvSpPr>
          <p:spPr>
            <a:xfrm>
              <a:off x="1654" y="1423"/>
              <a:ext cx="128" cy="78"/>
            </a:xfrm>
            <a:custGeom>
              <a:rect b="b" l="l" r="r" t="t"/>
              <a:pathLst>
                <a:path extrusionOk="0" h="33" w="54">
                  <a:moveTo>
                    <a:pt x="54" y="29"/>
                  </a:moveTo>
                  <a:cubicBezTo>
                    <a:pt x="51" y="33"/>
                    <a:pt x="42" y="31"/>
                    <a:pt x="35" y="31"/>
                  </a:cubicBezTo>
                  <a:cubicBezTo>
                    <a:pt x="36" y="29"/>
                    <a:pt x="38" y="29"/>
                    <a:pt x="39" y="28"/>
                  </a:cubicBezTo>
                  <a:cubicBezTo>
                    <a:pt x="35" y="27"/>
                    <a:pt x="31" y="26"/>
                    <a:pt x="31" y="21"/>
                  </a:cubicBezTo>
                  <a:cubicBezTo>
                    <a:pt x="25" y="20"/>
                    <a:pt x="15" y="19"/>
                    <a:pt x="16" y="14"/>
                  </a:cubicBezTo>
                  <a:cubicBezTo>
                    <a:pt x="9" y="14"/>
                    <a:pt x="7" y="20"/>
                    <a:pt x="0" y="20"/>
                  </a:cubicBezTo>
                  <a:cubicBezTo>
                    <a:pt x="15" y="0"/>
                    <a:pt x="41" y="21"/>
                    <a:pt x="54" y="29"/>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72" name="Google Shape;472;p11"/>
            <p:cNvSpPr/>
            <p:nvPr/>
          </p:nvSpPr>
          <p:spPr>
            <a:xfrm>
              <a:off x="1865" y="1511"/>
              <a:ext cx="21" cy="19"/>
            </a:xfrm>
            <a:custGeom>
              <a:rect b="b" l="l" r="r" t="t"/>
              <a:pathLst>
                <a:path extrusionOk="0" h="8" w="9">
                  <a:moveTo>
                    <a:pt x="0" y="4"/>
                  </a:moveTo>
                  <a:cubicBezTo>
                    <a:pt x="0" y="0"/>
                    <a:pt x="6" y="4"/>
                    <a:pt x="9" y="3"/>
                  </a:cubicBezTo>
                  <a:cubicBezTo>
                    <a:pt x="9" y="6"/>
                    <a:pt x="0" y="8"/>
                    <a:pt x="0" y="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73" name="Google Shape;473;p11"/>
            <p:cNvSpPr/>
            <p:nvPr/>
          </p:nvSpPr>
          <p:spPr>
            <a:xfrm>
              <a:off x="4174" y="1511"/>
              <a:ext cx="38" cy="95"/>
            </a:xfrm>
            <a:custGeom>
              <a:rect b="b" l="l" r="r" t="t"/>
              <a:pathLst>
                <a:path extrusionOk="0" h="40" w="16">
                  <a:moveTo>
                    <a:pt x="11" y="30"/>
                  </a:moveTo>
                  <a:cubicBezTo>
                    <a:pt x="8" y="33"/>
                    <a:pt x="12" y="36"/>
                    <a:pt x="11" y="40"/>
                  </a:cubicBezTo>
                  <a:cubicBezTo>
                    <a:pt x="7" y="37"/>
                    <a:pt x="4" y="32"/>
                    <a:pt x="7" y="26"/>
                  </a:cubicBezTo>
                  <a:cubicBezTo>
                    <a:pt x="3" y="27"/>
                    <a:pt x="1" y="21"/>
                    <a:pt x="0" y="16"/>
                  </a:cubicBezTo>
                  <a:cubicBezTo>
                    <a:pt x="1" y="16"/>
                    <a:pt x="2" y="17"/>
                    <a:pt x="3" y="17"/>
                  </a:cubicBezTo>
                  <a:cubicBezTo>
                    <a:pt x="2" y="13"/>
                    <a:pt x="2" y="4"/>
                    <a:pt x="3" y="1"/>
                  </a:cubicBezTo>
                  <a:cubicBezTo>
                    <a:pt x="7" y="0"/>
                    <a:pt x="7" y="4"/>
                    <a:pt x="11" y="3"/>
                  </a:cubicBezTo>
                  <a:cubicBezTo>
                    <a:pt x="12" y="10"/>
                    <a:pt x="16" y="16"/>
                    <a:pt x="9" y="19"/>
                  </a:cubicBezTo>
                  <a:cubicBezTo>
                    <a:pt x="10" y="22"/>
                    <a:pt x="12" y="25"/>
                    <a:pt x="12" y="28"/>
                  </a:cubicBezTo>
                  <a:cubicBezTo>
                    <a:pt x="12" y="29"/>
                    <a:pt x="11" y="29"/>
                    <a:pt x="11" y="3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74" name="Google Shape;474;p11"/>
            <p:cNvSpPr/>
            <p:nvPr/>
          </p:nvSpPr>
          <p:spPr>
            <a:xfrm>
              <a:off x="4236" y="1601"/>
              <a:ext cx="19" cy="19"/>
            </a:xfrm>
            <a:custGeom>
              <a:rect b="b" l="l" r="r" t="t"/>
              <a:pathLst>
                <a:path extrusionOk="0" h="8" w="8">
                  <a:moveTo>
                    <a:pt x="6" y="0"/>
                  </a:moveTo>
                  <a:cubicBezTo>
                    <a:pt x="6" y="3"/>
                    <a:pt x="8" y="4"/>
                    <a:pt x="8" y="8"/>
                  </a:cubicBezTo>
                  <a:cubicBezTo>
                    <a:pt x="3" y="8"/>
                    <a:pt x="2" y="3"/>
                    <a:pt x="0" y="0"/>
                  </a:cubicBezTo>
                  <a:cubicBezTo>
                    <a:pt x="2" y="0"/>
                    <a:pt x="4" y="0"/>
                    <a:pt x="6"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75" name="Google Shape;475;p11"/>
            <p:cNvSpPr/>
            <p:nvPr/>
          </p:nvSpPr>
          <p:spPr>
            <a:xfrm>
              <a:off x="3684" y="1641"/>
              <a:ext cx="31" cy="55"/>
            </a:xfrm>
            <a:custGeom>
              <a:rect b="b" l="l" r="r" t="t"/>
              <a:pathLst>
                <a:path extrusionOk="0" h="23" w="13">
                  <a:moveTo>
                    <a:pt x="12" y="19"/>
                  </a:moveTo>
                  <a:cubicBezTo>
                    <a:pt x="10" y="21"/>
                    <a:pt x="8" y="23"/>
                    <a:pt x="4" y="23"/>
                  </a:cubicBezTo>
                  <a:cubicBezTo>
                    <a:pt x="0" y="17"/>
                    <a:pt x="0" y="3"/>
                    <a:pt x="4" y="0"/>
                  </a:cubicBezTo>
                  <a:cubicBezTo>
                    <a:pt x="7" y="6"/>
                    <a:pt x="13" y="10"/>
                    <a:pt x="12" y="19"/>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76" name="Google Shape;476;p11"/>
            <p:cNvSpPr/>
            <p:nvPr/>
          </p:nvSpPr>
          <p:spPr>
            <a:xfrm>
              <a:off x="1543" y="1776"/>
              <a:ext cx="14" cy="22"/>
            </a:xfrm>
            <a:custGeom>
              <a:rect b="b" l="l" r="r" t="t"/>
              <a:pathLst>
                <a:path extrusionOk="0" h="9" w="6">
                  <a:moveTo>
                    <a:pt x="6" y="2"/>
                  </a:moveTo>
                  <a:cubicBezTo>
                    <a:pt x="3" y="3"/>
                    <a:pt x="6" y="9"/>
                    <a:pt x="2" y="8"/>
                  </a:cubicBezTo>
                  <a:cubicBezTo>
                    <a:pt x="2" y="5"/>
                    <a:pt x="0" y="4"/>
                    <a:pt x="1" y="1"/>
                  </a:cubicBezTo>
                  <a:cubicBezTo>
                    <a:pt x="4" y="0"/>
                    <a:pt x="3" y="3"/>
                    <a:pt x="6" y="2"/>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77" name="Google Shape;477;p11"/>
            <p:cNvSpPr/>
            <p:nvPr/>
          </p:nvSpPr>
          <p:spPr>
            <a:xfrm>
              <a:off x="4288" y="1812"/>
              <a:ext cx="42" cy="24"/>
            </a:xfrm>
            <a:custGeom>
              <a:rect b="b" l="l" r="r" t="t"/>
              <a:pathLst>
                <a:path extrusionOk="0" h="10" w="18">
                  <a:moveTo>
                    <a:pt x="18" y="10"/>
                  </a:moveTo>
                  <a:cubicBezTo>
                    <a:pt x="12" y="8"/>
                    <a:pt x="6" y="2"/>
                    <a:pt x="0" y="7"/>
                  </a:cubicBezTo>
                  <a:cubicBezTo>
                    <a:pt x="2" y="0"/>
                    <a:pt x="18" y="2"/>
                    <a:pt x="18" y="1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78" name="Google Shape;478;p11"/>
            <p:cNvSpPr/>
            <p:nvPr/>
          </p:nvSpPr>
          <p:spPr>
            <a:xfrm>
              <a:off x="4546" y="1838"/>
              <a:ext cx="52" cy="40"/>
            </a:xfrm>
            <a:custGeom>
              <a:rect b="b" l="l" r="r" t="t"/>
              <a:pathLst>
                <a:path extrusionOk="0" h="17" w="22">
                  <a:moveTo>
                    <a:pt x="22" y="0"/>
                  </a:moveTo>
                  <a:cubicBezTo>
                    <a:pt x="21" y="9"/>
                    <a:pt x="6" y="17"/>
                    <a:pt x="0" y="8"/>
                  </a:cubicBezTo>
                  <a:cubicBezTo>
                    <a:pt x="8" y="9"/>
                    <a:pt x="9" y="4"/>
                    <a:pt x="14" y="7"/>
                  </a:cubicBezTo>
                  <a:cubicBezTo>
                    <a:pt x="17" y="6"/>
                    <a:pt x="18" y="4"/>
                    <a:pt x="17" y="0"/>
                  </a:cubicBezTo>
                  <a:cubicBezTo>
                    <a:pt x="19" y="0"/>
                    <a:pt x="20" y="0"/>
                    <a:pt x="22"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79" name="Google Shape;479;p11"/>
            <p:cNvSpPr/>
            <p:nvPr/>
          </p:nvSpPr>
          <p:spPr>
            <a:xfrm>
              <a:off x="4006" y="1859"/>
              <a:ext cx="128" cy="53"/>
            </a:xfrm>
            <a:custGeom>
              <a:rect b="b" l="l" r="r" t="t"/>
              <a:pathLst>
                <a:path extrusionOk="0" h="22" w="54">
                  <a:moveTo>
                    <a:pt x="53" y="15"/>
                  </a:moveTo>
                  <a:cubicBezTo>
                    <a:pt x="53" y="15"/>
                    <a:pt x="54" y="15"/>
                    <a:pt x="54" y="15"/>
                  </a:cubicBezTo>
                  <a:cubicBezTo>
                    <a:pt x="53" y="22"/>
                    <a:pt x="49" y="14"/>
                    <a:pt x="47" y="18"/>
                  </a:cubicBezTo>
                  <a:cubicBezTo>
                    <a:pt x="32" y="14"/>
                    <a:pt x="13" y="14"/>
                    <a:pt x="0" y="7"/>
                  </a:cubicBezTo>
                  <a:cubicBezTo>
                    <a:pt x="2" y="6"/>
                    <a:pt x="3" y="4"/>
                    <a:pt x="4" y="1"/>
                  </a:cubicBezTo>
                  <a:cubicBezTo>
                    <a:pt x="8" y="4"/>
                    <a:pt x="16" y="0"/>
                    <a:pt x="18" y="7"/>
                  </a:cubicBezTo>
                  <a:cubicBezTo>
                    <a:pt x="23" y="6"/>
                    <a:pt x="27" y="10"/>
                    <a:pt x="29" y="5"/>
                  </a:cubicBezTo>
                  <a:cubicBezTo>
                    <a:pt x="34" y="6"/>
                    <a:pt x="38" y="9"/>
                    <a:pt x="45" y="8"/>
                  </a:cubicBezTo>
                  <a:cubicBezTo>
                    <a:pt x="45" y="9"/>
                    <a:pt x="42" y="10"/>
                    <a:pt x="40" y="10"/>
                  </a:cubicBezTo>
                  <a:cubicBezTo>
                    <a:pt x="39" y="13"/>
                    <a:pt x="42" y="13"/>
                    <a:pt x="44" y="13"/>
                  </a:cubicBezTo>
                  <a:cubicBezTo>
                    <a:pt x="48" y="12"/>
                    <a:pt x="47" y="14"/>
                    <a:pt x="48" y="15"/>
                  </a:cubicBezTo>
                  <a:cubicBezTo>
                    <a:pt x="50" y="15"/>
                    <a:pt x="51" y="15"/>
                    <a:pt x="53" y="15"/>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80" name="Google Shape;480;p11"/>
            <p:cNvSpPr/>
            <p:nvPr/>
          </p:nvSpPr>
          <p:spPr>
            <a:xfrm>
              <a:off x="4186" y="1883"/>
              <a:ext cx="40" cy="29"/>
            </a:xfrm>
            <a:custGeom>
              <a:rect b="b" l="l" r="r" t="t"/>
              <a:pathLst>
                <a:path extrusionOk="0" h="12" w="17">
                  <a:moveTo>
                    <a:pt x="15" y="5"/>
                  </a:moveTo>
                  <a:cubicBezTo>
                    <a:pt x="17" y="10"/>
                    <a:pt x="6" y="9"/>
                    <a:pt x="0" y="9"/>
                  </a:cubicBezTo>
                  <a:cubicBezTo>
                    <a:pt x="1" y="0"/>
                    <a:pt x="12" y="12"/>
                    <a:pt x="15" y="5"/>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81" name="Google Shape;481;p11"/>
            <p:cNvSpPr/>
            <p:nvPr/>
          </p:nvSpPr>
          <p:spPr>
            <a:xfrm>
              <a:off x="4229" y="1897"/>
              <a:ext cx="49" cy="29"/>
            </a:xfrm>
            <a:custGeom>
              <a:rect b="b" l="l" r="r" t="t"/>
              <a:pathLst>
                <a:path extrusionOk="0" h="12" w="21">
                  <a:moveTo>
                    <a:pt x="21" y="0"/>
                  </a:moveTo>
                  <a:cubicBezTo>
                    <a:pt x="14" y="4"/>
                    <a:pt x="9" y="9"/>
                    <a:pt x="0" y="12"/>
                  </a:cubicBezTo>
                  <a:cubicBezTo>
                    <a:pt x="3" y="4"/>
                    <a:pt x="11" y="1"/>
                    <a:pt x="21"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82" name="Google Shape;482;p11"/>
            <p:cNvSpPr/>
            <p:nvPr/>
          </p:nvSpPr>
          <p:spPr>
            <a:xfrm>
              <a:off x="4879" y="2025"/>
              <a:ext cx="17" cy="17"/>
            </a:xfrm>
            <a:custGeom>
              <a:rect b="b" l="l" r="r" t="t"/>
              <a:pathLst>
                <a:path extrusionOk="0" h="7" w="7">
                  <a:moveTo>
                    <a:pt x="7" y="0"/>
                  </a:moveTo>
                  <a:cubicBezTo>
                    <a:pt x="7" y="3"/>
                    <a:pt x="7" y="5"/>
                    <a:pt x="6" y="6"/>
                  </a:cubicBezTo>
                  <a:cubicBezTo>
                    <a:pt x="3" y="7"/>
                    <a:pt x="2" y="5"/>
                    <a:pt x="0" y="5"/>
                  </a:cubicBezTo>
                  <a:cubicBezTo>
                    <a:pt x="1" y="2"/>
                    <a:pt x="2" y="0"/>
                    <a:pt x="7"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83" name="Google Shape;483;p11"/>
            <p:cNvSpPr/>
            <p:nvPr/>
          </p:nvSpPr>
          <p:spPr>
            <a:xfrm>
              <a:off x="4354" y="2353"/>
              <a:ext cx="50" cy="49"/>
            </a:xfrm>
            <a:custGeom>
              <a:rect b="b" l="l" r="r" t="t"/>
              <a:pathLst>
                <a:path extrusionOk="0" h="21" w="21">
                  <a:moveTo>
                    <a:pt x="5" y="0"/>
                  </a:moveTo>
                  <a:cubicBezTo>
                    <a:pt x="9" y="5"/>
                    <a:pt x="15" y="4"/>
                    <a:pt x="21" y="1"/>
                  </a:cubicBezTo>
                  <a:cubicBezTo>
                    <a:pt x="21" y="9"/>
                    <a:pt x="13" y="10"/>
                    <a:pt x="12" y="17"/>
                  </a:cubicBezTo>
                  <a:cubicBezTo>
                    <a:pt x="7" y="12"/>
                    <a:pt x="7" y="21"/>
                    <a:pt x="0" y="19"/>
                  </a:cubicBezTo>
                  <a:cubicBezTo>
                    <a:pt x="1" y="14"/>
                    <a:pt x="1" y="5"/>
                    <a:pt x="5"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84" name="Google Shape;484;p11"/>
            <p:cNvSpPr/>
            <p:nvPr/>
          </p:nvSpPr>
          <p:spPr>
            <a:xfrm>
              <a:off x="4562" y="2353"/>
              <a:ext cx="138" cy="102"/>
            </a:xfrm>
            <a:custGeom>
              <a:rect b="b" l="l" r="r" t="t"/>
              <a:pathLst>
                <a:path extrusionOk="0" h="43" w="58">
                  <a:moveTo>
                    <a:pt x="53" y="0"/>
                  </a:moveTo>
                  <a:cubicBezTo>
                    <a:pt x="53" y="2"/>
                    <a:pt x="52" y="2"/>
                    <a:pt x="52" y="4"/>
                  </a:cubicBezTo>
                  <a:cubicBezTo>
                    <a:pt x="53" y="7"/>
                    <a:pt x="55" y="2"/>
                    <a:pt x="58" y="3"/>
                  </a:cubicBezTo>
                  <a:cubicBezTo>
                    <a:pt x="56" y="12"/>
                    <a:pt x="41" y="12"/>
                    <a:pt x="41" y="21"/>
                  </a:cubicBezTo>
                  <a:cubicBezTo>
                    <a:pt x="23" y="21"/>
                    <a:pt x="18" y="43"/>
                    <a:pt x="0" y="34"/>
                  </a:cubicBezTo>
                  <a:cubicBezTo>
                    <a:pt x="15" y="20"/>
                    <a:pt x="37" y="13"/>
                    <a:pt x="53"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85" name="Google Shape;485;p11"/>
            <p:cNvSpPr/>
            <p:nvPr/>
          </p:nvSpPr>
          <p:spPr>
            <a:xfrm>
              <a:off x="4070" y="2130"/>
              <a:ext cx="12" cy="23"/>
            </a:xfrm>
            <a:custGeom>
              <a:rect b="b" l="l" r="r" t="t"/>
              <a:pathLst>
                <a:path extrusionOk="0" h="10" w="5">
                  <a:moveTo>
                    <a:pt x="4" y="0"/>
                  </a:moveTo>
                  <a:cubicBezTo>
                    <a:pt x="4" y="4"/>
                    <a:pt x="5" y="9"/>
                    <a:pt x="2" y="5"/>
                  </a:cubicBezTo>
                  <a:cubicBezTo>
                    <a:pt x="2" y="7"/>
                    <a:pt x="3" y="10"/>
                    <a:pt x="1" y="10"/>
                  </a:cubicBezTo>
                  <a:cubicBezTo>
                    <a:pt x="1" y="9"/>
                    <a:pt x="1" y="8"/>
                    <a:pt x="0" y="7"/>
                  </a:cubicBezTo>
                  <a:cubicBezTo>
                    <a:pt x="2" y="5"/>
                    <a:pt x="3" y="3"/>
                    <a:pt x="4"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sp>
          <p:nvSpPr>
            <p:cNvPr id="486" name="Google Shape;486;p11"/>
            <p:cNvSpPr/>
            <p:nvPr/>
          </p:nvSpPr>
          <p:spPr>
            <a:xfrm>
              <a:off x="4222" y="1765"/>
              <a:ext cx="23" cy="2"/>
            </a:xfrm>
            <a:custGeom>
              <a:rect b="b" l="l" r="r" t="t"/>
              <a:pathLst>
                <a:path extrusionOk="0" h="1" w="10">
                  <a:moveTo>
                    <a:pt x="0" y="0"/>
                  </a:moveTo>
                  <a:cubicBezTo>
                    <a:pt x="3" y="0"/>
                    <a:pt x="7" y="0"/>
                    <a:pt x="10" y="0"/>
                  </a:cubicBezTo>
                  <a:cubicBezTo>
                    <a:pt x="9" y="1"/>
                    <a:pt x="1" y="1"/>
                    <a:pt x="0"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p:txBody>
        </p:sp>
      </p:grpSp>
      <p:grpSp>
        <p:nvGrpSpPr>
          <p:cNvPr id="487" name="Google Shape;487;p11"/>
          <p:cNvGrpSpPr/>
          <p:nvPr/>
        </p:nvGrpSpPr>
        <p:grpSpPr>
          <a:xfrm>
            <a:off x="1284915" y="1704274"/>
            <a:ext cx="304195" cy="994167"/>
            <a:chOff x="2536" y="0"/>
            <a:chExt cx="690" cy="3242"/>
          </a:xfrm>
        </p:grpSpPr>
        <p:sp>
          <p:nvSpPr>
            <p:cNvPr id="488" name="Google Shape;488;p11"/>
            <p:cNvSpPr/>
            <p:nvPr/>
          </p:nvSpPr>
          <p:spPr>
            <a:xfrm>
              <a:off x="2536" y="0"/>
              <a:ext cx="346" cy="3242"/>
            </a:xfrm>
            <a:custGeom>
              <a:rect b="b" l="l" r="r" t="t"/>
              <a:pathLst>
                <a:path extrusionOk="0" h="3242" w="346">
                  <a:moveTo>
                    <a:pt x="346" y="0"/>
                  </a:moveTo>
                  <a:lnTo>
                    <a:pt x="346" y="3242"/>
                  </a:lnTo>
                  <a:lnTo>
                    <a:pt x="0" y="2551"/>
                  </a:lnTo>
                  <a:lnTo>
                    <a:pt x="173" y="1275"/>
                  </a:lnTo>
                  <a:lnTo>
                    <a:pt x="346" y="0"/>
                  </a:lnTo>
                  <a:close/>
                </a:path>
              </a:pathLst>
            </a:custGeom>
            <a:solidFill>
              <a:srgbClr val="8CC07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9" name="Google Shape;489;p11"/>
            <p:cNvSpPr/>
            <p:nvPr/>
          </p:nvSpPr>
          <p:spPr>
            <a:xfrm>
              <a:off x="2882" y="0"/>
              <a:ext cx="344" cy="3242"/>
            </a:xfrm>
            <a:custGeom>
              <a:rect b="b" l="l" r="r" t="t"/>
              <a:pathLst>
                <a:path extrusionOk="0" h="3242" w="344">
                  <a:moveTo>
                    <a:pt x="344" y="2551"/>
                  </a:moveTo>
                  <a:lnTo>
                    <a:pt x="0" y="3242"/>
                  </a:lnTo>
                  <a:lnTo>
                    <a:pt x="0" y="0"/>
                  </a:lnTo>
                  <a:lnTo>
                    <a:pt x="171" y="1275"/>
                  </a:lnTo>
                  <a:lnTo>
                    <a:pt x="344" y="2551"/>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90" name="Google Shape;490;p11"/>
          <p:cNvGrpSpPr/>
          <p:nvPr/>
        </p:nvGrpSpPr>
        <p:grpSpPr>
          <a:xfrm>
            <a:off x="4612699" y="1424733"/>
            <a:ext cx="435272" cy="1422548"/>
            <a:chOff x="2536" y="0"/>
            <a:chExt cx="690" cy="3242"/>
          </a:xfrm>
        </p:grpSpPr>
        <p:sp>
          <p:nvSpPr>
            <p:cNvPr id="491" name="Google Shape;491;p11"/>
            <p:cNvSpPr/>
            <p:nvPr/>
          </p:nvSpPr>
          <p:spPr>
            <a:xfrm>
              <a:off x="2536" y="0"/>
              <a:ext cx="346" cy="3242"/>
            </a:xfrm>
            <a:custGeom>
              <a:rect b="b" l="l" r="r" t="t"/>
              <a:pathLst>
                <a:path extrusionOk="0" h="3242" w="346">
                  <a:moveTo>
                    <a:pt x="346" y="0"/>
                  </a:moveTo>
                  <a:lnTo>
                    <a:pt x="346" y="3242"/>
                  </a:lnTo>
                  <a:lnTo>
                    <a:pt x="0" y="2551"/>
                  </a:lnTo>
                  <a:lnTo>
                    <a:pt x="173" y="1275"/>
                  </a:lnTo>
                  <a:lnTo>
                    <a:pt x="346" y="0"/>
                  </a:lnTo>
                  <a:close/>
                </a:path>
              </a:pathLst>
            </a:custGeom>
            <a:solidFill>
              <a:srgbClr val="5686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2" name="Google Shape;492;p11"/>
            <p:cNvSpPr/>
            <p:nvPr/>
          </p:nvSpPr>
          <p:spPr>
            <a:xfrm>
              <a:off x="2882" y="0"/>
              <a:ext cx="344" cy="3242"/>
            </a:xfrm>
            <a:custGeom>
              <a:rect b="b" l="l" r="r" t="t"/>
              <a:pathLst>
                <a:path extrusionOk="0" h="3242" w="344">
                  <a:moveTo>
                    <a:pt x="344" y="2551"/>
                  </a:moveTo>
                  <a:lnTo>
                    <a:pt x="0" y="3242"/>
                  </a:lnTo>
                  <a:lnTo>
                    <a:pt x="0" y="0"/>
                  </a:lnTo>
                  <a:lnTo>
                    <a:pt x="171" y="1275"/>
                  </a:lnTo>
                  <a:lnTo>
                    <a:pt x="344" y="2551"/>
                  </a:lnTo>
                  <a:close/>
                </a:path>
              </a:pathLst>
            </a:custGeom>
            <a:solidFill>
              <a:srgbClr val="3F62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93" name="Google Shape;493;p11"/>
          <p:cNvGrpSpPr/>
          <p:nvPr/>
        </p:nvGrpSpPr>
        <p:grpSpPr>
          <a:xfrm>
            <a:off x="3544070" y="2900768"/>
            <a:ext cx="205244" cy="670772"/>
            <a:chOff x="2536" y="0"/>
            <a:chExt cx="690" cy="3242"/>
          </a:xfrm>
        </p:grpSpPr>
        <p:sp>
          <p:nvSpPr>
            <p:cNvPr id="494" name="Google Shape;494;p11"/>
            <p:cNvSpPr/>
            <p:nvPr/>
          </p:nvSpPr>
          <p:spPr>
            <a:xfrm>
              <a:off x="2536" y="0"/>
              <a:ext cx="346" cy="3242"/>
            </a:xfrm>
            <a:custGeom>
              <a:rect b="b" l="l" r="r" t="t"/>
              <a:pathLst>
                <a:path extrusionOk="0" h="3242" w="346">
                  <a:moveTo>
                    <a:pt x="346" y="0"/>
                  </a:moveTo>
                  <a:lnTo>
                    <a:pt x="346" y="3242"/>
                  </a:lnTo>
                  <a:lnTo>
                    <a:pt x="0" y="2551"/>
                  </a:lnTo>
                  <a:lnTo>
                    <a:pt x="173" y="1275"/>
                  </a:lnTo>
                  <a:lnTo>
                    <a:pt x="346" y="0"/>
                  </a:lnTo>
                  <a:close/>
                </a:path>
              </a:pathLst>
            </a:custGeom>
            <a:solidFill>
              <a:srgbClr val="8ABFC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5" name="Google Shape;495;p11"/>
            <p:cNvSpPr/>
            <p:nvPr/>
          </p:nvSpPr>
          <p:spPr>
            <a:xfrm>
              <a:off x="2882" y="0"/>
              <a:ext cx="344" cy="3242"/>
            </a:xfrm>
            <a:custGeom>
              <a:rect b="b" l="l" r="r" t="t"/>
              <a:pathLst>
                <a:path extrusionOk="0" h="3242" w="344">
                  <a:moveTo>
                    <a:pt x="344" y="2551"/>
                  </a:moveTo>
                  <a:lnTo>
                    <a:pt x="0" y="3242"/>
                  </a:lnTo>
                  <a:lnTo>
                    <a:pt x="0" y="0"/>
                  </a:lnTo>
                  <a:lnTo>
                    <a:pt x="171" y="1275"/>
                  </a:lnTo>
                  <a:lnTo>
                    <a:pt x="344" y="2551"/>
                  </a:lnTo>
                  <a:close/>
                </a:path>
              </a:pathLst>
            </a:cu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96" name="Google Shape;496;p11"/>
          <p:cNvGrpSpPr/>
          <p:nvPr/>
        </p:nvGrpSpPr>
        <p:grpSpPr>
          <a:xfrm>
            <a:off x="6729743" y="2639375"/>
            <a:ext cx="199584" cy="544558"/>
            <a:chOff x="683568" y="2892859"/>
            <a:chExt cx="432000" cy="1178696"/>
          </a:xfrm>
        </p:grpSpPr>
        <p:sp>
          <p:nvSpPr>
            <p:cNvPr id="497" name="Google Shape;497;p11"/>
            <p:cNvSpPr/>
            <p:nvPr/>
          </p:nvSpPr>
          <p:spPr>
            <a:xfrm>
              <a:off x="683568" y="4005855"/>
              <a:ext cx="432000" cy="657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8" name="Google Shape;498;p11"/>
            <p:cNvSpPr/>
            <p:nvPr/>
          </p:nvSpPr>
          <p:spPr>
            <a:xfrm>
              <a:off x="683568" y="3882187"/>
              <a:ext cx="432000" cy="657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9" name="Google Shape;499;p11"/>
            <p:cNvSpPr/>
            <p:nvPr/>
          </p:nvSpPr>
          <p:spPr>
            <a:xfrm>
              <a:off x="683568" y="3758521"/>
              <a:ext cx="432000" cy="657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0" name="Google Shape;500;p11"/>
            <p:cNvSpPr/>
            <p:nvPr/>
          </p:nvSpPr>
          <p:spPr>
            <a:xfrm>
              <a:off x="683568" y="3634855"/>
              <a:ext cx="432000" cy="657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1" name="Google Shape;501;p11"/>
            <p:cNvSpPr/>
            <p:nvPr/>
          </p:nvSpPr>
          <p:spPr>
            <a:xfrm>
              <a:off x="683568" y="3511189"/>
              <a:ext cx="432000" cy="657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2" name="Google Shape;502;p11"/>
            <p:cNvSpPr/>
            <p:nvPr/>
          </p:nvSpPr>
          <p:spPr>
            <a:xfrm>
              <a:off x="683568" y="3387523"/>
              <a:ext cx="432000" cy="657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3" name="Google Shape;503;p11"/>
            <p:cNvSpPr/>
            <p:nvPr/>
          </p:nvSpPr>
          <p:spPr>
            <a:xfrm>
              <a:off x="683568" y="3263857"/>
              <a:ext cx="432000" cy="657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4" name="Google Shape;504;p11"/>
            <p:cNvSpPr/>
            <p:nvPr/>
          </p:nvSpPr>
          <p:spPr>
            <a:xfrm>
              <a:off x="683568" y="3140191"/>
              <a:ext cx="432000" cy="65700"/>
            </a:xfrm>
            <a:prstGeom prst="roundRect">
              <a:avLst>
                <a:gd fmla="val 16667"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5" name="Google Shape;505;p11"/>
            <p:cNvSpPr/>
            <p:nvPr/>
          </p:nvSpPr>
          <p:spPr>
            <a:xfrm>
              <a:off x="683568" y="3016525"/>
              <a:ext cx="432000" cy="65700"/>
            </a:xfrm>
            <a:prstGeom prst="roundRect">
              <a:avLst>
                <a:gd fmla="val 16667"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6" name="Google Shape;506;p11"/>
            <p:cNvSpPr/>
            <p:nvPr/>
          </p:nvSpPr>
          <p:spPr>
            <a:xfrm>
              <a:off x="683568" y="2892859"/>
              <a:ext cx="432000" cy="65700"/>
            </a:xfrm>
            <a:prstGeom prst="roundRect">
              <a:avLst>
                <a:gd fmla="val 16667"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507" name="Google Shape;507;p11"/>
          <p:cNvSpPr txBox="1"/>
          <p:nvPr>
            <p:ph idx="2" type="body"/>
          </p:nvPr>
        </p:nvSpPr>
        <p:spPr>
          <a:xfrm>
            <a:off x="6825687" y="2788453"/>
            <a:ext cx="942000" cy="546300"/>
          </a:xfrm>
          <a:prstGeom prst="rect">
            <a:avLst/>
          </a:prstGeom>
          <a:noFill/>
          <a:ln>
            <a:noFill/>
          </a:ln>
        </p:spPr>
        <p:txBody>
          <a:bodyPr anchorCtr="0" anchor="ctr" bIns="45700" lIns="91425" spcFirstLastPara="1" rIns="91425" wrap="square" tIns="45700">
            <a:noAutofit/>
          </a:bodyPr>
          <a:lstStyle>
            <a:lvl1pPr indent="-228600" lvl="0" marL="457200" algn="ctr">
              <a:spcBef>
                <a:spcPts val="560"/>
              </a:spcBef>
              <a:spcAft>
                <a:spcPts val="0"/>
              </a:spcAft>
              <a:buClr>
                <a:srgbClr val="4C7836"/>
              </a:buClr>
              <a:buSzPts val="2800"/>
              <a:buNone/>
              <a:defRPr sz="2800">
                <a:solidFill>
                  <a:srgbClr val="4C7836"/>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08" name="Google Shape;508;p11"/>
          <p:cNvSpPr txBox="1"/>
          <p:nvPr>
            <p:ph idx="3" type="body"/>
          </p:nvPr>
        </p:nvSpPr>
        <p:spPr>
          <a:xfrm>
            <a:off x="6801830" y="3653156"/>
            <a:ext cx="942000" cy="546300"/>
          </a:xfrm>
          <a:prstGeom prst="rect">
            <a:avLst/>
          </a:prstGeom>
          <a:noFill/>
          <a:ln>
            <a:noFill/>
          </a:ln>
        </p:spPr>
        <p:txBody>
          <a:bodyPr anchorCtr="0" anchor="ctr" bIns="45700" lIns="91425" spcFirstLastPara="1" rIns="91425" wrap="square" tIns="45700">
            <a:noAutofit/>
          </a:bodyPr>
          <a:lstStyle>
            <a:lvl1pPr indent="-228600" lvl="0" marL="457200" algn="ctr">
              <a:spcBef>
                <a:spcPts val="560"/>
              </a:spcBef>
              <a:spcAft>
                <a:spcPts val="0"/>
              </a:spcAft>
              <a:buClr>
                <a:srgbClr val="4C8E91"/>
              </a:buClr>
              <a:buSzPts val="2800"/>
              <a:buNone/>
              <a:defRPr sz="2800">
                <a:solidFill>
                  <a:srgbClr val="4C8E9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509" name="Google Shape;509;p11"/>
          <p:cNvGrpSpPr/>
          <p:nvPr/>
        </p:nvGrpSpPr>
        <p:grpSpPr>
          <a:xfrm>
            <a:off x="6723404" y="3516364"/>
            <a:ext cx="199500" cy="544544"/>
            <a:chOff x="714531" y="2759312"/>
            <a:chExt cx="199500" cy="544544"/>
          </a:xfrm>
        </p:grpSpPr>
        <p:sp>
          <p:nvSpPr>
            <p:cNvPr id="510" name="Google Shape;510;p11"/>
            <p:cNvSpPr/>
            <p:nvPr/>
          </p:nvSpPr>
          <p:spPr>
            <a:xfrm>
              <a:off x="714531" y="3273556"/>
              <a:ext cx="199500" cy="30300"/>
            </a:xfrm>
            <a:prstGeom prst="roundRect">
              <a:avLst>
                <a:gd fmla="val 16667" name="adj"/>
              </a:avLst>
            </a:prstGeom>
            <a:solidFill>
              <a:srgbClr val="4C8E9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1" name="Google Shape;511;p11"/>
            <p:cNvSpPr/>
            <p:nvPr/>
          </p:nvSpPr>
          <p:spPr>
            <a:xfrm>
              <a:off x="714531" y="3216417"/>
              <a:ext cx="199500" cy="30300"/>
            </a:xfrm>
            <a:prstGeom prst="roundRect">
              <a:avLst>
                <a:gd fmla="val 16667" name="adj"/>
              </a:avLst>
            </a:prstGeom>
            <a:solidFill>
              <a:srgbClr val="4C8E9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2" name="Google Shape;512;p11"/>
            <p:cNvSpPr/>
            <p:nvPr/>
          </p:nvSpPr>
          <p:spPr>
            <a:xfrm>
              <a:off x="714531" y="3159279"/>
              <a:ext cx="199500" cy="30300"/>
            </a:xfrm>
            <a:prstGeom prst="roundRect">
              <a:avLst>
                <a:gd fmla="val 16667" name="adj"/>
              </a:avLst>
            </a:prstGeom>
            <a:solidFill>
              <a:srgbClr val="4C8E9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3" name="Google Shape;513;p11"/>
            <p:cNvSpPr/>
            <p:nvPr/>
          </p:nvSpPr>
          <p:spPr>
            <a:xfrm>
              <a:off x="714531" y="3102141"/>
              <a:ext cx="199500" cy="30300"/>
            </a:xfrm>
            <a:prstGeom prst="roundRect">
              <a:avLst>
                <a:gd fmla="val 16667"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4" name="Google Shape;514;p11"/>
            <p:cNvSpPr/>
            <p:nvPr/>
          </p:nvSpPr>
          <p:spPr>
            <a:xfrm>
              <a:off x="714531" y="3045003"/>
              <a:ext cx="199500" cy="30300"/>
            </a:xfrm>
            <a:prstGeom prst="roundRect">
              <a:avLst>
                <a:gd fmla="val 16667"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5" name="Google Shape;515;p11"/>
            <p:cNvSpPr/>
            <p:nvPr/>
          </p:nvSpPr>
          <p:spPr>
            <a:xfrm>
              <a:off x="714531" y="2987865"/>
              <a:ext cx="199500" cy="30300"/>
            </a:xfrm>
            <a:prstGeom prst="roundRect">
              <a:avLst>
                <a:gd fmla="val 16667"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6" name="Google Shape;516;p11"/>
            <p:cNvSpPr/>
            <p:nvPr/>
          </p:nvSpPr>
          <p:spPr>
            <a:xfrm>
              <a:off x="714531" y="2930726"/>
              <a:ext cx="199500" cy="30300"/>
            </a:xfrm>
            <a:prstGeom prst="roundRect">
              <a:avLst>
                <a:gd fmla="val 16667"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7" name="Google Shape;517;p11"/>
            <p:cNvSpPr/>
            <p:nvPr/>
          </p:nvSpPr>
          <p:spPr>
            <a:xfrm>
              <a:off x="714531" y="2873588"/>
              <a:ext cx="199500" cy="30300"/>
            </a:xfrm>
            <a:prstGeom prst="roundRect">
              <a:avLst>
                <a:gd fmla="val 16667"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8" name="Google Shape;518;p11"/>
            <p:cNvSpPr/>
            <p:nvPr/>
          </p:nvSpPr>
          <p:spPr>
            <a:xfrm>
              <a:off x="714531" y="2816450"/>
              <a:ext cx="199500" cy="30300"/>
            </a:xfrm>
            <a:prstGeom prst="roundRect">
              <a:avLst>
                <a:gd fmla="val 16667"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9" name="Google Shape;519;p11"/>
            <p:cNvSpPr/>
            <p:nvPr/>
          </p:nvSpPr>
          <p:spPr>
            <a:xfrm>
              <a:off x="714531" y="2759312"/>
              <a:ext cx="199500" cy="30300"/>
            </a:xfrm>
            <a:prstGeom prst="roundRect">
              <a:avLst>
                <a:gd fmla="val 16667"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520" name="Google Shape;520;p11"/>
          <p:cNvSpPr txBox="1"/>
          <p:nvPr>
            <p:ph idx="4" type="body"/>
          </p:nvPr>
        </p:nvSpPr>
        <p:spPr>
          <a:xfrm>
            <a:off x="6808192" y="1924293"/>
            <a:ext cx="942000" cy="546300"/>
          </a:xfrm>
          <a:prstGeom prst="rect">
            <a:avLst/>
          </a:prstGeom>
          <a:noFill/>
          <a:ln>
            <a:noFill/>
          </a:ln>
        </p:spPr>
        <p:txBody>
          <a:bodyPr anchorCtr="0" anchor="ctr" bIns="45700" lIns="91425" spcFirstLastPara="1" rIns="91425" wrap="square" tIns="45700">
            <a:noAutofit/>
          </a:bodyPr>
          <a:lstStyle>
            <a:lvl1pPr indent="-228600" lvl="0" marL="457200" algn="ctr">
              <a:spcBef>
                <a:spcPts val="560"/>
              </a:spcBef>
              <a:spcAft>
                <a:spcPts val="0"/>
              </a:spcAft>
              <a:buClr>
                <a:schemeClr val="accent6"/>
              </a:buClr>
              <a:buSzPts val="2800"/>
              <a:buNone/>
              <a:defRPr sz="2800">
                <a:solidFill>
                  <a:schemeClr val="accent6"/>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521" name="Google Shape;521;p11"/>
          <p:cNvGrpSpPr/>
          <p:nvPr/>
        </p:nvGrpSpPr>
        <p:grpSpPr>
          <a:xfrm>
            <a:off x="6729734" y="1787411"/>
            <a:ext cx="199570" cy="544590"/>
            <a:chOff x="1403648" y="3702255"/>
            <a:chExt cx="299700" cy="817826"/>
          </a:xfrm>
        </p:grpSpPr>
        <p:sp>
          <p:nvSpPr>
            <p:cNvPr id="522" name="Google Shape;522;p11"/>
            <p:cNvSpPr/>
            <p:nvPr/>
          </p:nvSpPr>
          <p:spPr>
            <a:xfrm>
              <a:off x="1403648" y="4474481"/>
              <a:ext cx="299700" cy="45600"/>
            </a:xfrm>
            <a:prstGeom prst="roundRect">
              <a:avLst>
                <a:gd fmla="val 16667" name="adj"/>
              </a:avLst>
            </a:prstGeom>
            <a:solidFill>
              <a:srgbClr val="56864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3" name="Google Shape;523;p11"/>
            <p:cNvSpPr/>
            <p:nvPr/>
          </p:nvSpPr>
          <p:spPr>
            <a:xfrm>
              <a:off x="1403648" y="4388677"/>
              <a:ext cx="299700" cy="45600"/>
            </a:xfrm>
            <a:prstGeom prst="roundRect">
              <a:avLst>
                <a:gd fmla="val 16667" name="adj"/>
              </a:avLst>
            </a:prstGeom>
            <a:solidFill>
              <a:srgbClr val="56864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4" name="Google Shape;524;p11"/>
            <p:cNvSpPr/>
            <p:nvPr/>
          </p:nvSpPr>
          <p:spPr>
            <a:xfrm>
              <a:off x="1403648" y="4302874"/>
              <a:ext cx="299700" cy="45600"/>
            </a:xfrm>
            <a:prstGeom prst="roundRect">
              <a:avLst>
                <a:gd fmla="val 16667" name="adj"/>
              </a:avLst>
            </a:prstGeom>
            <a:solidFill>
              <a:srgbClr val="56864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5" name="Google Shape;525;p11"/>
            <p:cNvSpPr/>
            <p:nvPr/>
          </p:nvSpPr>
          <p:spPr>
            <a:xfrm>
              <a:off x="1403648" y="4217071"/>
              <a:ext cx="299700" cy="45600"/>
            </a:xfrm>
            <a:prstGeom prst="roundRect">
              <a:avLst>
                <a:gd fmla="val 16667" name="adj"/>
              </a:avLst>
            </a:prstGeom>
            <a:solidFill>
              <a:srgbClr val="56864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6" name="Google Shape;526;p11"/>
            <p:cNvSpPr/>
            <p:nvPr/>
          </p:nvSpPr>
          <p:spPr>
            <a:xfrm>
              <a:off x="1403648" y="4131269"/>
              <a:ext cx="299700" cy="45600"/>
            </a:xfrm>
            <a:prstGeom prst="roundRect">
              <a:avLst>
                <a:gd fmla="val 16667" name="adj"/>
              </a:avLst>
            </a:prstGeom>
            <a:solidFill>
              <a:srgbClr val="56864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7" name="Google Shape;527;p11"/>
            <p:cNvSpPr/>
            <p:nvPr/>
          </p:nvSpPr>
          <p:spPr>
            <a:xfrm>
              <a:off x="1403648" y="4045466"/>
              <a:ext cx="299700" cy="45600"/>
            </a:xfrm>
            <a:prstGeom prst="roundRect">
              <a:avLst>
                <a:gd fmla="val 16667" name="adj"/>
              </a:avLst>
            </a:prstGeom>
            <a:solidFill>
              <a:srgbClr val="56864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8" name="Google Shape;528;p11"/>
            <p:cNvSpPr/>
            <p:nvPr/>
          </p:nvSpPr>
          <p:spPr>
            <a:xfrm>
              <a:off x="1403648" y="3959663"/>
              <a:ext cx="299700" cy="45600"/>
            </a:xfrm>
            <a:prstGeom prst="roundRect">
              <a:avLst>
                <a:gd fmla="val 16667" name="adj"/>
              </a:avLst>
            </a:prstGeom>
            <a:solidFill>
              <a:srgbClr val="56864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9" name="Google Shape;529;p11"/>
            <p:cNvSpPr/>
            <p:nvPr/>
          </p:nvSpPr>
          <p:spPr>
            <a:xfrm>
              <a:off x="1403648" y="3873860"/>
              <a:ext cx="299700" cy="45600"/>
            </a:xfrm>
            <a:prstGeom prst="roundRect">
              <a:avLst>
                <a:gd fmla="val 16667" name="adj"/>
              </a:avLst>
            </a:prstGeom>
            <a:solidFill>
              <a:srgbClr val="56864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0" name="Google Shape;530;p11"/>
            <p:cNvSpPr/>
            <p:nvPr/>
          </p:nvSpPr>
          <p:spPr>
            <a:xfrm>
              <a:off x="1403648" y="3788058"/>
              <a:ext cx="299700" cy="45600"/>
            </a:xfrm>
            <a:prstGeom prst="roundRect">
              <a:avLst>
                <a:gd fmla="val 16667" name="adj"/>
              </a:avLst>
            </a:prstGeom>
            <a:solidFill>
              <a:srgbClr val="56864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1" name="Google Shape;531;p11"/>
            <p:cNvSpPr/>
            <p:nvPr/>
          </p:nvSpPr>
          <p:spPr>
            <a:xfrm>
              <a:off x="1403648" y="3702255"/>
              <a:ext cx="299700" cy="45600"/>
            </a:xfrm>
            <a:prstGeom prst="roundRect">
              <a:avLst>
                <a:gd fmla="val 16667"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arth Infographic">
  <p:cSld name="Earth Infographic">
    <p:spTree>
      <p:nvGrpSpPr>
        <p:cNvPr id="532" name="Shape 532"/>
        <p:cNvGrpSpPr/>
        <p:nvPr/>
      </p:nvGrpSpPr>
      <p:grpSpPr>
        <a:xfrm>
          <a:off x="0" y="0"/>
          <a:ext cx="0" cy="0"/>
          <a:chOff x="0" y="0"/>
          <a:chExt cx="0" cy="0"/>
        </a:xfrm>
      </p:grpSpPr>
      <p:sp>
        <p:nvSpPr>
          <p:cNvPr id="533" name="Google Shape;533;p12"/>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4" name="Google Shape;534;p12"/>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5" name="Google Shape;535;p12"/>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sp>
        <p:nvSpPr>
          <p:cNvPr id="536" name="Google Shape;536;p12"/>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Calibri"/>
              <a:buNone/>
              <a:defRPr sz="4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7" name="Google Shape;537;p12"/>
          <p:cNvSpPr txBox="1"/>
          <p:nvPr>
            <p:ph idx="1" type="body"/>
          </p:nvPr>
        </p:nvSpPr>
        <p:spPr>
          <a:xfrm>
            <a:off x="468313" y="771550"/>
            <a:ext cx="8207400" cy="503700"/>
          </a:xfrm>
          <a:prstGeom prst="rect">
            <a:avLst/>
          </a:prstGeom>
          <a:noFill/>
          <a:ln>
            <a:noFill/>
          </a:ln>
        </p:spPr>
        <p:txBody>
          <a:bodyPr anchorCtr="0" anchor="t" bIns="45700" lIns="91425" spcFirstLastPara="1" rIns="91425" wrap="square" tIns="45700">
            <a:noAutofit/>
          </a:bodyPr>
          <a:lstStyle>
            <a:lvl1pPr indent="-228600" lvl="0" marL="457200" algn="l">
              <a:spcBef>
                <a:spcPts val="540"/>
              </a:spcBef>
              <a:spcAft>
                <a:spcPts val="0"/>
              </a:spcAft>
              <a:buClr>
                <a:schemeClr val="accent5"/>
              </a:buClr>
              <a:buSzPts val="2700"/>
              <a:buNone/>
              <a:defRPr sz="27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38" name="Google Shape;538;p12"/>
          <p:cNvSpPr/>
          <p:nvPr/>
        </p:nvSpPr>
        <p:spPr>
          <a:xfrm>
            <a:off x="4547880" y="1529648"/>
            <a:ext cx="3064313" cy="3066888"/>
          </a:xfrm>
          <a:custGeom>
            <a:rect b="b" l="l" r="r" t="t"/>
            <a:pathLst>
              <a:path extrusionOk="0" h="1005" w="1004">
                <a:moveTo>
                  <a:pt x="1004" y="502"/>
                </a:moveTo>
                <a:cubicBezTo>
                  <a:pt x="1004" y="506"/>
                  <a:pt x="1004" y="509"/>
                  <a:pt x="1004" y="513"/>
                </a:cubicBezTo>
                <a:cubicBezTo>
                  <a:pt x="1004" y="516"/>
                  <a:pt x="1004" y="519"/>
                  <a:pt x="1004" y="521"/>
                </a:cubicBezTo>
                <a:cubicBezTo>
                  <a:pt x="1004" y="524"/>
                  <a:pt x="1004" y="524"/>
                  <a:pt x="1004" y="524"/>
                </a:cubicBezTo>
                <a:cubicBezTo>
                  <a:pt x="1004" y="528"/>
                  <a:pt x="1004" y="531"/>
                  <a:pt x="1003" y="534"/>
                </a:cubicBezTo>
                <a:cubicBezTo>
                  <a:pt x="1003" y="541"/>
                  <a:pt x="1002" y="547"/>
                  <a:pt x="1002" y="553"/>
                </a:cubicBezTo>
                <a:cubicBezTo>
                  <a:pt x="1002" y="555"/>
                  <a:pt x="1002" y="557"/>
                  <a:pt x="1001" y="558"/>
                </a:cubicBezTo>
                <a:cubicBezTo>
                  <a:pt x="1001" y="563"/>
                  <a:pt x="1000" y="569"/>
                  <a:pt x="999" y="574"/>
                </a:cubicBezTo>
                <a:cubicBezTo>
                  <a:pt x="999" y="575"/>
                  <a:pt x="999" y="577"/>
                  <a:pt x="999" y="578"/>
                </a:cubicBezTo>
                <a:cubicBezTo>
                  <a:pt x="998" y="581"/>
                  <a:pt x="998" y="585"/>
                  <a:pt x="997" y="588"/>
                </a:cubicBezTo>
                <a:cubicBezTo>
                  <a:pt x="997" y="591"/>
                  <a:pt x="996" y="593"/>
                  <a:pt x="996" y="596"/>
                </a:cubicBezTo>
                <a:cubicBezTo>
                  <a:pt x="995" y="599"/>
                  <a:pt x="995" y="602"/>
                  <a:pt x="994" y="605"/>
                </a:cubicBezTo>
                <a:cubicBezTo>
                  <a:pt x="994" y="606"/>
                  <a:pt x="993" y="608"/>
                  <a:pt x="993" y="609"/>
                </a:cubicBezTo>
                <a:cubicBezTo>
                  <a:pt x="993" y="611"/>
                  <a:pt x="992" y="613"/>
                  <a:pt x="992" y="616"/>
                </a:cubicBezTo>
                <a:cubicBezTo>
                  <a:pt x="991" y="617"/>
                  <a:pt x="991" y="619"/>
                  <a:pt x="990" y="621"/>
                </a:cubicBezTo>
                <a:cubicBezTo>
                  <a:pt x="990" y="621"/>
                  <a:pt x="990" y="621"/>
                  <a:pt x="990" y="622"/>
                </a:cubicBezTo>
                <a:cubicBezTo>
                  <a:pt x="989" y="625"/>
                  <a:pt x="989" y="627"/>
                  <a:pt x="988" y="630"/>
                </a:cubicBezTo>
                <a:cubicBezTo>
                  <a:pt x="987" y="632"/>
                  <a:pt x="987" y="634"/>
                  <a:pt x="987" y="636"/>
                </a:cubicBezTo>
                <a:cubicBezTo>
                  <a:pt x="984" y="646"/>
                  <a:pt x="980" y="657"/>
                  <a:pt x="977" y="667"/>
                </a:cubicBezTo>
                <a:cubicBezTo>
                  <a:pt x="976" y="670"/>
                  <a:pt x="975" y="673"/>
                  <a:pt x="974" y="676"/>
                </a:cubicBezTo>
                <a:cubicBezTo>
                  <a:pt x="972" y="679"/>
                  <a:pt x="971" y="682"/>
                  <a:pt x="970" y="685"/>
                </a:cubicBezTo>
                <a:cubicBezTo>
                  <a:pt x="969" y="688"/>
                  <a:pt x="968" y="691"/>
                  <a:pt x="966" y="695"/>
                </a:cubicBezTo>
                <a:cubicBezTo>
                  <a:pt x="965" y="697"/>
                  <a:pt x="964" y="700"/>
                  <a:pt x="963" y="703"/>
                </a:cubicBezTo>
                <a:cubicBezTo>
                  <a:pt x="962" y="705"/>
                  <a:pt x="961" y="707"/>
                  <a:pt x="960" y="709"/>
                </a:cubicBezTo>
                <a:cubicBezTo>
                  <a:pt x="957" y="716"/>
                  <a:pt x="953" y="724"/>
                  <a:pt x="949" y="731"/>
                </a:cubicBezTo>
                <a:cubicBezTo>
                  <a:pt x="948" y="734"/>
                  <a:pt x="946" y="737"/>
                  <a:pt x="945" y="739"/>
                </a:cubicBezTo>
                <a:cubicBezTo>
                  <a:pt x="945" y="740"/>
                  <a:pt x="944" y="741"/>
                  <a:pt x="944" y="742"/>
                </a:cubicBezTo>
                <a:cubicBezTo>
                  <a:pt x="942" y="744"/>
                  <a:pt x="941" y="747"/>
                  <a:pt x="940" y="749"/>
                </a:cubicBezTo>
                <a:cubicBezTo>
                  <a:pt x="939" y="751"/>
                  <a:pt x="938" y="752"/>
                  <a:pt x="937" y="754"/>
                </a:cubicBezTo>
                <a:cubicBezTo>
                  <a:pt x="935" y="757"/>
                  <a:pt x="933" y="760"/>
                  <a:pt x="932" y="763"/>
                </a:cubicBezTo>
                <a:cubicBezTo>
                  <a:pt x="931" y="764"/>
                  <a:pt x="930" y="766"/>
                  <a:pt x="929" y="768"/>
                </a:cubicBezTo>
                <a:cubicBezTo>
                  <a:pt x="927" y="770"/>
                  <a:pt x="926" y="772"/>
                  <a:pt x="924" y="775"/>
                </a:cubicBezTo>
                <a:cubicBezTo>
                  <a:pt x="922" y="778"/>
                  <a:pt x="920" y="780"/>
                  <a:pt x="919" y="783"/>
                </a:cubicBezTo>
                <a:cubicBezTo>
                  <a:pt x="915" y="789"/>
                  <a:pt x="911" y="794"/>
                  <a:pt x="907" y="800"/>
                </a:cubicBezTo>
                <a:cubicBezTo>
                  <a:pt x="905" y="802"/>
                  <a:pt x="903" y="805"/>
                  <a:pt x="901" y="808"/>
                </a:cubicBezTo>
                <a:cubicBezTo>
                  <a:pt x="901" y="808"/>
                  <a:pt x="901" y="808"/>
                  <a:pt x="901" y="808"/>
                </a:cubicBezTo>
                <a:cubicBezTo>
                  <a:pt x="898" y="811"/>
                  <a:pt x="895" y="815"/>
                  <a:pt x="892" y="819"/>
                </a:cubicBezTo>
                <a:cubicBezTo>
                  <a:pt x="891" y="820"/>
                  <a:pt x="891" y="821"/>
                  <a:pt x="890" y="822"/>
                </a:cubicBezTo>
                <a:cubicBezTo>
                  <a:pt x="888" y="823"/>
                  <a:pt x="887" y="825"/>
                  <a:pt x="886" y="826"/>
                </a:cubicBezTo>
                <a:cubicBezTo>
                  <a:pt x="878" y="836"/>
                  <a:pt x="870" y="844"/>
                  <a:pt x="862" y="853"/>
                </a:cubicBezTo>
                <a:cubicBezTo>
                  <a:pt x="860" y="855"/>
                  <a:pt x="859" y="856"/>
                  <a:pt x="857" y="857"/>
                </a:cubicBezTo>
                <a:cubicBezTo>
                  <a:pt x="842" y="873"/>
                  <a:pt x="825" y="888"/>
                  <a:pt x="807" y="901"/>
                </a:cubicBezTo>
                <a:cubicBezTo>
                  <a:pt x="806" y="902"/>
                  <a:pt x="804" y="903"/>
                  <a:pt x="803" y="905"/>
                </a:cubicBezTo>
                <a:cubicBezTo>
                  <a:pt x="801" y="906"/>
                  <a:pt x="799" y="907"/>
                  <a:pt x="798" y="908"/>
                </a:cubicBezTo>
                <a:cubicBezTo>
                  <a:pt x="790" y="914"/>
                  <a:pt x="781" y="920"/>
                  <a:pt x="773" y="925"/>
                </a:cubicBezTo>
                <a:cubicBezTo>
                  <a:pt x="771" y="926"/>
                  <a:pt x="769" y="928"/>
                  <a:pt x="768" y="929"/>
                </a:cubicBezTo>
                <a:cubicBezTo>
                  <a:pt x="757" y="935"/>
                  <a:pt x="747" y="941"/>
                  <a:pt x="736" y="947"/>
                </a:cubicBezTo>
                <a:cubicBezTo>
                  <a:pt x="734" y="948"/>
                  <a:pt x="733" y="949"/>
                  <a:pt x="731" y="950"/>
                </a:cubicBezTo>
                <a:cubicBezTo>
                  <a:pt x="729" y="950"/>
                  <a:pt x="727" y="951"/>
                  <a:pt x="725" y="952"/>
                </a:cubicBezTo>
                <a:cubicBezTo>
                  <a:pt x="721" y="954"/>
                  <a:pt x="717" y="956"/>
                  <a:pt x="713" y="958"/>
                </a:cubicBezTo>
                <a:cubicBezTo>
                  <a:pt x="710" y="960"/>
                  <a:pt x="707" y="961"/>
                  <a:pt x="703" y="963"/>
                </a:cubicBezTo>
                <a:cubicBezTo>
                  <a:pt x="698" y="965"/>
                  <a:pt x="694" y="967"/>
                  <a:pt x="689" y="969"/>
                </a:cubicBezTo>
                <a:cubicBezTo>
                  <a:pt x="687" y="969"/>
                  <a:pt x="685" y="970"/>
                  <a:pt x="683" y="971"/>
                </a:cubicBezTo>
                <a:cubicBezTo>
                  <a:pt x="675" y="974"/>
                  <a:pt x="668" y="976"/>
                  <a:pt x="661" y="979"/>
                </a:cubicBezTo>
                <a:cubicBezTo>
                  <a:pt x="659" y="980"/>
                  <a:pt x="657" y="980"/>
                  <a:pt x="655" y="981"/>
                </a:cubicBezTo>
                <a:cubicBezTo>
                  <a:pt x="654" y="981"/>
                  <a:pt x="653" y="982"/>
                  <a:pt x="651" y="982"/>
                </a:cubicBezTo>
                <a:cubicBezTo>
                  <a:pt x="649" y="983"/>
                  <a:pt x="647" y="983"/>
                  <a:pt x="645" y="984"/>
                </a:cubicBezTo>
                <a:cubicBezTo>
                  <a:pt x="635" y="987"/>
                  <a:pt x="625" y="989"/>
                  <a:pt x="615" y="992"/>
                </a:cubicBezTo>
                <a:cubicBezTo>
                  <a:pt x="613" y="992"/>
                  <a:pt x="611" y="993"/>
                  <a:pt x="609" y="993"/>
                </a:cubicBezTo>
                <a:cubicBezTo>
                  <a:pt x="584" y="999"/>
                  <a:pt x="558" y="1002"/>
                  <a:pt x="531" y="1004"/>
                </a:cubicBezTo>
                <a:cubicBezTo>
                  <a:pt x="529" y="1004"/>
                  <a:pt x="527" y="1004"/>
                  <a:pt x="525" y="1004"/>
                </a:cubicBezTo>
                <a:cubicBezTo>
                  <a:pt x="522" y="1004"/>
                  <a:pt x="520" y="1004"/>
                  <a:pt x="517" y="1004"/>
                </a:cubicBezTo>
                <a:cubicBezTo>
                  <a:pt x="516" y="1004"/>
                  <a:pt x="514" y="1004"/>
                  <a:pt x="512" y="1004"/>
                </a:cubicBezTo>
                <a:cubicBezTo>
                  <a:pt x="511" y="1004"/>
                  <a:pt x="510" y="1004"/>
                  <a:pt x="508" y="1004"/>
                </a:cubicBezTo>
                <a:cubicBezTo>
                  <a:pt x="506" y="1005"/>
                  <a:pt x="504" y="1005"/>
                  <a:pt x="502" y="1005"/>
                </a:cubicBezTo>
                <a:cubicBezTo>
                  <a:pt x="497" y="1005"/>
                  <a:pt x="493" y="1004"/>
                  <a:pt x="488" y="1004"/>
                </a:cubicBezTo>
                <a:cubicBezTo>
                  <a:pt x="487" y="1004"/>
                  <a:pt x="486" y="1004"/>
                  <a:pt x="484" y="1004"/>
                </a:cubicBezTo>
                <a:cubicBezTo>
                  <a:pt x="483" y="1004"/>
                  <a:pt x="482" y="1004"/>
                  <a:pt x="481" y="1004"/>
                </a:cubicBezTo>
                <a:cubicBezTo>
                  <a:pt x="479" y="1004"/>
                  <a:pt x="476" y="1004"/>
                  <a:pt x="474" y="1004"/>
                </a:cubicBezTo>
                <a:cubicBezTo>
                  <a:pt x="472" y="1004"/>
                  <a:pt x="470" y="1003"/>
                  <a:pt x="467" y="1003"/>
                </a:cubicBezTo>
                <a:cubicBezTo>
                  <a:pt x="462" y="1003"/>
                  <a:pt x="458" y="1003"/>
                  <a:pt x="453" y="1002"/>
                </a:cubicBezTo>
                <a:cubicBezTo>
                  <a:pt x="451" y="1002"/>
                  <a:pt x="449" y="1002"/>
                  <a:pt x="447" y="1001"/>
                </a:cubicBezTo>
                <a:cubicBezTo>
                  <a:pt x="446" y="1001"/>
                  <a:pt x="446" y="1001"/>
                  <a:pt x="446" y="1001"/>
                </a:cubicBezTo>
                <a:cubicBezTo>
                  <a:pt x="445" y="1001"/>
                  <a:pt x="443" y="1001"/>
                  <a:pt x="442" y="1001"/>
                </a:cubicBezTo>
                <a:cubicBezTo>
                  <a:pt x="441" y="1001"/>
                  <a:pt x="439" y="1001"/>
                  <a:pt x="438" y="1000"/>
                </a:cubicBezTo>
                <a:cubicBezTo>
                  <a:pt x="437" y="1000"/>
                  <a:pt x="437" y="1000"/>
                  <a:pt x="436" y="1000"/>
                </a:cubicBezTo>
                <a:cubicBezTo>
                  <a:pt x="435" y="1000"/>
                  <a:pt x="433" y="1000"/>
                  <a:pt x="432" y="1000"/>
                </a:cubicBezTo>
                <a:cubicBezTo>
                  <a:pt x="431" y="1000"/>
                  <a:pt x="431" y="1000"/>
                  <a:pt x="430" y="999"/>
                </a:cubicBezTo>
                <a:cubicBezTo>
                  <a:pt x="430" y="999"/>
                  <a:pt x="429" y="999"/>
                  <a:pt x="429" y="999"/>
                </a:cubicBezTo>
                <a:cubicBezTo>
                  <a:pt x="429" y="999"/>
                  <a:pt x="428" y="999"/>
                  <a:pt x="428" y="999"/>
                </a:cubicBezTo>
                <a:cubicBezTo>
                  <a:pt x="426" y="999"/>
                  <a:pt x="423" y="998"/>
                  <a:pt x="421" y="998"/>
                </a:cubicBezTo>
                <a:cubicBezTo>
                  <a:pt x="421" y="998"/>
                  <a:pt x="420" y="998"/>
                  <a:pt x="420" y="998"/>
                </a:cubicBezTo>
                <a:cubicBezTo>
                  <a:pt x="420" y="998"/>
                  <a:pt x="420" y="998"/>
                  <a:pt x="420" y="998"/>
                </a:cubicBezTo>
                <a:cubicBezTo>
                  <a:pt x="419" y="998"/>
                  <a:pt x="417" y="997"/>
                  <a:pt x="416" y="997"/>
                </a:cubicBezTo>
                <a:cubicBezTo>
                  <a:pt x="416" y="997"/>
                  <a:pt x="415" y="997"/>
                  <a:pt x="415" y="997"/>
                </a:cubicBezTo>
                <a:cubicBezTo>
                  <a:pt x="412" y="997"/>
                  <a:pt x="410" y="996"/>
                  <a:pt x="407" y="996"/>
                </a:cubicBezTo>
                <a:cubicBezTo>
                  <a:pt x="407" y="996"/>
                  <a:pt x="407" y="996"/>
                  <a:pt x="407" y="996"/>
                </a:cubicBezTo>
                <a:cubicBezTo>
                  <a:pt x="407" y="995"/>
                  <a:pt x="406" y="995"/>
                  <a:pt x="406" y="995"/>
                </a:cubicBezTo>
                <a:cubicBezTo>
                  <a:pt x="406" y="995"/>
                  <a:pt x="405" y="995"/>
                  <a:pt x="405" y="995"/>
                </a:cubicBezTo>
                <a:cubicBezTo>
                  <a:pt x="405" y="995"/>
                  <a:pt x="405" y="995"/>
                  <a:pt x="405" y="995"/>
                </a:cubicBezTo>
                <a:cubicBezTo>
                  <a:pt x="404" y="995"/>
                  <a:pt x="404" y="995"/>
                  <a:pt x="403" y="995"/>
                </a:cubicBezTo>
                <a:cubicBezTo>
                  <a:pt x="403" y="995"/>
                  <a:pt x="402" y="995"/>
                  <a:pt x="401" y="994"/>
                </a:cubicBezTo>
                <a:cubicBezTo>
                  <a:pt x="401" y="994"/>
                  <a:pt x="400" y="994"/>
                  <a:pt x="399" y="994"/>
                </a:cubicBezTo>
                <a:cubicBezTo>
                  <a:pt x="393" y="993"/>
                  <a:pt x="388" y="992"/>
                  <a:pt x="382" y="990"/>
                </a:cubicBezTo>
                <a:cubicBezTo>
                  <a:pt x="379" y="989"/>
                  <a:pt x="376" y="989"/>
                  <a:pt x="373" y="988"/>
                </a:cubicBezTo>
                <a:cubicBezTo>
                  <a:pt x="365" y="986"/>
                  <a:pt x="358" y="984"/>
                  <a:pt x="351" y="981"/>
                </a:cubicBezTo>
                <a:cubicBezTo>
                  <a:pt x="347" y="980"/>
                  <a:pt x="344" y="979"/>
                  <a:pt x="341" y="978"/>
                </a:cubicBezTo>
                <a:cubicBezTo>
                  <a:pt x="341" y="978"/>
                  <a:pt x="341" y="978"/>
                  <a:pt x="340" y="978"/>
                </a:cubicBezTo>
                <a:cubicBezTo>
                  <a:pt x="337" y="977"/>
                  <a:pt x="334" y="976"/>
                  <a:pt x="330" y="974"/>
                </a:cubicBezTo>
                <a:cubicBezTo>
                  <a:pt x="327" y="973"/>
                  <a:pt x="323" y="972"/>
                  <a:pt x="320" y="970"/>
                </a:cubicBezTo>
                <a:cubicBezTo>
                  <a:pt x="316" y="969"/>
                  <a:pt x="313" y="968"/>
                  <a:pt x="310" y="966"/>
                </a:cubicBezTo>
                <a:cubicBezTo>
                  <a:pt x="307" y="965"/>
                  <a:pt x="304" y="964"/>
                  <a:pt x="301" y="963"/>
                </a:cubicBezTo>
                <a:cubicBezTo>
                  <a:pt x="299" y="962"/>
                  <a:pt x="297" y="961"/>
                  <a:pt x="295" y="960"/>
                </a:cubicBezTo>
                <a:cubicBezTo>
                  <a:pt x="289" y="958"/>
                  <a:pt x="284" y="955"/>
                  <a:pt x="278" y="952"/>
                </a:cubicBezTo>
                <a:cubicBezTo>
                  <a:pt x="275" y="951"/>
                  <a:pt x="273" y="949"/>
                  <a:pt x="270" y="948"/>
                </a:cubicBezTo>
                <a:cubicBezTo>
                  <a:pt x="267" y="946"/>
                  <a:pt x="264" y="945"/>
                  <a:pt x="261" y="943"/>
                </a:cubicBezTo>
                <a:cubicBezTo>
                  <a:pt x="258" y="941"/>
                  <a:pt x="255" y="940"/>
                  <a:pt x="252" y="938"/>
                </a:cubicBezTo>
                <a:cubicBezTo>
                  <a:pt x="248" y="936"/>
                  <a:pt x="244" y="933"/>
                  <a:pt x="240" y="931"/>
                </a:cubicBezTo>
                <a:cubicBezTo>
                  <a:pt x="238" y="930"/>
                  <a:pt x="235" y="928"/>
                  <a:pt x="233" y="926"/>
                </a:cubicBezTo>
                <a:cubicBezTo>
                  <a:pt x="232" y="926"/>
                  <a:pt x="232" y="926"/>
                  <a:pt x="231" y="925"/>
                </a:cubicBezTo>
                <a:cubicBezTo>
                  <a:pt x="229" y="924"/>
                  <a:pt x="226" y="922"/>
                  <a:pt x="223" y="920"/>
                </a:cubicBezTo>
                <a:cubicBezTo>
                  <a:pt x="221" y="919"/>
                  <a:pt x="219" y="917"/>
                  <a:pt x="216" y="915"/>
                </a:cubicBezTo>
                <a:cubicBezTo>
                  <a:pt x="215" y="915"/>
                  <a:pt x="215" y="914"/>
                  <a:pt x="214" y="914"/>
                </a:cubicBezTo>
                <a:cubicBezTo>
                  <a:pt x="211" y="912"/>
                  <a:pt x="209" y="910"/>
                  <a:pt x="206" y="908"/>
                </a:cubicBezTo>
                <a:cubicBezTo>
                  <a:pt x="206" y="908"/>
                  <a:pt x="206" y="908"/>
                  <a:pt x="206" y="908"/>
                </a:cubicBezTo>
                <a:cubicBezTo>
                  <a:pt x="203" y="906"/>
                  <a:pt x="200" y="904"/>
                  <a:pt x="197" y="902"/>
                </a:cubicBezTo>
                <a:cubicBezTo>
                  <a:pt x="197" y="901"/>
                  <a:pt x="197" y="901"/>
                  <a:pt x="197" y="901"/>
                </a:cubicBezTo>
                <a:cubicBezTo>
                  <a:pt x="194" y="899"/>
                  <a:pt x="191" y="897"/>
                  <a:pt x="189" y="895"/>
                </a:cubicBezTo>
                <a:cubicBezTo>
                  <a:pt x="186" y="893"/>
                  <a:pt x="183" y="890"/>
                  <a:pt x="180" y="888"/>
                </a:cubicBezTo>
                <a:cubicBezTo>
                  <a:pt x="177" y="886"/>
                  <a:pt x="175" y="883"/>
                  <a:pt x="172" y="881"/>
                </a:cubicBezTo>
                <a:cubicBezTo>
                  <a:pt x="169" y="879"/>
                  <a:pt x="167" y="876"/>
                  <a:pt x="164" y="874"/>
                </a:cubicBezTo>
                <a:cubicBezTo>
                  <a:pt x="164" y="874"/>
                  <a:pt x="164" y="874"/>
                  <a:pt x="164" y="874"/>
                </a:cubicBezTo>
                <a:cubicBezTo>
                  <a:pt x="159" y="869"/>
                  <a:pt x="154" y="864"/>
                  <a:pt x="149" y="859"/>
                </a:cubicBezTo>
                <a:cubicBezTo>
                  <a:pt x="148" y="859"/>
                  <a:pt x="147" y="858"/>
                  <a:pt x="147" y="857"/>
                </a:cubicBezTo>
                <a:cubicBezTo>
                  <a:pt x="145" y="855"/>
                  <a:pt x="143" y="853"/>
                  <a:pt x="141" y="851"/>
                </a:cubicBezTo>
                <a:cubicBezTo>
                  <a:pt x="135" y="845"/>
                  <a:pt x="130" y="840"/>
                  <a:pt x="124" y="833"/>
                </a:cubicBezTo>
                <a:cubicBezTo>
                  <a:pt x="123" y="831"/>
                  <a:pt x="121" y="829"/>
                  <a:pt x="119" y="827"/>
                </a:cubicBezTo>
                <a:cubicBezTo>
                  <a:pt x="117" y="825"/>
                  <a:pt x="114" y="822"/>
                  <a:pt x="112" y="819"/>
                </a:cubicBezTo>
                <a:cubicBezTo>
                  <a:pt x="110" y="817"/>
                  <a:pt x="109" y="815"/>
                  <a:pt x="107" y="812"/>
                </a:cubicBezTo>
                <a:cubicBezTo>
                  <a:pt x="105" y="811"/>
                  <a:pt x="104" y="809"/>
                  <a:pt x="103" y="808"/>
                </a:cubicBezTo>
                <a:cubicBezTo>
                  <a:pt x="102" y="806"/>
                  <a:pt x="100" y="804"/>
                  <a:pt x="99" y="802"/>
                </a:cubicBezTo>
                <a:cubicBezTo>
                  <a:pt x="97" y="799"/>
                  <a:pt x="95" y="796"/>
                  <a:pt x="93" y="793"/>
                </a:cubicBezTo>
                <a:cubicBezTo>
                  <a:pt x="90" y="790"/>
                  <a:pt x="88" y="786"/>
                  <a:pt x="85" y="783"/>
                </a:cubicBezTo>
                <a:cubicBezTo>
                  <a:pt x="84" y="780"/>
                  <a:pt x="82" y="778"/>
                  <a:pt x="80" y="775"/>
                </a:cubicBezTo>
                <a:cubicBezTo>
                  <a:pt x="78" y="772"/>
                  <a:pt x="76" y="769"/>
                  <a:pt x="75" y="766"/>
                </a:cubicBezTo>
                <a:cubicBezTo>
                  <a:pt x="72" y="763"/>
                  <a:pt x="70" y="759"/>
                  <a:pt x="68" y="755"/>
                </a:cubicBezTo>
                <a:cubicBezTo>
                  <a:pt x="66" y="753"/>
                  <a:pt x="65" y="750"/>
                  <a:pt x="64" y="748"/>
                </a:cubicBezTo>
                <a:cubicBezTo>
                  <a:pt x="63" y="747"/>
                  <a:pt x="63" y="747"/>
                  <a:pt x="63" y="747"/>
                </a:cubicBezTo>
                <a:cubicBezTo>
                  <a:pt x="62" y="744"/>
                  <a:pt x="60" y="741"/>
                  <a:pt x="58" y="738"/>
                </a:cubicBezTo>
                <a:cubicBezTo>
                  <a:pt x="57" y="736"/>
                  <a:pt x="56" y="733"/>
                  <a:pt x="55" y="731"/>
                </a:cubicBezTo>
                <a:cubicBezTo>
                  <a:pt x="52" y="727"/>
                  <a:pt x="50" y="722"/>
                  <a:pt x="48" y="718"/>
                </a:cubicBezTo>
                <a:cubicBezTo>
                  <a:pt x="47" y="716"/>
                  <a:pt x="46" y="713"/>
                  <a:pt x="45" y="711"/>
                </a:cubicBezTo>
                <a:cubicBezTo>
                  <a:pt x="43" y="706"/>
                  <a:pt x="41" y="702"/>
                  <a:pt x="39" y="697"/>
                </a:cubicBezTo>
                <a:cubicBezTo>
                  <a:pt x="35" y="689"/>
                  <a:pt x="35" y="689"/>
                  <a:pt x="35" y="689"/>
                </a:cubicBezTo>
                <a:cubicBezTo>
                  <a:pt x="34" y="686"/>
                  <a:pt x="33" y="683"/>
                  <a:pt x="32" y="681"/>
                </a:cubicBezTo>
                <a:cubicBezTo>
                  <a:pt x="32" y="680"/>
                  <a:pt x="32" y="679"/>
                  <a:pt x="31" y="678"/>
                </a:cubicBezTo>
                <a:cubicBezTo>
                  <a:pt x="30" y="675"/>
                  <a:pt x="29" y="672"/>
                  <a:pt x="28" y="669"/>
                </a:cubicBezTo>
                <a:cubicBezTo>
                  <a:pt x="24" y="658"/>
                  <a:pt x="21" y="647"/>
                  <a:pt x="17" y="635"/>
                </a:cubicBezTo>
                <a:cubicBezTo>
                  <a:pt x="17" y="632"/>
                  <a:pt x="16" y="629"/>
                  <a:pt x="15" y="626"/>
                </a:cubicBezTo>
                <a:cubicBezTo>
                  <a:pt x="14" y="622"/>
                  <a:pt x="13" y="619"/>
                  <a:pt x="12" y="616"/>
                </a:cubicBezTo>
                <a:cubicBezTo>
                  <a:pt x="11" y="611"/>
                  <a:pt x="11" y="607"/>
                  <a:pt x="10" y="603"/>
                </a:cubicBezTo>
                <a:cubicBezTo>
                  <a:pt x="9" y="600"/>
                  <a:pt x="8" y="596"/>
                  <a:pt x="8" y="593"/>
                </a:cubicBezTo>
                <a:cubicBezTo>
                  <a:pt x="7" y="590"/>
                  <a:pt x="7" y="588"/>
                  <a:pt x="6" y="585"/>
                </a:cubicBezTo>
                <a:cubicBezTo>
                  <a:pt x="6" y="585"/>
                  <a:pt x="6" y="585"/>
                  <a:pt x="6" y="585"/>
                </a:cubicBezTo>
                <a:cubicBezTo>
                  <a:pt x="6" y="583"/>
                  <a:pt x="6" y="581"/>
                  <a:pt x="5" y="579"/>
                </a:cubicBezTo>
                <a:cubicBezTo>
                  <a:pt x="5" y="576"/>
                  <a:pt x="4" y="573"/>
                  <a:pt x="4" y="569"/>
                </a:cubicBezTo>
                <a:cubicBezTo>
                  <a:pt x="4" y="566"/>
                  <a:pt x="3" y="563"/>
                  <a:pt x="3" y="560"/>
                </a:cubicBezTo>
                <a:cubicBezTo>
                  <a:pt x="3" y="560"/>
                  <a:pt x="3" y="559"/>
                  <a:pt x="3" y="559"/>
                </a:cubicBezTo>
                <a:cubicBezTo>
                  <a:pt x="2" y="556"/>
                  <a:pt x="2" y="553"/>
                  <a:pt x="2" y="550"/>
                </a:cubicBezTo>
                <a:cubicBezTo>
                  <a:pt x="1" y="545"/>
                  <a:pt x="1" y="541"/>
                  <a:pt x="1" y="536"/>
                </a:cubicBezTo>
                <a:cubicBezTo>
                  <a:pt x="0" y="532"/>
                  <a:pt x="0" y="529"/>
                  <a:pt x="0" y="525"/>
                </a:cubicBezTo>
                <a:cubicBezTo>
                  <a:pt x="0" y="525"/>
                  <a:pt x="0" y="525"/>
                  <a:pt x="0" y="525"/>
                </a:cubicBezTo>
                <a:cubicBezTo>
                  <a:pt x="0" y="522"/>
                  <a:pt x="0" y="518"/>
                  <a:pt x="0" y="515"/>
                </a:cubicBezTo>
                <a:cubicBezTo>
                  <a:pt x="0" y="514"/>
                  <a:pt x="0" y="513"/>
                  <a:pt x="0" y="512"/>
                </a:cubicBezTo>
                <a:cubicBezTo>
                  <a:pt x="0" y="509"/>
                  <a:pt x="0" y="505"/>
                  <a:pt x="0" y="502"/>
                </a:cubicBezTo>
                <a:cubicBezTo>
                  <a:pt x="0" y="498"/>
                  <a:pt x="0" y="495"/>
                  <a:pt x="0" y="491"/>
                </a:cubicBezTo>
                <a:cubicBezTo>
                  <a:pt x="0" y="488"/>
                  <a:pt x="0" y="486"/>
                  <a:pt x="0" y="483"/>
                </a:cubicBezTo>
                <a:cubicBezTo>
                  <a:pt x="0" y="482"/>
                  <a:pt x="0" y="480"/>
                  <a:pt x="0" y="479"/>
                </a:cubicBezTo>
                <a:cubicBezTo>
                  <a:pt x="0" y="476"/>
                  <a:pt x="0" y="473"/>
                  <a:pt x="1" y="470"/>
                </a:cubicBezTo>
                <a:cubicBezTo>
                  <a:pt x="1" y="467"/>
                  <a:pt x="1" y="465"/>
                  <a:pt x="1" y="463"/>
                </a:cubicBezTo>
                <a:cubicBezTo>
                  <a:pt x="1" y="461"/>
                  <a:pt x="1" y="459"/>
                  <a:pt x="2" y="457"/>
                </a:cubicBezTo>
                <a:cubicBezTo>
                  <a:pt x="2" y="454"/>
                  <a:pt x="2" y="450"/>
                  <a:pt x="3" y="447"/>
                </a:cubicBezTo>
                <a:cubicBezTo>
                  <a:pt x="3" y="444"/>
                  <a:pt x="3" y="441"/>
                  <a:pt x="4" y="438"/>
                </a:cubicBezTo>
                <a:cubicBezTo>
                  <a:pt x="4" y="436"/>
                  <a:pt x="4" y="433"/>
                  <a:pt x="5" y="431"/>
                </a:cubicBezTo>
                <a:cubicBezTo>
                  <a:pt x="5" y="429"/>
                  <a:pt x="5" y="427"/>
                  <a:pt x="5" y="426"/>
                </a:cubicBezTo>
                <a:cubicBezTo>
                  <a:pt x="6" y="422"/>
                  <a:pt x="7" y="418"/>
                  <a:pt x="7" y="414"/>
                </a:cubicBezTo>
                <a:cubicBezTo>
                  <a:pt x="8" y="409"/>
                  <a:pt x="9" y="405"/>
                  <a:pt x="10" y="400"/>
                </a:cubicBezTo>
                <a:cubicBezTo>
                  <a:pt x="11" y="396"/>
                  <a:pt x="12" y="392"/>
                  <a:pt x="12" y="389"/>
                </a:cubicBezTo>
                <a:cubicBezTo>
                  <a:pt x="13" y="387"/>
                  <a:pt x="13" y="385"/>
                  <a:pt x="14" y="383"/>
                </a:cubicBezTo>
                <a:cubicBezTo>
                  <a:pt x="15" y="378"/>
                  <a:pt x="16" y="374"/>
                  <a:pt x="17" y="369"/>
                </a:cubicBezTo>
                <a:cubicBezTo>
                  <a:pt x="18" y="368"/>
                  <a:pt x="18" y="366"/>
                  <a:pt x="19" y="365"/>
                </a:cubicBezTo>
                <a:cubicBezTo>
                  <a:pt x="22" y="353"/>
                  <a:pt x="26" y="341"/>
                  <a:pt x="30" y="329"/>
                </a:cubicBezTo>
                <a:cubicBezTo>
                  <a:pt x="31" y="327"/>
                  <a:pt x="31" y="325"/>
                  <a:pt x="32" y="324"/>
                </a:cubicBezTo>
                <a:cubicBezTo>
                  <a:pt x="37" y="310"/>
                  <a:pt x="43" y="296"/>
                  <a:pt x="50" y="283"/>
                </a:cubicBezTo>
                <a:cubicBezTo>
                  <a:pt x="50" y="282"/>
                  <a:pt x="51" y="280"/>
                  <a:pt x="52" y="279"/>
                </a:cubicBezTo>
                <a:cubicBezTo>
                  <a:pt x="57" y="268"/>
                  <a:pt x="63" y="257"/>
                  <a:pt x="69" y="247"/>
                </a:cubicBezTo>
                <a:cubicBezTo>
                  <a:pt x="70" y="245"/>
                  <a:pt x="71" y="243"/>
                  <a:pt x="72" y="242"/>
                </a:cubicBezTo>
                <a:cubicBezTo>
                  <a:pt x="74" y="238"/>
                  <a:pt x="76" y="235"/>
                  <a:pt x="78" y="232"/>
                </a:cubicBezTo>
                <a:cubicBezTo>
                  <a:pt x="79" y="230"/>
                  <a:pt x="81" y="228"/>
                  <a:pt x="82" y="226"/>
                </a:cubicBezTo>
                <a:cubicBezTo>
                  <a:pt x="83" y="225"/>
                  <a:pt x="84" y="223"/>
                  <a:pt x="85" y="221"/>
                </a:cubicBezTo>
                <a:cubicBezTo>
                  <a:pt x="86" y="221"/>
                  <a:pt x="86" y="220"/>
                  <a:pt x="86" y="220"/>
                </a:cubicBezTo>
                <a:cubicBezTo>
                  <a:pt x="87" y="219"/>
                  <a:pt x="87" y="218"/>
                  <a:pt x="88" y="217"/>
                </a:cubicBezTo>
                <a:cubicBezTo>
                  <a:pt x="91" y="213"/>
                  <a:pt x="93" y="210"/>
                  <a:pt x="96" y="206"/>
                </a:cubicBezTo>
                <a:cubicBezTo>
                  <a:pt x="97" y="205"/>
                  <a:pt x="98" y="203"/>
                  <a:pt x="99" y="202"/>
                </a:cubicBezTo>
                <a:cubicBezTo>
                  <a:pt x="101" y="200"/>
                  <a:pt x="102" y="198"/>
                  <a:pt x="104" y="195"/>
                </a:cubicBezTo>
                <a:cubicBezTo>
                  <a:pt x="104" y="195"/>
                  <a:pt x="104" y="195"/>
                  <a:pt x="104" y="195"/>
                </a:cubicBezTo>
                <a:cubicBezTo>
                  <a:pt x="106" y="192"/>
                  <a:pt x="108" y="190"/>
                  <a:pt x="110" y="187"/>
                </a:cubicBezTo>
                <a:cubicBezTo>
                  <a:pt x="111" y="187"/>
                  <a:pt x="111" y="187"/>
                  <a:pt x="111" y="187"/>
                </a:cubicBezTo>
                <a:cubicBezTo>
                  <a:pt x="113" y="184"/>
                  <a:pt x="115" y="182"/>
                  <a:pt x="117" y="179"/>
                </a:cubicBezTo>
                <a:cubicBezTo>
                  <a:pt x="120" y="176"/>
                  <a:pt x="122" y="173"/>
                  <a:pt x="125" y="170"/>
                </a:cubicBezTo>
                <a:cubicBezTo>
                  <a:pt x="127" y="168"/>
                  <a:pt x="128" y="166"/>
                  <a:pt x="130" y="164"/>
                </a:cubicBezTo>
                <a:cubicBezTo>
                  <a:pt x="134" y="160"/>
                  <a:pt x="137" y="157"/>
                  <a:pt x="141" y="153"/>
                </a:cubicBezTo>
                <a:cubicBezTo>
                  <a:pt x="143" y="151"/>
                  <a:pt x="145" y="149"/>
                  <a:pt x="147" y="147"/>
                </a:cubicBezTo>
                <a:cubicBezTo>
                  <a:pt x="152" y="141"/>
                  <a:pt x="158" y="136"/>
                  <a:pt x="164" y="130"/>
                </a:cubicBezTo>
                <a:cubicBezTo>
                  <a:pt x="164" y="130"/>
                  <a:pt x="164" y="130"/>
                  <a:pt x="164" y="130"/>
                </a:cubicBezTo>
                <a:cubicBezTo>
                  <a:pt x="166" y="129"/>
                  <a:pt x="168" y="127"/>
                  <a:pt x="170" y="125"/>
                </a:cubicBezTo>
                <a:cubicBezTo>
                  <a:pt x="172" y="123"/>
                  <a:pt x="174" y="121"/>
                  <a:pt x="177" y="119"/>
                </a:cubicBezTo>
                <a:cubicBezTo>
                  <a:pt x="180" y="116"/>
                  <a:pt x="184" y="113"/>
                  <a:pt x="187" y="111"/>
                </a:cubicBezTo>
                <a:cubicBezTo>
                  <a:pt x="189" y="109"/>
                  <a:pt x="190" y="108"/>
                  <a:pt x="192" y="107"/>
                </a:cubicBezTo>
                <a:cubicBezTo>
                  <a:pt x="193" y="106"/>
                  <a:pt x="195" y="104"/>
                  <a:pt x="197" y="103"/>
                </a:cubicBezTo>
                <a:cubicBezTo>
                  <a:pt x="198" y="102"/>
                  <a:pt x="200" y="101"/>
                  <a:pt x="201" y="99"/>
                </a:cubicBezTo>
                <a:cubicBezTo>
                  <a:pt x="203" y="98"/>
                  <a:pt x="205" y="97"/>
                  <a:pt x="206" y="96"/>
                </a:cubicBezTo>
                <a:cubicBezTo>
                  <a:pt x="208" y="95"/>
                  <a:pt x="209" y="94"/>
                  <a:pt x="211" y="92"/>
                </a:cubicBezTo>
                <a:cubicBezTo>
                  <a:pt x="218" y="88"/>
                  <a:pt x="224" y="83"/>
                  <a:pt x="231" y="79"/>
                </a:cubicBezTo>
                <a:cubicBezTo>
                  <a:pt x="235" y="77"/>
                  <a:pt x="238" y="74"/>
                  <a:pt x="241" y="72"/>
                </a:cubicBezTo>
                <a:cubicBezTo>
                  <a:pt x="243" y="71"/>
                  <a:pt x="245" y="70"/>
                  <a:pt x="247" y="69"/>
                </a:cubicBezTo>
                <a:cubicBezTo>
                  <a:pt x="252" y="66"/>
                  <a:pt x="257" y="63"/>
                  <a:pt x="263" y="60"/>
                </a:cubicBezTo>
                <a:cubicBezTo>
                  <a:pt x="264" y="59"/>
                  <a:pt x="266" y="58"/>
                  <a:pt x="268" y="58"/>
                </a:cubicBezTo>
                <a:cubicBezTo>
                  <a:pt x="274" y="54"/>
                  <a:pt x="281" y="51"/>
                  <a:pt x="287" y="48"/>
                </a:cubicBezTo>
                <a:cubicBezTo>
                  <a:pt x="290" y="47"/>
                  <a:pt x="292" y="46"/>
                  <a:pt x="294" y="45"/>
                </a:cubicBezTo>
                <a:cubicBezTo>
                  <a:pt x="294" y="44"/>
                  <a:pt x="295" y="44"/>
                  <a:pt x="295" y="44"/>
                </a:cubicBezTo>
                <a:cubicBezTo>
                  <a:pt x="296" y="43"/>
                  <a:pt x="298" y="43"/>
                  <a:pt x="299" y="42"/>
                </a:cubicBezTo>
                <a:cubicBezTo>
                  <a:pt x="302" y="41"/>
                  <a:pt x="304" y="40"/>
                  <a:pt x="307" y="39"/>
                </a:cubicBezTo>
                <a:cubicBezTo>
                  <a:pt x="311" y="37"/>
                  <a:pt x="314" y="36"/>
                  <a:pt x="318" y="35"/>
                </a:cubicBezTo>
                <a:cubicBezTo>
                  <a:pt x="322" y="33"/>
                  <a:pt x="326" y="31"/>
                  <a:pt x="330" y="30"/>
                </a:cubicBezTo>
                <a:cubicBezTo>
                  <a:pt x="332" y="29"/>
                  <a:pt x="335" y="28"/>
                  <a:pt x="338" y="27"/>
                </a:cubicBezTo>
                <a:cubicBezTo>
                  <a:pt x="341" y="26"/>
                  <a:pt x="345" y="25"/>
                  <a:pt x="348" y="24"/>
                </a:cubicBezTo>
                <a:cubicBezTo>
                  <a:pt x="349" y="23"/>
                  <a:pt x="351" y="23"/>
                  <a:pt x="353" y="22"/>
                </a:cubicBezTo>
                <a:cubicBezTo>
                  <a:pt x="355" y="22"/>
                  <a:pt x="357" y="21"/>
                  <a:pt x="359" y="20"/>
                </a:cubicBezTo>
                <a:cubicBezTo>
                  <a:pt x="360" y="20"/>
                  <a:pt x="362" y="19"/>
                  <a:pt x="364" y="19"/>
                </a:cubicBezTo>
                <a:cubicBezTo>
                  <a:pt x="368" y="18"/>
                  <a:pt x="371" y="17"/>
                  <a:pt x="374" y="16"/>
                </a:cubicBezTo>
                <a:cubicBezTo>
                  <a:pt x="377" y="15"/>
                  <a:pt x="380" y="15"/>
                  <a:pt x="382" y="14"/>
                </a:cubicBezTo>
                <a:cubicBezTo>
                  <a:pt x="387" y="13"/>
                  <a:pt x="392" y="12"/>
                  <a:pt x="397" y="11"/>
                </a:cubicBezTo>
                <a:cubicBezTo>
                  <a:pt x="400" y="10"/>
                  <a:pt x="403" y="9"/>
                  <a:pt x="406" y="9"/>
                </a:cubicBezTo>
                <a:cubicBezTo>
                  <a:pt x="407" y="9"/>
                  <a:pt x="407" y="9"/>
                  <a:pt x="408" y="8"/>
                </a:cubicBezTo>
                <a:cubicBezTo>
                  <a:pt x="411" y="8"/>
                  <a:pt x="414" y="7"/>
                  <a:pt x="417" y="7"/>
                </a:cubicBezTo>
                <a:cubicBezTo>
                  <a:pt x="420" y="6"/>
                  <a:pt x="423" y="6"/>
                  <a:pt x="426" y="5"/>
                </a:cubicBezTo>
                <a:cubicBezTo>
                  <a:pt x="428" y="5"/>
                  <a:pt x="430" y="5"/>
                  <a:pt x="432" y="5"/>
                </a:cubicBezTo>
                <a:cubicBezTo>
                  <a:pt x="432" y="4"/>
                  <a:pt x="433" y="4"/>
                  <a:pt x="434" y="4"/>
                </a:cubicBezTo>
                <a:cubicBezTo>
                  <a:pt x="436" y="4"/>
                  <a:pt x="438" y="4"/>
                  <a:pt x="441" y="3"/>
                </a:cubicBezTo>
                <a:cubicBezTo>
                  <a:pt x="445" y="3"/>
                  <a:pt x="448" y="2"/>
                  <a:pt x="452" y="2"/>
                </a:cubicBezTo>
                <a:cubicBezTo>
                  <a:pt x="453" y="2"/>
                  <a:pt x="455" y="2"/>
                  <a:pt x="456" y="2"/>
                </a:cubicBezTo>
                <a:cubicBezTo>
                  <a:pt x="459" y="1"/>
                  <a:pt x="461" y="1"/>
                  <a:pt x="463" y="1"/>
                </a:cubicBezTo>
                <a:cubicBezTo>
                  <a:pt x="465" y="1"/>
                  <a:pt x="466" y="1"/>
                  <a:pt x="467" y="1"/>
                </a:cubicBezTo>
                <a:cubicBezTo>
                  <a:pt x="470" y="1"/>
                  <a:pt x="473" y="0"/>
                  <a:pt x="476" y="0"/>
                </a:cubicBezTo>
                <a:cubicBezTo>
                  <a:pt x="477" y="0"/>
                  <a:pt x="478" y="0"/>
                  <a:pt x="479" y="0"/>
                </a:cubicBezTo>
                <a:cubicBezTo>
                  <a:pt x="483" y="0"/>
                  <a:pt x="486" y="0"/>
                  <a:pt x="490" y="0"/>
                </a:cubicBezTo>
                <a:cubicBezTo>
                  <a:pt x="494" y="0"/>
                  <a:pt x="498" y="0"/>
                  <a:pt x="502" y="0"/>
                </a:cubicBezTo>
                <a:cubicBezTo>
                  <a:pt x="503" y="0"/>
                  <a:pt x="505" y="0"/>
                  <a:pt x="506" y="0"/>
                </a:cubicBezTo>
                <a:cubicBezTo>
                  <a:pt x="508" y="0"/>
                  <a:pt x="509" y="0"/>
                  <a:pt x="510" y="0"/>
                </a:cubicBezTo>
                <a:cubicBezTo>
                  <a:pt x="513" y="0"/>
                  <a:pt x="516" y="0"/>
                  <a:pt x="519" y="0"/>
                </a:cubicBezTo>
                <a:cubicBezTo>
                  <a:pt x="521" y="0"/>
                  <a:pt x="524" y="0"/>
                  <a:pt x="527" y="0"/>
                </a:cubicBezTo>
                <a:cubicBezTo>
                  <a:pt x="527" y="0"/>
                  <a:pt x="528" y="0"/>
                  <a:pt x="528" y="0"/>
                </a:cubicBezTo>
                <a:cubicBezTo>
                  <a:pt x="530" y="0"/>
                  <a:pt x="533" y="1"/>
                  <a:pt x="535" y="1"/>
                </a:cubicBezTo>
                <a:cubicBezTo>
                  <a:pt x="537" y="1"/>
                  <a:pt x="539" y="1"/>
                  <a:pt x="541" y="1"/>
                </a:cubicBezTo>
                <a:cubicBezTo>
                  <a:pt x="543" y="1"/>
                  <a:pt x="545" y="1"/>
                  <a:pt x="547" y="2"/>
                </a:cubicBezTo>
                <a:cubicBezTo>
                  <a:pt x="547" y="2"/>
                  <a:pt x="547" y="2"/>
                  <a:pt x="547" y="2"/>
                </a:cubicBezTo>
                <a:cubicBezTo>
                  <a:pt x="549" y="2"/>
                  <a:pt x="551" y="2"/>
                  <a:pt x="553" y="2"/>
                </a:cubicBezTo>
                <a:cubicBezTo>
                  <a:pt x="558" y="3"/>
                  <a:pt x="563" y="3"/>
                  <a:pt x="568" y="4"/>
                </a:cubicBezTo>
                <a:cubicBezTo>
                  <a:pt x="570" y="4"/>
                  <a:pt x="573" y="5"/>
                  <a:pt x="576" y="5"/>
                </a:cubicBezTo>
                <a:cubicBezTo>
                  <a:pt x="584" y="6"/>
                  <a:pt x="592" y="8"/>
                  <a:pt x="600" y="9"/>
                </a:cubicBezTo>
                <a:cubicBezTo>
                  <a:pt x="602" y="10"/>
                  <a:pt x="604" y="10"/>
                  <a:pt x="606" y="10"/>
                </a:cubicBezTo>
                <a:cubicBezTo>
                  <a:pt x="612" y="12"/>
                  <a:pt x="618" y="13"/>
                  <a:pt x="624" y="15"/>
                </a:cubicBezTo>
                <a:cubicBezTo>
                  <a:pt x="626" y="15"/>
                  <a:pt x="629" y="16"/>
                  <a:pt x="631" y="16"/>
                </a:cubicBezTo>
                <a:cubicBezTo>
                  <a:pt x="633" y="17"/>
                  <a:pt x="634" y="17"/>
                  <a:pt x="636" y="18"/>
                </a:cubicBezTo>
                <a:cubicBezTo>
                  <a:pt x="637" y="18"/>
                  <a:pt x="638" y="18"/>
                  <a:pt x="640" y="19"/>
                </a:cubicBezTo>
                <a:cubicBezTo>
                  <a:pt x="645" y="20"/>
                  <a:pt x="650" y="22"/>
                  <a:pt x="655" y="23"/>
                </a:cubicBezTo>
                <a:cubicBezTo>
                  <a:pt x="657" y="24"/>
                  <a:pt x="659" y="25"/>
                  <a:pt x="661" y="25"/>
                </a:cubicBezTo>
                <a:cubicBezTo>
                  <a:pt x="666" y="27"/>
                  <a:pt x="671" y="29"/>
                  <a:pt x="676" y="31"/>
                </a:cubicBezTo>
                <a:cubicBezTo>
                  <a:pt x="679" y="32"/>
                  <a:pt x="681" y="33"/>
                  <a:pt x="684" y="34"/>
                </a:cubicBezTo>
                <a:cubicBezTo>
                  <a:pt x="688" y="35"/>
                  <a:pt x="693" y="37"/>
                  <a:pt x="698" y="39"/>
                </a:cubicBezTo>
                <a:cubicBezTo>
                  <a:pt x="699" y="40"/>
                  <a:pt x="701" y="41"/>
                  <a:pt x="703" y="42"/>
                </a:cubicBezTo>
                <a:cubicBezTo>
                  <a:pt x="705" y="42"/>
                  <a:pt x="707" y="43"/>
                  <a:pt x="709" y="44"/>
                </a:cubicBezTo>
                <a:cubicBezTo>
                  <a:pt x="722" y="50"/>
                  <a:pt x="735" y="57"/>
                  <a:pt x="747" y="64"/>
                </a:cubicBezTo>
                <a:cubicBezTo>
                  <a:pt x="748" y="64"/>
                  <a:pt x="748" y="64"/>
                  <a:pt x="748" y="64"/>
                </a:cubicBezTo>
                <a:cubicBezTo>
                  <a:pt x="748" y="64"/>
                  <a:pt x="749" y="64"/>
                  <a:pt x="749" y="65"/>
                </a:cubicBezTo>
                <a:cubicBezTo>
                  <a:pt x="751" y="66"/>
                  <a:pt x="753" y="66"/>
                  <a:pt x="754" y="67"/>
                </a:cubicBezTo>
                <a:cubicBezTo>
                  <a:pt x="755" y="68"/>
                  <a:pt x="756" y="68"/>
                  <a:pt x="756" y="69"/>
                </a:cubicBezTo>
                <a:cubicBezTo>
                  <a:pt x="759" y="70"/>
                  <a:pt x="762" y="72"/>
                  <a:pt x="765" y="74"/>
                </a:cubicBezTo>
                <a:cubicBezTo>
                  <a:pt x="765" y="74"/>
                  <a:pt x="765" y="74"/>
                  <a:pt x="765" y="74"/>
                </a:cubicBezTo>
                <a:cubicBezTo>
                  <a:pt x="769" y="76"/>
                  <a:pt x="773" y="79"/>
                  <a:pt x="776" y="81"/>
                </a:cubicBezTo>
                <a:cubicBezTo>
                  <a:pt x="780" y="84"/>
                  <a:pt x="784" y="86"/>
                  <a:pt x="788" y="89"/>
                </a:cubicBezTo>
                <a:cubicBezTo>
                  <a:pt x="788" y="89"/>
                  <a:pt x="788" y="89"/>
                  <a:pt x="788" y="89"/>
                </a:cubicBezTo>
                <a:cubicBezTo>
                  <a:pt x="795" y="94"/>
                  <a:pt x="803" y="99"/>
                  <a:pt x="810" y="105"/>
                </a:cubicBezTo>
                <a:cubicBezTo>
                  <a:pt x="812" y="107"/>
                  <a:pt x="814" y="109"/>
                  <a:pt x="817" y="110"/>
                </a:cubicBezTo>
                <a:cubicBezTo>
                  <a:pt x="817" y="111"/>
                  <a:pt x="817" y="111"/>
                  <a:pt x="817" y="111"/>
                </a:cubicBezTo>
                <a:cubicBezTo>
                  <a:pt x="819" y="112"/>
                  <a:pt x="822" y="114"/>
                  <a:pt x="824" y="116"/>
                </a:cubicBezTo>
                <a:cubicBezTo>
                  <a:pt x="826" y="118"/>
                  <a:pt x="828" y="120"/>
                  <a:pt x="831" y="122"/>
                </a:cubicBezTo>
                <a:cubicBezTo>
                  <a:pt x="831" y="122"/>
                  <a:pt x="831" y="122"/>
                  <a:pt x="831" y="122"/>
                </a:cubicBezTo>
                <a:cubicBezTo>
                  <a:pt x="833" y="124"/>
                  <a:pt x="835" y="126"/>
                  <a:pt x="837" y="128"/>
                </a:cubicBezTo>
                <a:cubicBezTo>
                  <a:pt x="840" y="130"/>
                  <a:pt x="842" y="132"/>
                  <a:pt x="844" y="134"/>
                </a:cubicBezTo>
                <a:cubicBezTo>
                  <a:pt x="844" y="134"/>
                  <a:pt x="844" y="134"/>
                  <a:pt x="844" y="134"/>
                </a:cubicBezTo>
                <a:cubicBezTo>
                  <a:pt x="846" y="136"/>
                  <a:pt x="849" y="138"/>
                  <a:pt x="851" y="140"/>
                </a:cubicBezTo>
                <a:cubicBezTo>
                  <a:pt x="853" y="142"/>
                  <a:pt x="855" y="145"/>
                  <a:pt x="857" y="147"/>
                </a:cubicBezTo>
                <a:cubicBezTo>
                  <a:pt x="857" y="147"/>
                  <a:pt x="857" y="147"/>
                  <a:pt x="857" y="147"/>
                </a:cubicBezTo>
                <a:cubicBezTo>
                  <a:pt x="859" y="149"/>
                  <a:pt x="861" y="151"/>
                  <a:pt x="864" y="153"/>
                </a:cubicBezTo>
                <a:cubicBezTo>
                  <a:pt x="868" y="158"/>
                  <a:pt x="872" y="162"/>
                  <a:pt x="876" y="166"/>
                </a:cubicBezTo>
                <a:cubicBezTo>
                  <a:pt x="878" y="169"/>
                  <a:pt x="880" y="171"/>
                  <a:pt x="882" y="173"/>
                </a:cubicBezTo>
                <a:cubicBezTo>
                  <a:pt x="883" y="174"/>
                  <a:pt x="884" y="175"/>
                  <a:pt x="884" y="176"/>
                </a:cubicBezTo>
                <a:cubicBezTo>
                  <a:pt x="887" y="179"/>
                  <a:pt x="889" y="182"/>
                  <a:pt x="892" y="185"/>
                </a:cubicBezTo>
                <a:cubicBezTo>
                  <a:pt x="894" y="188"/>
                  <a:pt x="897" y="191"/>
                  <a:pt x="899" y="194"/>
                </a:cubicBezTo>
                <a:cubicBezTo>
                  <a:pt x="900" y="195"/>
                  <a:pt x="900" y="196"/>
                  <a:pt x="901" y="197"/>
                </a:cubicBezTo>
                <a:cubicBezTo>
                  <a:pt x="903" y="199"/>
                  <a:pt x="905" y="202"/>
                  <a:pt x="907" y="205"/>
                </a:cubicBezTo>
                <a:cubicBezTo>
                  <a:pt x="907" y="205"/>
                  <a:pt x="907" y="205"/>
                  <a:pt x="907" y="205"/>
                </a:cubicBezTo>
                <a:cubicBezTo>
                  <a:pt x="907" y="205"/>
                  <a:pt x="907" y="205"/>
                  <a:pt x="907" y="205"/>
                </a:cubicBezTo>
                <a:cubicBezTo>
                  <a:pt x="908" y="205"/>
                  <a:pt x="908" y="206"/>
                  <a:pt x="908" y="206"/>
                </a:cubicBezTo>
                <a:cubicBezTo>
                  <a:pt x="908" y="206"/>
                  <a:pt x="908" y="206"/>
                  <a:pt x="908" y="206"/>
                </a:cubicBezTo>
                <a:cubicBezTo>
                  <a:pt x="912" y="211"/>
                  <a:pt x="915" y="216"/>
                  <a:pt x="919" y="221"/>
                </a:cubicBezTo>
                <a:cubicBezTo>
                  <a:pt x="919" y="221"/>
                  <a:pt x="919" y="222"/>
                  <a:pt x="919" y="222"/>
                </a:cubicBezTo>
                <a:cubicBezTo>
                  <a:pt x="919" y="222"/>
                  <a:pt x="920" y="223"/>
                  <a:pt x="921" y="224"/>
                </a:cubicBezTo>
                <a:cubicBezTo>
                  <a:pt x="922" y="226"/>
                  <a:pt x="922" y="227"/>
                  <a:pt x="923" y="228"/>
                </a:cubicBezTo>
                <a:cubicBezTo>
                  <a:pt x="924" y="229"/>
                  <a:pt x="924" y="229"/>
                  <a:pt x="924" y="229"/>
                </a:cubicBezTo>
                <a:cubicBezTo>
                  <a:pt x="924" y="229"/>
                  <a:pt x="924" y="229"/>
                  <a:pt x="924" y="229"/>
                </a:cubicBezTo>
                <a:cubicBezTo>
                  <a:pt x="925" y="231"/>
                  <a:pt x="926" y="233"/>
                  <a:pt x="928" y="235"/>
                </a:cubicBezTo>
                <a:cubicBezTo>
                  <a:pt x="929" y="237"/>
                  <a:pt x="930" y="239"/>
                  <a:pt x="931" y="241"/>
                </a:cubicBezTo>
                <a:cubicBezTo>
                  <a:pt x="932" y="243"/>
                  <a:pt x="934" y="245"/>
                  <a:pt x="935" y="247"/>
                </a:cubicBezTo>
                <a:cubicBezTo>
                  <a:pt x="936" y="249"/>
                  <a:pt x="938" y="252"/>
                  <a:pt x="939" y="254"/>
                </a:cubicBezTo>
                <a:cubicBezTo>
                  <a:pt x="940" y="256"/>
                  <a:pt x="941" y="257"/>
                  <a:pt x="941" y="258"/>
                </a:cubicBezTo>
                <a:cubicBezTo>
                  <a:pt x="943" y="260"/>
                  <a:pt x="944" y="262"/>
                  <a:pt x="945" y="264"/>
                </a:cubicBezTo>
                <a:cubicBezTo>
                  <a:pt x="947" y="268"/>
                  <a:pt x="949" y="272"/>
                  <a:pt x="951" y="276"/>
                </a:cubicBezTo>
                <a:cubicBezTo>
                  <a:pt x="952" y="278"/>
                  <a:pt x="953" y="281"/>
                  <a:pt x="954" y="283"/>
                </a:cubicBezTo>
                <a:cubicBezTo>
                  <a:pt x="955" y="285"/>
                  <a:pt x="956" y="287"/>
                  <a:pt x="957" y="289"/>
                </a:cubicBezTo>
                <a:cubicBezTo>
                  <a:pt x="958" y="291"/>
                  <a:pt x="959" y="293"/>
                  <a:pt x="960" y="295"/>
                </a:cubicBezTo>
                <a:cubicBezTo>
                  <a:pt x="962" y="299"/>
                  <a:pt x="964" y="303"/>
                  <a:pt x="965" y="307"/>
                </a:cubicBezTo>
                <a:cubicBezTo>
                  <a:pt x="966" y="309"/>
                  <a:pt x="967" y="312"/>
                  <a:pt x="968" y="314"/>
                </a:cubicBezTo>
                <a:cubicBezTo>
                  <a:pt x="969" y="316"/>
                  <a:pt x="970" y="318"/>
                  <a:pt x="970" y="320"/>
                </a:cubicBezTo>
                <a:cubicBezTo>
                  <a:pt x="971" y="322"/>
                  <a:pt x="972" y="324"/>
                  <a:pt x="973" y="326"/>
                </a:cubicBezTo>
                <a:cubicBezTo>
                  <a:pt x="973" y="326"/>
                  <a:pt x="973" y="326"/>
                  <a:pt x="973" y="326"/>
                </a:cubicBezTo>
                <a:cubicBezTo>
                  <a:pt x="973" y="327"/>
                  <a:pt x="973" y="327"/>
                  <a:pt x="973" y="328"/>
                </a:cubicBezTo>
                <a:cubicBezTo>
                  <a:pt x="973" y="328"/>
                  <a:pt x="973" y="328"/>
                  <a:pt x="973" y="328"/>
                </a:cubicBezTo>
                <a:cubicBezTo>
                  <a:pt x="974" y="329"/>
                  <a:pt x="974" y="330"/>
                  <a:pt x="974" y="330"/>
                </a:cubicBezTo>
                <a:cubicBezTo>
                  <a:pt x="974" y="331"/>
                  <a:pt x="974" y="331"/>
                  <a:pt x="974" y="331"/>
                </a:cubicBezTo>
                <a:cubicBezTo>
                  <a:pt x="974" y="331"/>
                  <a:pt x="974" y="331"/>
                  <a:pt x="974" y="331"/>
                </a:cubicBezTo>
                <a:cubicBezTo>
                  <a:pt x="974" y="331"/>
                  <a:pt x="975" y="331"/>
                  <a:pt x="975" y="331"/>
                </a:cubicBezTo>
                <a:cubicBezTo>
                  <a:pt x="975" y="332"/>
                  <a:pt x="976" y="334"/>
                  <a:pt x="976" y="336"/>
                </a:cubicBezTo>
                <a:cubicBezTo>
                  <a:pt x="977" y="337"/>
                  <a:pt x="977" y="338"/>
                  <a:pt x="978" y="339"/>
                </a:cubicBezTo>
                <a:cubicBezTo>
                  <a:pt x="978" y="341"/>
                  <a:pt x="979" y="343"/>
                  <a:pt x="979" y="345"/>
                </a:cubicBezTo>
                <a:cubicBezTo>
                  <a:pt x="980" y="347"/>
                  <a:pt x="981" y="349"/>
                  <a:pt x="981" y="351"/>
                </a:cubicBezTo>
                <a:cubicBezTo>
                  <a:pt x="981" y="351"/>
                  <a:pt x="981" y="351"/>
                  <a:pt x="981" y="352"/>
                </a:cubicBezTo>
                <a:cubicBezTo>
                  <a:pt x="982" y="352"/>
                  <a:pt x="982" y="353"/>
                  <a:pt x="982" y="354"/>
                </a:cubicBezTo>
                <a:cubicBezTo>
                  <a:pt x="983" y="355"/>
                  <a:pt x="983" y="356"/>
                  <a:pt x="983" y="358"/>
                </a:cubicBezTo>
                <a:cubicBezTo>
                  <a:pt x="983" y="358"/>
                  <a:pt x="984" y="358"/>
                  <a:pt x="984" y="359"/>
                </a:cubicBezTo>
                <a:cubicBezTo>
                  <a:pt x="985" y="362"/>
                  <a:pt x="986" y="365"/>
                  <a:pt x="987" y="369"/>
                </a:cubicBezTo>
                <a:cubicBezTo>
                  <a:pt x="987" y="372"/>
                  <a:pt x="988" y="375"/>
                  <a:pt x="989" y="378"/>
                </a:cubicBezTo>
                <a:cubicBezTo>
                  <a:pt x="989" y="380"/>
                  <a:pt x="990" y="381"/>
                  <a:pt x="990" y="383"/>
                </a:cubicBezTo>
                <a:cubicBezTo>
                  <a:pt x="991" y="385"/>
                  <a:pt x="991" y="387"/>
                  <a:pt x="992" y="389"/>
                </a:cubicBezTo>
                <a:cubicBezTo>
                  <a:pt x="992" y="391"/>
                  <a:pt x="993" y="394"/>
                  <a:pt x="993" y="397"/>
                </a:cubicBezTo>
                <a:cubicBezTo>
                  <a:pt x="994" y="398"/>
                  <a:pt x="994" y="398"/>
                  <a:pt x="994" y="398"/>
                </a:cubicBezTo>
                <a:cubicBezTo>
                  <a:pt x="994" y="399"/>
                  <a:pt x="994" y="400"/>
                  <a:pt x="994" y="401"/>
                </a:cubicBezTo>
                <a:cubicBezTo>
                  <a:pt x="995" y="407"/>
                  <a:pt x="997" y="413"/>
                  <a:pt x="998" y="419"/>
                </a:cubicBezTo>
                <a:cubicBezTo>
                  <a:pt x="998" y="421"/>
                  <a:pt x="998" y="423"/>
                  <a:pt x="999" y="426"/>
                </a:cubicBezTo>
                <a:cubicBezTo>
                  <a:pt x="999" y="428"/>
                  <a:pt x="999" y="430"/>
                  <a:pt x="1000" y="432"/>
                </a:cubicBezTo>
                <a:cubicBezTo>
                  <a:pt x="1000" y="434"/>
                  <a:pt x="1000" y="437"/>
                  <a:pt x="1001" y="439"/>
                </a:cubicBezTo>
                <a:cubicBezTo>
                  <a:pt x="1001" y="441"/>
                  <a:pt x="1001" y="443"/>
                  <a:pt x="1001" y="444"/>
                </a:cubicBezTo>
                <a:cubicBezTo>
                  <a:pt x="1002" y="451"/>
                  <a:pt x="1002" y="457"/>
                  <a:pt x="1003" y="463"/>
                </a:cubicBezTo>
                <a:cubicBezTo>
                  <a:pt x="1003" y="470"/>
                  <a:pt x="1004" y="476"/>
                  <a:pt x="1004" y="482"/>
                </a:cubicBezTo>
                <a:cubicBezTo>
                  <a:pt x="1004" y="489"/>
                  <a:pt x="1004" y="495"/>
                  <a:pt x="1004" y="502"/>
                </a:cubicBezTo>
                <a:close/>
              </a:path>
            </a:pathLst>
          </a:custGeom>
          <a:solidFill>
            <a:srgbClr val="E9F3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39" name="Google Shape;539;p12"/>
          <p:cNvGrpSpPr/>
          <p:nvPr/>
        </p:nvGrpSpPr>
        <p:grpSpPr>
          <a:xfrm>
            <a:off x="4798739" y="1708476"/>
            <a:ext cx="2813707" cy="2874441"/>
            <a:chOff x="1886" y="566"/>
            <a:chExt cx="2185" cy="2233"/>
          </a:xfrm>
        </p:grpSpPr>
        <p:sp>
          <p:nvSpPr>
            <p:cNvPr id="540" name="Google Shape;540;p12"/>
            <p:cNvSpPr/>
            <p:nvPr/>
          </p:nvSpPr>
          <p:spPr>
            <a:xfrm>
              <a:off x="2753" y="566"/>
              <a:ext cx="751" cy="325"/>
            </a:xfrm>
            <a:custGeom>
              <a:rect b="b" l="l" r="r" t="t"/>
              <a:pathLst>
                <a:path extrusionOk="0" h="137" w="317">
                  <a:moveTo>
                    <a:pt x="302" y="14"/>
                  </a:moveTo>
                  <a:cubicBezTo>
                    <a:pt x="315" y="10"/>
                    <a:pt x="313" y="17"/>
                    <a:pt x="302" y="14"/>
                  </a:cubicBezTo>
                  <a:close/>
                  <a:moveTo>
                    <a:pt x="51" y="16"/>
                  </a:moveTo>
                  <a:cubicBezTo>
                    <a:pt x="52" y="14"/>
                    <a:pt x="55" y="14"/>
                    <a:pt x="57" y="13"/>
                  </a:cubicBezTo>
                  <a:cubicBezTo>
                    <a:pt x="57" y="16"/>
                    <a:pt x="58" y="17"/>
                    <a:pt x="60" y="17"/>
                  </a:cubicBezTo>
                  <a:cubicBezTo>
                    <a:pt x="58" y="22"/>
                    <a:pt x="56" y="14"/>
                    <a:pt x="51" y="16"/>
                  </a:cubicBezTo>
                  <a:close/>
                  <a:moveTo>
                    <a:pt x="62" y="14"/>
                  </a:moveTo>
                  <a:cubicBezTo>
                    <a:pt x="65" y="11"/>
                    <a:pt x="71" y="15"/>
                    <a:pt x="75" y="14"/>
                  </a:cubicBezTo>
                  <a:cubicBezTo>
                    <a:pt x="72" y="18"/>
                    <a:pt x="67" y="13"/>
                    <a:pt x="62" y="14"/>
                  </a:cubicBezTo>
                  <a:close/>
                  <a:moveTo>
                    <a:pt x="123" y="108"/>
                  </a:moveTo>
                  <a:cubicBezTo>
                    <a:pt x="124" y="106"/>
                    <a:pt x="132" y="102"/>
                    <a:pt x="131" y="107"/>
                  </a:cubicBezTo>
                  <a:cubicBezTo>
                    <a:pt x="128" y="104"/>
                    <a:pt x="128" y="109"/>
                    <a:pt x="123" y="108"/>
                  </a:cubicBezTo>
                  <a:close/>
                  <a:moveTo>
                    <a:pt x="252" y="5"/>
                  </a:moveTo>
                  <a:cubicBezTo>
                    <a:pt x="256" y="3"/>
                    <a:pt x="263" y="3"/>
                    <a:pt x="269" y="3"/>
                  </a:cubicBezTo>
                  <a:cubicBezTo>
                    <a:pt x="265" y="5"/>
                    <a:pt x="258" y="5"/>
                    <a:pt x="252" y="5"/>
                  </a:cubicBezTo>
                  <a:close/>
                  <a:moveTo>
                    <a:pt x="265" y="59"/>
                  </a:moveTo>
                  <a:cubicBezTo>
                    <a:pt x="268" y="58"/>
                    <a:pt x="270" y="58"/>
                    <a:pt x="268" y="54"/>
                  </a:cubicBezTo>
                  <a:cubicBezTo>
                    <a:pt x="264" y="53"/>
                    <a:pt x="264" y="56"/>
                    <a:pt x="262" y="54"/>
                  </a:cubicBezTo>
                  <a:cubicBezTo>
                    <a:pt x="263" y="50"/>
                    <a:pt x="279" y="55"/>
                    <a:pt x="270" y="55"/>
                  </a:cubicBezTo>
                  <a:cubicBezTo>
                    <a:pt x="270" y="59"/>
                    <a:pt x="273" y="59"/>
                    <a:pt x="277" y="59"/>
                  </a:cubicBezTo>
                  <a:cubicBezTo>
                    <a:pt x="274" y="63"/>
                    <a:pt x="270" y="58"/>
                    <a:pt x="265" y="59"/>
                  </a:cubicBezTo>
                  <a:close/>
                  <a:moveTo>
                    <a:pt x="259" y="10"/>
                  </a:moveTo>
                  <a:cubicBezTo>
                    <a:pt x="264" y="7"/>
                    <a:pt x="271" y="6"/>
                    <a:pt x="278" y="6"/>
                  </a:cubicBezTo>
                  <a:cubicBezTo>
                    <a:pt x="274" y="10"/>
                    <a:pt x="265" y="9"/>
                    <a:pt x="259" y="10"/>
                  </a:cubicBezTo>
                  <a:close/>
                  <a:moveTo>
                    <a:pt x="301" y="6"/>
                  </a:moveTo>
                  <a:cubicBezTo>
                    <a:pt x="300" y="6"/>
                    <a:pt x="300" y="7"/>
                    <a:pt x="298" y="6"/>
                  </a:cubicBezTo>
                  <a:cubicBezTo>
                    <a:pt x="287" y="6"/>
                    <a:pt x="287" y="6"/>
                    <a:pt x="287" y="6"/>
                  </a:cubicBezTo>
                  <a:cubicBezTo>
                    <a:pt x="288" y="12"/>
                    <a:pt x="295" y="7"/>
                    <a:pt x="298" y="7"/>
                  </a:cubicBezTo>
                  <a:cubicBezTo>
                    <a:pt x="301" y="8"/>
                    <a:pt x="296" y="9"/>
                    <a:pt x="297" y="11"/>
                  </a:cubicBezTo>
                  <a:cubicBezTo>
                    <a:pt x="300" y="11"/>
                    <a:pt x="304" y="10"/>
                    <a:pt x="308" y="10"/>
                  </a:cubicBezTo>
                  <a:cubicBezTo>
                    <a:pt x="311" y="11"/>
                    <a:pt x="314" y="13"/>
                    <a:pt x="317" y="15"/>
                  </a:cubicBezTo>
                  <a:cubicBezTo>
                    <a:pt x="311" y="17"/>
                    <a:pt x="306" y="20"/>
                    <a:pt x="304" y="24"/>
                  </a:cubicBezTo>
                  <a:cubicBezTo>
                    <a:pt x="302" y="18"/>
                    <a:pt x="295" y="26"/>
                    <a:pt x="293" y="28"/>
                  </a:cubicBezTo>
                  <a:cubicBezTo>
                    <a:pt x="297" y="28"/>
                    <a:pt x="297" y="28"/>
                    <a:pt x="297" y="28"/>
                  </a:cubicBezTo>
                  <a:cubicBezTo>
                    <a:pt x="297" y="29"/>
                    <a:pt x="298" y="30"/>
                    <a:pt x="299" y="31"/>
                  </a:cubicBezTo>
                  <a:cubicBezTo>
                    <a:pt x="309" y="28"/>
                    <a:pt x="305" y="35"/>
                    <a:pt x="302" y="36"/>
                  </a:cubicBezTo>
                  <a:cubicBezTo>
                    <a:pt x="303" y="36"/>
                    <a:pt x="291" y="29"/>
                    <a:pt x="290" y="36"/>
                  </a:cubicBezTo>
                  <a:cubicBezTo>
                    <a:pt x="294" y="36"/>
                    <a:pt x="298" y="36"/>
                    <a:pt x="298" y="40"/>
                  </a:cubicBezTo>
                  <a:cubicBezTo>
                    <a:pt x="291" y="43"/>
                    <a:pt x="293" y="43"/>
                    <a:pt x="298" y="47"/>
                  </a:cubicBezTo>
                  <a:cubicBezTo>
                    <a:pt x="292" y="51"/>
                    <a:pt x="284" y="52"/>
                    <a:pt x="277" y="55"/>
                  </a:cubicBezTo>
                  <a:cubicBezTo>
                    <a:pt x="279" y="55"/>
                    <a:pt x="281" y="54"/>
                    <a:pt x="282" y="56"/>
                  </a:cubicBezTo>
                  <a:cubicBezTo>
                    <a:pt x="274" y="62"/>
                    <a:pt x="280" y="62"/>
                    <a:pt x="279" y="71"/>
                  </a:cubicBezTo>
                  <a:cubicBezTo>
                    <a:pt x="273" y="70"/>
                    <a:pt x="268" y="69"/>
                    <a:pt x="263" y="64"/>
                  </a:cubicBezTo>
                  <a:cubicBezTo>
                    <a:pt x="260" y="67"/>
                    <a:pt x="250" y="64"/>
                    <a:pt x="249" y="70"/>
                  </a:cubicBezTo>
                  <a:cubicBezTo>
                    <a:pt x="254" y="69"/>
                    <a:pt x="257" y="67"/>
                    <a:pt x="262" y="66"/>
                  </a:cubicBezTo>
                  <a:cubicBezTo>
                    <a:pt x="262" y="69"/>
                    <a:pt x="260" y="69"/>
                    <a:pt x="260" y="70"/>
                  </a:cubicBezTo>
                  <a:cubicBezTo>
                    <a:pt x="253" y="70"/>
                    <a:pt x="253" y="70"/>
                    <a:pt x="253" y="70"/>
                  </a:cubicBezTo>
                  <a:cubicBezTo>
                    <a:pt x="254" y="74"/>
                    <a:pt x="257" y="71"/>
                    <a:pt x="261" y="71"/>
                  </a:cubicBezTo>
                  <a:cubicBezTo>
                    <a:pt x="265" y="72"/>
                    <a:pt x="272" y="70"/>
                    <a:pt x="274" y="72"/>
                  </a:cubicBezTo>
                  <a:cubicBezTo>
                    <a:pt x="259" y="82"/>
                    <a:pt x="240" y="81"/>
                    <a:pt x="226" y="85"/>
                  </a:cubicBezTo>
                  <a:cubicBezTo>
                    <a:pt x="215" y="88"/>
                    <a:pt x="207" y="98"/>
                    <a:pt x="194" y="100"/>
                  </a:cubicBezTo>
                  <a:cubicBezTo>
                    <a:pt x="192" y="99"/>
                    <a:pt x="194" y="98"/>
                    <a:pt x="194" y="96"/>
                  </a:cubicBezTo>
                  <a:cubicBezTo>
                    <a:pt x="190" y="101"/>
                    <a:pt x="185" y="99"/>
                    <a:pt x="180" y="102"/>
                  </a:cubicBezTo>
                  <a:cubicBezTo>
                    <a:pt x="176" y="109"/>
                    <a:pt x="172" y="116"/>
                    <a:pt x="163" y="118"/>
                  </a:cubicBezTo>
                  <a:cubicBezTo>
                    <a:pt x="160" y="127"/>
                    <a:pt x="156" y="134"/>
                    <a:pt x="148" y="137"/>
                  </a:cubicBezTo>
                  <a:cubicBezTo>
                    <a:pt x="144" y="135"/>
                    <a:pt x="139" y="129"/>
                    <a:pt x="129" y="131"/>
                  </a:cubicBezTo>
                  <a:cubicBezTo>
                    <a:pt x="127" y="122"/>
                    <a:pt x="121" y="110"/>
                    <a:pt x="119" y="95"/>
                  </a:cubicBezTo>
                  <a:cubicBezTo>
                    <a:pt x="124" y="93"/>
                    <a:pt x="123" y="94"/>
                    <a:pt x="121" y="88"/>
                  </a:cubicBezTo>
                  <a:cubicBezTo>
                    <a:pt x="127" y="83"/>
                    <a:pt x="139" y="81"/>
                    <a:pt x="143" y="77"/>
                  </a:cubicBezTo>
                  <a:cubicBezTo>
                    <a:pt x="142" y="71"/>
                    <a:pt x="136" y="71"/>
                    <a:pt x="130" y="69"/>
                  </a:cubicBezTo>
                  <a:cubicBezTo>
                    <a:pt x="144" y="69"/>
                    <a:pt x="144" y="69"/>
                    <a:pt x="144" y="69"/>
                  </a:cubicBezTo>
                  <a:cubicBezTo>
                    <a:pt x="144" y="70"/>
                    <a:pt x="146" y="70"/>
                    <a:pt x="146" y="70"/>
                  </a:cubicBezTo>
                  <a:cubicBezTo>
                    <a:pt x="145" y="66"/>
                    <a:pt x="143" y="63"/>
                    <a:pt x="140" y="62"/>
                  </a:cubicBezTo>
                  <a:cubicBezTo>
                    <a:pt x="140" y="61"/>
                    <a:pt x="140" y="61"/>
                    <a:pt x="140" y="61"/>
                  </a:cubicBezTo>
                  <a:cubicBezTo>
                    <a:pt x="135" y="60"/>
                    <a:pt x="133" y="64"/>
                    <a:pt x="128" y="63"/>
                  </a:cubicBezTo>
                  <a:cubicBezTo>
                    <a:pt x="133" y="59"/>
                    <a:pt x="136" y="57"/>
                    <a:pt x="136" y="54"/>
                  </a:cubicBezTo>
                  <a:cubicBezTo>
                    <a:pt x="136" y="47"/>
                    <a:pt x="131" y="45"/>
                    <a:pt x="131" y="39"/>
                  </a:cubicBezTo>
                  <a:cubicBezTo>
                    <a:pt x="116" y="34"/>
                    <a:pt x="98" y="42"/>
                    <a:pt x="91" y="35"/>
                  </a:cubicBezTo>
                  <a:cubicBezTo>
                    <a:pt x="94" y="35"/>
                    <a:pt x="94" y="35"/>
                    <a:pt x="94" y="35"/>
                  </a:cubicBezTo>
                  <a:cubicBezTo>
                    <a:pt x="98" y="34"/>
                    <a:pt x="91" y="34"/>
                    <a:pt x="90" y="34"/>
                  </a:cubicBezTo>
                  <a:cubicBezTo>
                    <a:pt x="92" y="31"/>
                    <a:pt x="102" y="35"/>
                    <a:pt x="105" y="32"/>
                  </a:cubicBezTo>
                  <a:cubicBezTo>
                    <a:pt x="105" y="32"/>
                    <a:pt x="106" y="31"/>
                    <a:pt x="105" y="31"/>
                  </a:cubicBezTo>
                  <a:cubicBezTo>
                    <a:pt x="95" y="32"/>
                    <a:pt x="92" y="28"/>
                    <a:pt x="85" y="26"/>
                  </a:cubicBezTo>
                  <a:cubicBezTo>
                    <a:pt x="99" y="22"/>
                    <a:pt x="117" y="23"/>
                    <a:pt x="128" y="17"/>
                  </a:cubicBezTo>
                  <a:cubicBezTo>
                    <a:pt x="125" y="16"/>
                    <a:pt x="120" y="18"/>
                    <a:pt x="119" y="16"/>
                  </a:cubicBezTo>
                  <a:cubicBezTo>
                    <a:pt x="128" y="12"/>
                    <a:pt x="146" y="16"/>
                    <a:pt x="151" y="7"/>
                  </a:cubicBezTo>
                  <a:cubicBezTo>
                    <a:pt x="148" y="7"/>
                    <a:pt x="149" y="10"/>
                    <a:pt x="145" y="9"/>
                  </a:cubicBezTo>
                  <a:cubicBezTo>
                    <a:pt x="138" y="8"/>
                    <a:pt x="133" y="10"/>
                    <a:pt x="127" y="10"/>
                  </a:cubicBezTo>
                  <a:cubicBezTo>
                    <a:pt x="126" y="13"/>
                    <a:pt x="132" y="9"/>
                    <a:pt x="131" y="12"/>
                  </a:cubicBezTo>
                  <a:cubicBezTo>
                    <a:pt x="109" y="12"/>
                    <a:pt x="96" y="20"/>
                    <a:pt x="76" y="23"/>
                  </a:cubicBezTo>
                  <a:cubicBezTo>
                    <a:pt x="89" y="24"/>
                    <a:pt x="58" y="31"/>
                    <a:pt x="53" y="31"/>
                  </a:cubicBezTo>
                  <a:cubicBezTo>
                    <a:pt x="51" y="34"/>
                    <a:pt x="59" y="33"/>
                    <a:pt x="55" y="35"/>
                  </a:cubicBezTo>
                  <a:cubicBezTo>
                    <a:pt x="49" y="36"/>
                    <a:pt x="41" y="36"/>
                    <a:pt x="34" y="36"/>
                  </a:cubicBezTo>
                  <a:cubicBezTo>
                    <a:pt x="34" y="36"/>
                    <a:pt x="33" y="36"/>
                    <a:pt x="33" y="36"/>
                  </a:cubicBezTo>
                  <a:cubicBezTo>
                    <a:pt x="32" y="36"/>
                    <a:pt x="31" y="36"/>
                    <a:pt x="30" y="36"/>
                  </a:cubicBezTo>
                  <a:cubicBezTo>
                    <a:pt x="22" y="36"/>
                    <a:pt x="13" y="36"/>
                    <a:pt x="5" y="34"/>
                  </a:cubicBezTo>
                  <a:cubicBezTo>
                    <a:pt x="4" y="34"/>
                    <a:pt x="4" y="34"/>
                    <a:pt x="3" y="34"/>
                  </a:cubicBezTo>
                  <a:cubicBezTo>
                    <a:pt x="7" y="32"/>
                    <a:pt x="14" y="33"/>
                    <a:pt x="20" y="31"/>
                  </a:cubicBezTo>
                  <a:cubicBezTo>
                    <a:pt x="17" y="31"/>
                    <a:pt x="17" y="27"/>
                    <a:pt x="20" y="28"/>
                  </a:cubicBezTo>
                  <a:cubicBezTo>
                    <a:pt x="24" y="28"/>
                    <a:pt x="29" y="28"/>
                    <a:pt x="30" y="31"/>
                  </a:cubicBezTo>
                  <a:cubicBezTo>
                    <a:pt x="34" y="26"/>
                    <a:pt x="39" y="24"/>
                    <a:pt x="48" y="25"/>
                  </a:cubicBezTo>
                  <a:cubicBezTo>
                    <a:pt x="48" y="23"/>
                    <a:pt x="46" y="22"/>
                    <a:pt x="44" y="23"/>
                  </a:cubicBezTo>
                  <a:cubicBezTo>
                    <a:pt x="32" y="18"/>
                    <a:pt x="12" y="34"/>
                    <a:pt x="3" y="21"/>
                  </a:cubicBezTo>
                  <a:cubicBezTo>
                    <a:pt x="21" y="21"/>
                    <a:pt x="0" y="21"/>
                    <a:pt x="1" y="17"/>
                  </a:cubicBezTo>
                  <a:cubicBezTo>
                    <a:pt x="13" y="15"/>
                    <a:pt x="21" y="5"/>
                    <a:pt x="32" y="14"/>
                  </a:cubicBezTo>
                  <a:cubicBezTo>
                    <a:pt x="35" y="15"/>
                    <a:pt x="41" y="13"/>
                    <a:pt x="39" y="18"/>
                  </a:cubicBezTo>
                  <a:cubicBezTo>
                    <a:pt x="41" y="17"/>
                    <a:pt x="42" y="16"/>
                    <a:pt x="44" y="14"/>
                  </a:cubicBezTo>
                  <a:cubicBezTo>
                    <a:pt x="43" y="12"/>
                    <a:pt x="37" y="14"/>
                    <a:pt x="34" y="13"/>
                  </a:cubicBezTo>
                  <a:cubicBezTo>
                    <a:pt x="34" y="12"/>
                    <a:pt x="34" y="12"/>
                    <a:pt x="34" y="12"/>
                  </a:cubicBezTo>
                  <a:cubicBezTo>
                    <a:pt x="37" y="8"/>
                    <a:pt x="28" y="10"/>
                    <a:pt x="32" y="9"/>
                  </a:cubicBezTo>
                  <a:cubicBezTo>
                    <a:pt x="66" y="7"/>
                    <a:pt x="98" y="1"/>
                    <a:pt x="128" y="3"/>
                  </a:cubicBezTo>
                  <a:cubicBezTo>
                    <a:pt x="128" y="4"/>
                    <a:pt x="127" y="4"/>
                    <a:pt x="127" y="5"/>
                  </a:cubicBezTo>
                  <a:cubicBezTo>
                    <a:pt x="130" y="5"/>
                    <a:pt x="133" y="6"/>
                    <a:pt x="135" y="4"/>
                  </a:cubicBezTo>
                  <a:cubicBezTo>
                    <a:pt x="158" y="7"/>
                    <a:pt x="184" y="10"/>
                    <a:pt x="195" y="5"/>
                  </a:cubicBezTo>
                  <a:cubicBezTo>
                    <a:pt x="200" y="5"/>
                    <a:pt x="214" y="10"/>
                    <a:pt x="210" y="7"/>
                  </a:cubicBezTo>
                  <a:cubicBezTo>
                    <a:pt x="210" y="6"/>
                    <a:pt x="207" y="7"/>
                    <a:pt x="207" y="5"/>
                  </a:cubicBezTo>
                  <a:cubicBezTo>
                    <a:pt x="214" y="5"/>
                    <a:pt x="210" y="1"/>
                    <a:pt x="222" y="3"/>
                  </a:cubicBezTo>
                  <a:cubicBezTo>
                    <a:pt x="223" y="8"/>
                    <a:pt x="228" y="3"/>
                    <a:pt x="231" y="5"/>
                  </a:cubicBezTo>
                  <a:cubicBezTo>
                    <a:pt x="237" y="5"/>
                    <a:pt x="243" y="0"/>
                    <a:pt x="255" y="2"/>
                  </a:cubicBezTo>
                  <a:cubicBezTo>
                    <a:pt x="276" y="2"/>
                    <a:pt x="276" y="2"/>
                    <a:pt x="276" y="2"/>
                  </a:cubicBezTo>
                  <a:cubicBezTo>
                    <a:pt x="276" y="3"/>
                    <a:pt x="275" y="3"/>
                    <a:pt x="275" y="4"/>
                  </a:cubicBezTo>
                  <a:cubicBezTo>
                    <a:pt x="277" y="3"/>
                    <a:pt x="283" y="5"/>
                    <a:pt x="284" y="3"/>
                  </a:cubicBezTo>
                  <a:cubicBezTo>
                    <a:pt x="289" y="2"/>
                    <a:pt x="294" y="3"/>
                    <a:pt x="299" y="5"/>
                  </a:cubicBezTo>
                  <a:cubicBezTo>
                    <a:pt x="300" y="5"/>
                    <a:pt x="300" y="5"/>
                    <a:pt x="300" y="5"/>
                  </a:cubicBezTo>
                  <a:lnTo>
                    <a:pt x="301" y="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1" name="Google Shape;541;p12"/>
            <p:cNvSpPr/>
            <p:nvPr/>
          </p:nvSpPr>
          <p:spPr>
            <a:xfrm>
              <a:off x="2720" y="602"/>
              <a:ext cx="17" cy="14"/>
            </a:xfrm>
            <a:custGeom>
              <a:rect b="b" l="l" r="r" t="t"/>
              <a:pathLst>
                <a:path extrusionOk="0" h="6" w="7">
                  <a:moveTo>
                    <a:pt x="7" y="1"/>
                  </a:moveTo>
                  <a:cubicBezTo>
                    <a:pt x="7" y="6"/>
                    <a:pt x="3" y="3"/>
                    <a:pt x="0" y="3"/>
                  </a:cubicBezTo>
                  <a:cubicBezTo>
                    <a:pt x="0" y="0"/>
                    <a:pt x="4" y="1"/>
                    <a:pt x="7" y="1"/>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2" name="Google Shape;542;p12"/>
            <p:cNvSpPr/>
            <p:nvPr/>
          </p:nvSpPr>
          <p:spPr>
            <a:xfrm>
              <a:off x="2649" y="611"/>
              <a:ext cx="54" cy="24"/>
            </a:xfrm>
            <a:custGeom>
              <a:rect b="b" l="l" r="r" t="t"/>
              <a:pathLst>
                <a:path extrusionOk="0" h="10" w="23">
                  <a:moveTo>
                    <a:pt x="23" y="4"/>
                  </a:moveTo>
                  <a:cubicBezTo>
                    <a:pt x="22" y="7"/>
                    <a:pt x="20" y="5"/>
                    <a:pt x="22" y="9"/>
                  </a:cubicBezTo>
                  <a:cubicBezTo>
                    <a:pt x="13" y="10"/>
                    <a:pt x="10" y="5"/>
                    <a:pt x="0" y="7"/>
                  </a:cubicBezTo>
                  <a:cubicBezTo>
                    <a:pt x="0" y="6"/>
                    <a:pt x="1" y="6"/>
                    <a:pt x="2" y="6"/>
                  </a:cubicBezTo>
                  <a:cubicBezTo>
                    <a:pt x="5" y="5"/>
                    <a:pt x="0" y="3"/>
                    <a:pt x="3" y="1"/>
                  </a:cubicBezTo>
                  <a:cubicBezTo>
                    <a:pt x="12" y="0"/>
                    <a:pt x="15" y="5"/>
                    <a:pt x="23" y="4"/>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3" name="Google Shape;543;p12"/>
            <p:cNvSpPr/>
            <p:nvPr/>
          </p:nvSpPr>
          <p:spPr>
            <a:xfrm>
              <a:off x="2545" y="630"/>
              <a:ext cx="40" cy="15"/>
            </a:xfrm>
            <a:custGeom>
              <a:rect b="b" l="l" r="r" t="t"/>
              <a:pathLst>
                <a:path extrusionOk="0" h="6" w="17">
                  <a:moveTo>
                    <a:pt x="17" y="1"/>
                  </a:moveTo>
                  <a:cubicBezTo>
                    <a:pt x="14" y="6"/>
                    <a:pt x="3" y="3"/>
                    <a:pt x="0" y="1"/>
                  </a:cubicBezTo>
                  <a:cubicBezTo>
                    <a:pt x="1" y="0"/>
                    <a:pt x="11" y="0"/>
                    <a:pt x="17" y="1"/>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4" name="Google Shape;544;p12"/>
            <p:cNvSpPr/>
            <p:nvPr/>
          </p:nvSpPr>
          <p:spPr>
            <a:xfrm>
              <a:off x="3495" y="979"/>
              <a:ext cx="24" cy="14"/>
            </a:xfrm>
            <a:custGeom>
              <a:rect b="b" l="l" r="r" t="t"/>
              <a:pathLst>
                <a:path extrusionOk="0" h="6" w="10">
                  <a:moveTo>
                    <a:pt x="1" y="6"/>
                  </a:moveTo>
                  <a:cubicBezTo>
                    <a:pt x="4" y="3"/>
                    <a:pt x="0" y="2"/>
                    <a:pt x="2" y="0"/>
                  </a:cubicBezTo>
                  <a:cubicBezTo>
                    <a:pt x="5" y="0"/>
                    <a:pt x="8" y="0"/>
                    <a:pt x="10" y="0"/>
                  </a:cubicBezTo>
                  <a:cubicBezTo>
                    <a:pt x="10" y="2"/>
                    <a:pt x="6" y="0"/>
                    <a:pt x="4" y="1"/>
                  </a:cubicBezTo>
                  <a:cubicBezTo>
                    <a:pt x="2" y="1"/>
                    <a:pt x="4" y="5"/>
                    <a:pt x="2" y="6"/>
                  </a:cubicBezTo>
                  <a:cubicBezTo>
                    <a:pt x="2" y="6"/>
                    <a:pt x="1" y="6"/>
                    <a:pt x="1" y="6"/>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5" name="Google Shape;545;p12"/>
            <p:cNvSpPr/>
            <p:nvPr/>
          </p:nvSpPr>
          <p:spPr>
            <a:xfrm>
              <a:off x="2499" y="633"/>
              <a:ext cx="27" cy="14"/>
            </a:xfrm>
            <a:custGeom>
              <a:rect b="b" l="l" r="r" t="t"/>
              <a:pathLst>
                <a:path extrusionOk="0" h="6" w="11">
                  <a:moveTo>
                    <a:pt x="0" y="5"/>
                  </a:moveTo>
                  <a:cubicBezTo>
                    <a:pt x="3" y="3"/>
                    <a:pt x="5" y="0"/>
                    <a:pt x="11" y="1"/>
                  </a:cubicBezTo>
                  <a:cubicBezTo>
                    <a:pt x="10" y="6"/>
                    <a:pt x="4" y="3"/>
                    <a:pt x="2" y="6"/>
                  </a:cubicBezTo>
                  <a:cubicBezTo>
                    <a:pt x="2" y="5"/>
                    <a:pt x="1" y="5"/>
                    <a:pt x="0" y="5"/>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6" name="Google Shape;546;p12"/>
            <p:cNvSpPr/>
            <p:nvPr/>
          </p:nvSpPr>
          <p:spPr>
            <a:xfrm>
              <a:off x="2763" y="635"/>
              <a:ext cx="16" cy="7"/>
            </a:xfrm>
            <a:custGeom>
              <a:rect b="b" l="l" r="r" t="t"/>
              <a:pathLst>
                <a:path extrusionOk="0" h="3" w="7">
                  <a:moveTo>
                    <a:pt x="7" y="0"/>
                  </a:moveTo>
                  <a:cubicBezTo>
                    <a:pt x="7" y="3"/>
                    <a:pt x="3" y="3"/>
                    <a:pt x="0" y="3"/>
                  </a:cubicBezTo>
                  <a:cubicBezTo>
                    <a:pt x="0" y="0"/>
                    <a:pt x="4" y="0"/>
                    <a:pt x="7" y="0"/>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7" name="Google Shape;547;p12"/>
            <p:cNvSpPr/>
            <p:nvPr/>
          </p:nvSpPr>
          <p:spPr>
            <a:xfrm>
              <a:off x="3343" y="1259"/>
              <a:ext cx="728" cy="1083"/>
            </a:xfrm>
            <a:custGeom>
              <a:rect b="b" l="l" r="r" t="t"/>
              <a:pathLst>
                <a:path extrusionOk="0" h="457" w="307">
                  <a:moveTo>
                    <a:pt x="307" y="131"/>
                  </a:moveTo>
                  <a:cubicBezTo>
                    <a:pt x="307" y="125"/>
                    <a:pt x="306" y="119"/>
                    <a:pt x="306" y="112"/>
                  </a:cubicBezTo>
                  <a:cubicBezTo>
                    <a:pt x="305" y="106"/>
                    <a:pt x="305" y="100"/>
                    <a:pt x="304" y="93"/>
                  </a:cubicBezTo>
                  <a:cubicBezTo>
                    <a:pt x="304" y="92"/>
                    <a:pt x="304" y="90"/>
                    <a:pt x="304" y="88"/>
                  </a:cubicBezTo>
                  <a:cubicBezTo>
                    <a:pt x="303" y="86"/>
                    <a:pt x="303" y="83"/>
                    <a:pt x="303" y="81"/>
                  </a:cubicBezTo>
                  <a:cubicBezTo>
                    <a:pt x="302" y="79"/>
                    <a:pt x="302" y="77"/>
                    <a:pt x="302" y="75"/>
                  </a:cubicBezTo>
                  <a:cubicBezTo>
                    <a:pt x="301" y="72"/>
                    <a:pt x="301" y="70"/>
                    <a:pt x="301" y="68"/>
                  </a:cubicBezTo>
                  <a:cubicBezTo>
                    <a:pt x="300" y="62"/>
                    <a:pt x="298" y="56"/>
                    <a:pt x="297" y="50"/>
                  </a:cubicBezTo>
                  <a:cubicBezTo>
                    <a:pt x="297" y="49"/>
                    <a:pt x="297" y="48"/>
                    <a:pt x="297" y="47"/>
                  </a:cubicBezTo>
                  <a:cubicBezTo>
                    <a:pt x="297" y="47"/>
                    <a:pt x="297" y="47"/>
                    <a:pt x="296" y="46"/>
                  </a:cubicBezTo>
                  <a:cubicBezTo>
                    <a:pt x="295" y="47"/>
                    <a:pt x="293" y="47"/>
                    <a:pt x="291" y="47"/>
                  </a:cubicBezTo>
                  <a:cubicBezTo>
                    <a:pt x="286" y="48"/>
                    <a:pt x="275" y="46"/>
                    <a:pt x="268" y="44"/>
                  </a:cubicBezTo>
                  <a:cubicBezTo>
                    <a:pt x="262" y="42"/>
                    <a:pt x="250" y="33"/>
                    <a:pt x="246" y="33"/>
                  </a:cubicBezTo>
                  <a:cubicBezTo>
                    <a:pt x="241" y="33"/>
                    <a:pt x="235" y="35"/>
                    <a:pt x="234" y="41"/>
                  </a:cubicBezTo>
                  <a:cubicBezTo>
                    <a:pt x="235" y="43"/>
                    <a:pt x="235" y="45"/>
                    <a:pt x="235" y="48"/>
                  </a:cubicBezTo>
                  <a:cubicBezTo>
                    <a:pt x="233" y="50"/>
                    <a:pt x="232" y="53"/>
                    <a:pt x="229" y="53"/>
                  </a:cubicBezTo>
                  <a:cubicBezTo>
                    <a:pt x="223" y="45"/>
                    <a:pt x="206" y="49"/>
                    <a:pt x="205" y="37"/>
                  </a:cubicBezTo>
                  <a:cubicBezTo>
                    <a:pt x="193" y="34"/>
                    <a:pt x="178" y="34"/>
                    <a:pt x="174" y="24"/>
                  </a:cubicBezTo>
                  <a:cubicBezTo>
                    <a:pt x="178" y="23"/>
                    <a:pt x="180" y="20"/>
                    <a:pt x="181" y="16"/>
                  </a:cubicBezTo>
                  <a:cubicBezTo>
                    <a:pt x="175" y="12"/>
                    <a:pt x="178" y="7"/>
                    <a:pt x="181" y="3"/>
                  </a:cubicBezTo>
                  <a:cubicBezTo>
                    <a:pt x="175" y="4"/>
                    <a:pt x="168" y="0"/>
                    <a:pt x="162" y="6"/>
                  </a:cubicBezTo>
                  <a:cubicBezTo>
                    <a:pt x="145" y="3"/>
                    <a:pt x="116" y="7"/>
                    <a:pt x="102" y="17"/>
                  </a:cubicBezTo>
                  <a:cubicBezTo>
                    <a:pt x="95" y="16"/>
                    <a:pt x="93" y="17"/>
                    <a:pt x="86" y="17"/>
                  </a:cubicBezTo>
                  <a:cubicBezTo>
                    <a:pt x="82" y="17"/>
                    <a:pt x="84" y="12"/>
                    <a:pt x="80" y="12"/>
                  </a:cubicBezTo>
                  <a:cubicBezTo>
                    <a:pt x="79" y="12"/>
                    <a:pt x="79" y="12"/>
                    <a:pt x="79" y="12"/>
                  </a:cubicBezTo>
                  <a:cubicBezTo>
                    <a:pt x="79" y="12"/>
                    <a:pt x="79" y="12"/>
                    <a:pt x="79" y="12"/>
                  </a:cubicBezTo>
                  <a:cubicBezTo>
                    <a:pt x="74" y="31"/>
                    <a:pt x="49" y="30"/>
                    <a:pt x="52" y="56"/>
                  </a:cubicBezTo>
                  <a:cubicBezTo>
                    <a:pt x="34" y="69"/>
                    <a:pt x="21" y="80"/>
                    <a:pt x="12" y="100"/>
                  </a:cubicBezTo>
                  <a:cubicBezTo>
                    <a:pt x="12" y="100"/>
                    <a:pt x="14" y="102"/>
                    <a:pt x="13" y="104"/>
                  </a:cubicBezTo>
                  <a:cubicBezTo>
                    <a:pt x="11" y="109"/>
                    <a:pt x="2" y="113"/>
                    <a:pt x="4" y="120"/>
                  </a:cubicBezTo>
                  <a:cubicBezTo>
                    <a:pt x="14" y="123"/>
                    <a:pt x="9" y="155"/>
                    <a:pt x="0" y="165"/>
                  </a:cubicBezTo>
                  <a:cubicBezTo>
                    <a:pt x="5" y="166"/>
                    <a:pt x="5" y="172"/>
                    <a:pt x="7" y="175"/>
                  </a:cubicBezTo>
                  <a:cubicBezTo>
                    <a:pt x="6" y="175"/>
                    <a:pt x="6" y="174"/>
                    <a:pt x="4" y="174"/>
                  </a:cubicBezTo>
                  <a:cubicBezTo>
                    <a:pt x="4" y="182"/>
                    <a:pt x="4" y="182"/>
                    <a:pt x="4" y="182"/>
                  </a:cubicBezTo>
                  <a:cubicBezTo>
                    <a:pt x="15" y="189"/>
                    <a:pt x="26" y="200"/>
                    <a:pt x="27" y="214"/>
                  </a:cubicBezTo>
                  <a:cubicBezTo>
                    <a:pt x="38" y="220"/>
                    <a:pt x="47" y="235"/>
                    <a:pt x="63" y="240"/>
                  </a:cubicBezTo>
                  <a:cubicBezTo>
                    <a:pt x="75" y="227"/>
                    <a:pt x="109" y="242"/>
                    <a:pt x="119" y="226"/>
                  </a:cubicBezTo>
                  <a:cubicBezTo>
                    <a:pt x="125" y="225"/>
                    <a:pt x="132" y="225"/>
                    <a:pt x="139" y="225"/>
                  </a:cubicBezTo>
                  <a:cubicBezTo>
                    <a:pt x="142" y="230"/>
                    <a:pt x="145" y="234"/>
                    <a:pt x="147" y="240"/>
                  </a:cubicBezTo>
                  <a:cubicBezTo>
                    <a:pt x="154" y="240"/>
                    <a:pt x="158" y="237"/>
                    <a:pt x="164" y="237"/>
                  </a:cubicBezTo>
                  <a:cubicBezTo>
                    <a:pt x="170" y="239"/>
                    <a:pt x="177" y="254"/>
                    <a:pt x="169" y="263"/>
                  </a:cubicBezTo>
                  <a:cubicBezTo>
                    <a:pt x="170" y="263"/>
                    <a:pt x="172" y="264"/>
                    <a:pt x="171" y="266"/>
                  </a:cubicBezTo>
                  <a:cubicBezTo>
                    <a:pt x="167" y="267"/>
                    <a:pt x="170" y="277"/>
                    <a:pt x="166" y="278"/>
                  </a:cubicBezTo>
                  <a:cubicBezTo>
                    <a:pt x="175" y="296"/>
                    <a:pt x="197" y="313"/>
                    <a:pt x="192" y="337"/>
                  </a:cubicBezTo>
                  <a:cubicBezTo>
                    <a:pt x="206" y="360"/>
                    <a:pt x="179" y="373"/>
                    <a:pt x="185" y="403"/>
                  </a:cubicBezTo>
                  <a:cubicBezTo>
                    <a:pt x="192" y="414"/>
                    <a:pt x="200" y="426"/>
                    <a:pt x="201" y="442"/>
                  </a:cubicBezTo>
                  <a:cubicBezTo>
                    <a:pt x="202" y="447"/>
                    <a:pt x="203" y="452"/>
                    <a:pt x="204" y="457"/>
                  </a:cubicBezTo>
                  <a:cubicBezTo>
                    <a:pt x="206" y="454"/>
                    <a:pt x="208" y="451"/>
                    <a:pt x="210" y="449"/>
                  </a:cubicBezTo>
                  <a:cubicBezTo>
                    <a:pt x="214" y="443"/>
                    <a:pt x="218" y="438"/>
                    <a:pt x="222" y="432"/>
                  </a:cubicBezTo>
                  <a:cubicBezTo>
                    <a:pt x="223" y="429"/>
                    <a:pt x="225" y="427"/>
                    <a:pt x="227" y="424"/>
                  </a:cubicBezTo>
                  <a:cubicBezTo>
                    <a:pt x="229" y="421"/>
                    <a:pt x="230" y="419"/>
                    <a:pt x="232" y="417"/>
                  </a:cubicBezTo>
                  <a:cubicBezTo>
                    <a:pt x="233" y="415"/>
                    <a:pt x="234" y="413"/>
                    <a:pt x="235" y="412"/>
                  </a:cubicBezTo>
                  <a:cubicBezTo>
                    <a:pt x="236" y="409"/>
                    <a:pt x="238" y="406"/>
                    <a:pt x="240" y="403"/>
                  </a:cubicBezTo>
                  <a:cubicBezTo>
                    <a:pt x="241" y="401"/>
                    <a:pt x="242" y="400"/>
                    <a:pt x="243" y="398"/>
                  </a:cubicBezTo>
                  <a:cubicBezTo>
                    <a:pt x="244" y="396"/>
                    <a:pt x="245" y="393"/>
                    <a:pt x="247" y="391"/>
                  </a:cubicBezTo>
                  <a:cubicBezTo>
                    <a:pt x="247" y="390"/>
                    <a:pt x="248" y="389"/>
                    <a:pt x="248" y="388"/>
                  </a:cubicBezTo>
                  <a:cubicBezTo>
                    <a:pt x="249" y="386"/>
                    <a:pt x="251" y="383"/>
                    <a:pt x="252" y="380"/>
                  </a:cubicBezTo>
                  <a:cubicBezTo>
                    <a:pt x="256" y="373"/>
                    <a:pt x="260" y="365"/>
                    <a:pt x="263" y="358"/>
                  </a:cubicBezTo>
                  <a:cubicBezTo>
                    <a:pt x="264" y="356"/>
                    <a:pt x="265" y="354"/>
                    <a:pt x="266" y="352"/>
                  </a:cubicBezTo>
                  <a:cubicBezTo>
                    <a:pt x="267" y="349"/>
                    <a:pt x="268" y="346"/>
                    <a:pt x="269" y="344"/>
                  </a:cubicBezTo>
                  <a:cubicBezTo>
                    <a:pt x="271" y="340"/>
                    <a:pt x="272" y="337"/>
                    <a:pt x="273" y="334"/>
                  </a:cubicBezTo>
                  <a:cubicBezTo>
                    <a:pt x="274" y="331"/>
                    <a:pt x="275" y="328"/>
                    <a:pt x="277" y="325"/>
                  </a:cubicBezTo>
                  <a:cubicBezTo>
                    <a:pt x="278" y="322"/>
                    <a:pt x="279" y="319"/>
                    <a:pt x="280" y="316"/>
                  </a:cubicBezTo>
                  <a:cubicBezTo>
                    <a:pt x="283" y="306"/>
                    <a:pt x="287" y="295"/>
                    <a:pt x="290" y="285"/>
                  </a:cubicBezTo>
                  <a:cubicBezTo>
                    <a:pt x="290" y="283"/>
                    <a:pt x="290" y="281"/>
                    <a:pt x="291" y="279"/>
                  </a:cubicBezTo>
                  <a:cubicBezTo>
                    <a:pt x="292" y="276"/>
                    <a:pt x="292" y="274"/>
                    <a:pt x="293" y="271"/>
                  </a:cubicBezTo>
                  <a:cubicBezTo>
                    <a:pt x="293" y="270"/>
                    <a:pt x="293" y="270"/>
                    <a:pt x="293" y="270"/>
                  </a:cubicBezTo>
                  <a:cubicBezTo>
                    <a:pt x="294" y="268"/>
                    <a:pt x="294" y="266"/>
                    <a:pt x="295" y="265"/>
                  </a:cubicBezTo>
                  <a:cubicBezTo>
                    <a:pt x="295" y="262"/>
                    <a:pt x="296" y="260"/>
                    <a:pt x="296" y="258"/>
                  </a:cubicBezTo>
                  <a:cubicBezTo>
                    <a:pt x="296" y="257"/>
                    <a:pt x="297" y="255"/>
                    <a:pt x="297" y="254"/>
                  </a:cubicBezTo>
                  <a:cubicBezTo>
                    <a:pt x="298" y="251"/>
                    <a:pt x="298" y="248"/>
                    <a:pt x="299" y="245"/>
                  </a:cubicBezTo>
                  <a:cubicBezTo>
                    <a:pt x="299" y="242"/>
                    <a:pt x="300" y="240"/>
                    <a:pt x="300" y="237"/>
                  </a:cubicBezTo>
                  <a:cubicBezTo>
                    <a:pt x="301" y="234"/>
                    <a:pt x="301" y="230"/>
                    <a:pt x="302" y="227"/>
                  </a:cubicBezTo>
                  <a:cubicBezTo>
                    <a:pt x="302" y="226"/>
                    <a:pt x="302" y="224"/>
                    <a:pt x="302" y="223"/>
                  </a:cubicBezTo>
                  <a:cubicBezTo>
                    <a:pt x="303" y="218"/>
                    <a:pt x="304" y="212"/>
                    <a:pt x="304" y="207"/>
                  </a:cubicBezTo>
                  <a:cubicBezTo>
                    <a:pt x="305" y="206"/>
                    <a:pt x="305" y="204"/>
                    <a:pt x="305" y="202"/>
                  </a:cubicBezTo>
                  <a:cubicBezTo>
                    <a:pt x="305" y="196"/>
                    <a:pt x="306" y="190"/>
                    <a:pt x="306" y="183"/>
                  </a:cubicBezTo>
                  <a:cubicBezTo>
                    <a:pt x="307" y="180"/>
                    <a:pt x="307" y="177"/>
                    <a:pt x="307" y="173"/>
                  </a:cubicBezTo>
                  <a:cubicBezTo>
                    <a:pt x="307" y="170"/>
                    <a:pt x="307" y="170"/>
                    <a:pt x="307" y="170"/>
                  </a:cubicBezTo>
                  <a:cubicBezTo>
                    <a:pt x="307" y="168"/>
                    <a:pt x="307" y="165"/>
                    <a:pt x="307" y="162"/>
                  </a:cubicBezTo>
                  <a:cubicBezTo>
                    <a:pt x="307" y="158"/>
                    <a:pt x="307" y="155"/>
                    <a:pt x="307" y="151"/>
                  </a:cubicBezTo>
                  <a:cubicBezTo>
                    <a:pt x="307" y="144"/>
                    <a:pt x="307" y="138"/>
                    <a:pt x="307" y="131"/>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8" name="Google Shape;548;p12"/>
            <p:cNvSpPr/>
            <p:nvPr/>
          </p:nvSpPr>
          <p:spPr>
            <a:xfrm>
              <a:off x="3481" y="927"/>
              <a:ext cx="542" cy="355"/>
            </a:xfrm>
            <a:custGeom>
              <a:rect b="b" l="l" r="r" t="t"/>
              <a:pathLst>
                <a:path extrusionOk="0" h="150" w="229">
                  <a:moveTo>
                    <a:pt x="229" y="148"/>
                  </a:moveTo>
                  <a:cubicBezTo>
                    <a:pt x="227" y="146"/>
                    <a:pt x="225" y="145"/>
                    <a:pt x="221" y="147"/>
                  </a:cubicBezTo>
                  <a:cubicBezTo>
                    <a:pt x="224" y="145"/>
                    <a:pt x="216" y="138"/>
                    <a:pt x="213" y="135"/>
                  </a:cubicBezTo>
                  <a:cubicBezTo>
                    <a:pt x="216" y="133"/>
                    <a:pt x="214" y="130"/>
                    <a:pt x="215" y="126"/>
                  </a:cubicBezTo>
                  <a:cubicBezTo>
                    <a:pt x="209" y="124"/>
                    <a:pt x="214" y="132"/>
                    <a:pt x="212" y="129"/>
                  </a:cubicBezTo>
                  <a:cubicBezTo>
                    <a:pt x="207" y="130"/>
                    <a:pt x="211" y="122"/>
                    <a:pt x="212" y="120"/>
                  </a:cubicBezTo>
                  <a:cubicBezTo>
                    <a:pt x="210" y="116"/>
                    <a:pt x="204" y="117"/>
                    <a:pt x="198" y="117"/>
                  </a:cubicBezTo>
                  <a:cubicBezTo>
                    <a:pt x="195" y="118"/>
                    <a:pt x="199" y="119"/>
                    <a:pt x="197" y="122"/>
                  </a:cubicBezTo>
                  <a:cubicBezTo>
                    <a:pt x="193" y="125"/>
                    <a:pt x="193" y="120"/>
                    <a:pt x="190" y="119"/>
                  </a:cubicBezTo>
                  <a:cubicBezTo>
                    <a:pt x="189" y="125"/>
                    <a:pt x="194" y="125"/>
                    <a:pt x="194" y="129"/>
                  </a:cubicBezTo>
                  <a:cubicBezTo>
                    <a:pt x="192" y="127"/>
                    <a:pt x="193" y="130"/>
                    <a:pt x="191" y="130"/>
                  </a:cubicBezTo>
                  <a:cubicBezTo>
                    <a:pt x="194" y="131"/>
                    <a:pt x="201" y="131"/>
                    <a:pt x="201" y="137"/>
                  </a:cubicBezTo>
                  <a:cubicBezTo>
                    <a:pt x="199" y="136"/>
                    <a:pt x="199" y="136"/>
                    <a:pt x="199" y="140"/>
                  </a:cubicBezTo>
                  <a:cubicBezTo>
                    <a:pt x="197" y="139"/>
                    <a:pt x="197" y="138"/>
                    <a:pt x="195" y="137"/>
                  </a:cubicBezTo>
                  <a:cubicBezTo>
                    <a:pt x="195" y="141"/>
                    <a:pt x="192" y="143"/>
                    <a:pt x="194" y="148"/>
                  </a:cubicBezTo>
                  <a:cubicBezTo>
                    <a:pt x="188" y="147"/>
                    <a:pt x="185" y="146"/>
                    <a:pt x="181" y="137"/>
                  </a:cubicBezTo>
                  <a:cubicBezTo>
                    <a:pt x="183" y="135"/>
                    <a:pt x="188" y="137"/>
                    <a:pt x="192" y="136"/>
                  </a:cubicBezTo>
                  <a:cubicBezTo>
                    <a:pt x="191" y="132"/>
                    <a:pt x="185" y="134"/>
                    <a:pt x="181" y="134"/>
                  </a:cubicBezTo>
                  <a:cubicBezTo>
                    <a:pt x="181" y="133"/>
                    <a:pt x="180" y="132"/>
                    <a:pt x="179" y="132"/>
                  </a:cubicBezTo>
                  <a:cubicBezTo>
                    <a:pt x="179" y="131"/>
                    <a:pt x="181" y="131"/>
                    <a:pt x="181" y="130"/>
                  </a:cubicBezTo>
                  <a:cubicBezTo>
                    <a:pt x="172" y="127"/>
                    <a:pt x="169" y="123"/>
                    <a:pt x="171" y="111"/>
                  </a:cubicBezTo>
                  <a:cubicBezTo>
                    <a:pt x="168" y="106"/>
                    <a:pt x="165" y="107"/>
                    <a:pt x="158" y="104"/>
                  </a:cubicBezTo>
                  <a:cubicBezTo>
                    <a:pt x="148" y="100"/>
                    <a:pt x="141" y="80"/>
                    <a:pt x="139" y="89"/>
                  </a:cubicBezTo>
                  <a:cubicBezTo>
                    <a:pt x="137" y="88"/>
                    <a:pt x="136" y="85"/>
                    <a:pt x="136" y="82"/>
                  </a:cubicBezTo>
                  <a:cubicBezTo>
                    <a:pt x="132" y="81"/>
                    <a:pt x="133" y="85"/>
                    <a:pt x="128" y="84"/>
                  </a:cubicBezTo>
                  <a:cubicBezTo>
                    <a:pt x="128" y="95"/>
                    <a:pt x="140" y="99"/>
                    <a:pt x="143" y="109"/>
                  </a:cubicBezTo>
                  <a:cubicBezTo>
                    <a:pt x="151" y="109"/>
                    <a:pt x="151" y="109"/>
                    <a:pt x="151" y="109"/>
                  </a:cubicBezTo>
                  <a:cubicBezTo>
                    <a:pt x="148" y="118"/>
                    <a:pt x="167" y="114"/>
                    <a:pt x="165" y="125"/>
                  </a:cubicBezTo>
                  <a:cubicBezTo>
                    <a:pt x="162" y="124"/>
                    <a:pt x="161" y="120"/>
                    <a:pt x="157" y="120"/>
                  </a:cubicBezTo>
                  <a:cubicBezTo>
                    <a:pt x="156" y="121"/>
                    <a:pt x="155" y="122"/>
                    <a:pt x="154" y="122"/>
                  </a:cubicBezTo>
                  <a:cubicBezTo>
                    <a:pt x="158" y="127"/>
                    <a:pt x="157" y="131"/>
                    <a:pt x="154" y="136"/>
                  </a:cubicBezTo>
                  <a:cubicBezTo>
                    <a:pt x="146" y="135"/>
                    <a:pt x="145" y="140"/>
                    <a:pt x="146" y="147"/>
                  </a:cubicBezTo>
                  <a:cubicBezTo>
                    <a:pt x="140" y="144"/>
                    <a:pt x="134" y="142"/>
                    <a:pt x="131" y="137"/>
                  </a:cubicBezTo>
                  <a:cubicBezTo>
                    <a:pt x="135" y="135"/>
                    <a:pt x="144" y="137"/>
                    <a:pt x="149" y="135"/>
                  </a:cubicBezTo>
                  <a:cubicBezTo>
                    <a:pt x="156" y="113"/>
                    <a:pt x="120" y="115"/>
                    <a:pt x="117" y="96"/>
                  </a:cubicBezTo>
                  <a:cubicBezTo>
                    <a:pt x="115" y="93"/>
                    <a:pt x="112" y="93"/>
                    <a:pt x="110" y="91"/>
                  </a:cubicBezTo>
                  <a:cubicBezTo>
                    <a:pt x="104" y="95"/>
                    <a:pt x="98" y="98"/>
                    <a:pt x="93" y="102"/>
                  </a:cubicBezTo>
                  <a:cubicBezTo>
                    <a:pt x="88" y="96"/>
                    <a:pt x="70" y="97"/>
                    <a:pt x="76" y="107"/>
                  </a:cubicBezTo>
                  <a:cubicBezTo>
                    <a:pt x="71" y="115"/>
                    <a:pt x="51" y="119"/>
                    <a:pt x="58" y="130"/>
                  </a:cubicBezTo>
                  <a:cubicBezTo>
                    <a:pt x="52" y="144"/>
                    <a:pt x="36" y="146"/>
                    <a:pt x="21" y="150"/>
                  </a:cubicBezTo>
                  <a:cubicBezTo>
                    <a:pt x="19" y="142"/>
                    <a:pt x="11" y="143"/>
                    <a:pt x="2" y="144"/>
                  </a:cubicBezTo>
                  <a:cubicBezTo>
                    <a:pt x="5" y="141"/>
                    <a:pt x="5" y="134"/>
                    <a:pt x="0" y="132"/>
                  </a:cubicBezTo>
                  <a:cubicBezTo>
                    <a:pt x="5" y="123"/>
                    <a:pt x="9" y="111"/>
                    <a:pt x="5" y="100"/>
                  </a:cubicBezTo>
                  <a:cubicBezTo>
                    <a:pt x="13" y="93"/>
                    <a:pt x="32" y="99"/>
                    <a:pt x="46" y="99"/>
                  </a:cubicBezTo>
                  <a:cubicBezTo>
                    <a:pt x="54" y="98"/>
                    <a:pt x="49" y="81"/>
                    <a:pt x="53" y="80"/>
                  </a:cubicBezTo>
                  <a:cubicBezTo>
                    <a:pt x="49" y="70"/>
                    <a:pt x="38" y="72"/>
                    <a:pt x="34" y="61"/>
                  </a:cubicBezTo>
                  <a:cubicBezTo>
                    <a:pt x="52" y="61"/>
                    <a:pt x="52" y="61"/>
                    <a:pt x="52" y="61"/>
                  </a:cubicBezTo>
                  <a:cubicBezTo>
                    <a:pt x="52" y="58"/>
                    <a:pt x="49" y="57"/>
                    <a:pt x="50" y="53"/>
                  </a:cubicBezTo>
                  <a:cubicBezTo>
                    <a:pt x="56" y="60"/>
                    <a:pt x="63" y="53"/>
                    <a:pt x="69" y="51"/>
                  </a:cubicBezTo>
                  <a:cubicBezTo>
                    <a:pt x="69" y="45"/>
                    <a:pt x="69" y="45"/>
                    <a:pt x="69" y="45"/>
                  </a:cubicBezTo>
                  <a:cubicBezTo>
                    <a:pt x="79" y="44"/>
                    <a:pt x="85" y="40"/>
                    <a:pt x="87" y="31"/>
                  </a:cubicBezTo>
                  <a:cubicBezTo>
                    <a:pt x="91" y="32"/>
                    <a:pt x="99" y="24"/>
                    <a:pt x="106" y="28"/>
                  </a:cubicBezTo>
                  <a:cubicBezTo>
                    <a:pt x="115" y="21"/>
                    <a:pt x="103" y="16"/>
                    <a:pt x="106" y="5"/>
                  </a:cubicBezTo>
                  <a:cubicBezTo>
                    <a:pt x="111" y="4"/>
                    <a:pt x="113" y="0"/>
                    <a:pt x="118" y="0"/>
                  </a:cubicBezTo>
                  <a:cubicBezTo>
                    <a:pt x="118" y="4"/>
                    <a:pt x="118" y="7"/>
                    <a:pt x="120" y="8"/>
                  </a:cubicBezTo>
                  <a:cubicBezTo>
                    <a:pt x="120" y="13"/>
                    <a:pt x="117" y="7"/>
                    <a:pt x="116" y="11"/>
                  </a:cubicBezTo>
                  <a:cubicBezTo>
                    <a:pt x="119" y="14"/>
                    <a:pt x="120" y="17"/>
                    <a:pt x="123" y="18"/>
                  </a:cubicBezTo>
                  <a:cubicBezTo>
                    <a:pt x="122" y="20"/>
                    <a:pt x="122" y="20"/>
                    <a:pt x="122" y="20"/>
                  </a:cubicBezTo>
                  <a:cubicBezTo>
                    <a:pt x="119" y="19"/>
                    <a:pt x="116" y="15"/>
                    <a:pt x="113" y="17"/>
                  </a:cubicBezTo>
                  <a:cubicBezTo>
                    <a:pt x="117" y="19"/>
                    <a:pt x="118" y="23"/>
                    <a:pt x="123" y="24"/>
                  </a:cubicBezTo>
                  <a:cubicBezTo>
                    <a:pt x="125" y="23"/>
                    <a:pt x="128" y="22"/>
                    <a:pt x="131" y="21"/>
                  </a:cubicBezTo>
                  <a:cubicBezTo>
                    <a:pt x="140" y="30"/>
                    <a:pt x="150" y="18"/>
                    <a:pt x="162" y="18"/>
                  </a:cubicBezTo>
                  <a:cubicBezTo>
                    <a:pt x="162" y="23"/>
                    <a:pt x="162" y="23"/>
                    <a:pt x="162" y="23"/>
                  </a:cubicBezTo>
                  <a:cubicBezTo>
                    <a:pt x="166" y="23"/>
                    <a:pt x="167" y="20"/>
                    <a:pt x="169" y="18"/>
                  </a:cubicBezTo>
                  <a:cubicBezTo>
                    <a:pt x="189" y="49"/>
                    <a:pt x="205" y="81"/>
                    <a:pt x="218" y="115"/>
                  </a:cubicBezTo>
                  <a:cubicBezTo>
                    <a:pt x="217" y="115"/>
                    <a:pt x="217" y="115"/>
                    <a:pt x="217" y="115"/>
                  </a:cubicBezTo>
                  <a:cubicBezTo>
                    <a:pt x="217" y="117"/>
                    <a:pt x="217" y="118"/>
                    <a:pt x="216" y="119"/>
                  </a:cubicBezTo>
                  <a:cubicBezTo>
                    <a:pt x="217" y="119"/>
                    <a:pt x="217" y="119"/>
                    <a:pt x="218" y="120"/>
                  </a:cubicBezTo>
                  <a:cubicBezTo>
                    <a:pt x="218" y="120"/>
                    <a:pt x="219" y="120"/>
                    <a:pt x="219" y="120"/>
                  </a:cubicBezTo>
                  <a:cubicBezTo>
                    <a:pt x="219" y="120"/>
                    <a:pt x="219" y="120"/>
                    <a:pt x="219" y="120"/>
                  </a:cubicBezTo>
                  <a:cubicBezTo>
                    <a:pt x="223" y="129"/>
                    <a:pt x="226" y="138"/>
                    <a:pt x="229" y="148"/>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9" name="Google Shape;549;p12"/>
            <p:cNvSpPr/>
            <p:nvPr/>
          </p:nvSpPr>
          <p:spPr>
            <a:xfrm>
              <a:off x="3696" y="879"/>
              <a:ext cx="19" cy="19"/>
            </a:xfrm>
            <a:custGeom>
              <a:rect b="b" l="l" r="r" t="t"/>
              <a:pathLst>
                <a:path extrusionOk="0" h="8" w="8">
                  <a:moveTo>
                    <a:pt x="5" y="8"/>
                  </a:moveTo>
                  <a:cubicBezTo>
                    <a:pt x="3" y="8"/>
                    <a:pt x="2" y="8"/>
                    <a:pt x="0" y="8"/>
                  </a:cubicBezTo>
                  <a:cubicBezTo>
                    <a:pt x="0" y="6"/>
                    <a:pt x="4" y="8"/>
                    <a:pt x="4" y="5"/>
                  </a:cubicBezTo>
                  <a:cubicBezTo>
                    <a:pt x="1" y="4"/>
                    <a:pt x="4" y="4"/>
                    <a:pt x="0" y="3"/>
                  </a:cubicBezTo>
                  <a:cubicBezTo>
                    <a:pt x="1" y="1"/>
                    <a:pt x="3" y="2"/>
                    <a:pt x="3" y="0"/>
                  </a:cubicBezTo>
                  <a:cubicBezTo>
                    <a:pt x="8" y="1"/>
                    <a:pt x="3" y="7"/>
                    <a:pt x="5" y="8"/>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0" name="Google Shape;550;p12"/>
            <p:cNvSpPr/>
            <p:nvPr/>
          </p:nvSpPr>
          <p:spPr>
            <a:xfrm>
              <a:off x="2426" y="645"/>
              <a:ext cx="78" cy="14"/>
            </a:xfrm>
            <a:custGeom>
              <a:rect b="b" l="l" r="r" t="t"/>
              <a:pathLst>
                <a:path extrusionOk="0" h="6" w="33">
                  <a:moveTo>
                    <a:pt x="26" y="3"/>
                  </a:moveTo>
                  <a:cubicBezTo>
                    <a:pt x="17" y="2"/>
                    <a:pt x="10" y="6"/>
                    <a:pt x="0" y="6"/>
                  </a:cubicBezTo>
                  <a:cubicBezTo>
                    <a:pt x="8" y="1"/>
                    <a:pt x="22" y="3"/>
                    <a:pt x="31" y="0"/>
                  </a:cubicBezTo>
                  <a:cubicBezTo>
                    <a:pt x="32" y="0"/>
                    <a:pt x="33" y="0"/>
                    <a:pt x="33" y="1"/>
                  </a:cubicBezTo>
                  <a:cubicBezTo>
                    <a:pt x="29" y="0"/>
                    <a:pt x="30" y="5"/>
                    <a:pt x="26" y="3"/>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1" name="Google Shape;551;p12"/>
            <p:cNvSpPr/>
            <p:nvPr/>
          </p:nvSpPr>
          <p:spPr>
            <a:xfrm>
              <a:off x="1886" y="680"/>
              <a:ext cx="1067" cy="1130"/>
            </a:xfrm>
            <a:custGeom>
              <a:rect b="b" l="l" r="r" t="t"/>
              <a:pathLst>
                <a:path extrusionOk="0" h="477" w="450">
                  <a:moveTo>
                    <a:pt x="426" y="32"/>
                  </a:moveTo>
                  <a:cubicBezTo>
                    <a:pt x="427" y="30"/>
                    <a:pt x="436" y="30"/>
                    <a:pt x="434" y="29"/>
                  </a:cubicBezTo>
                  <a:cubicBezTo>
                    <a:pt x="431" y="29"/>
                    <a:pt x="428" y="28"/>
                    <a:pt x="427" y="26"/>
                  </a:cubicBezTo>
                  <a:cubicBezTo>
                    <a:pt x="431" y="26"/>
                    <a:pt x="436" y="28"/>
                    <a:pt x="435" y="23"/>
                  </a:cubicBezTo>
                  <a:cubicBezTo>
                    <a:pt x="431" y="23"/>
                    <a:pt x="428" y="23"/>
                    <a:pt x="432" y="21"/>
                  </a:cubicBezTo>
                  <a:cubicBezTo>
                    <a:pt x="428" y="19"/>
                    <a:pt x="425" y="23"/>
                    <a:pt x="425" y="21"/>
                  </a:cubicBezTo>
                  <a:cubicBezTo>
                    <a:pt x="427" y="20"/>
                    <a:pt x="422" y="17"/>
                    <a:pt x="422" y="15"/>
                  </a:cubicBezTo>
                  <a:cubicBezTo>
                    <a:pt x="418" y="14"/>
                    <a:pt x="418" y="17"/>
                    <a:pt x="414" y="16"/>
                  </a:cubicBezTo>
                  <a:cubicBezTo>
                    <a:pt x="414" y="11"/>
                    <a:pt x="410" y="15"/>
                    <a:pt x="408" y="13"/>
                  </a:cubicBezTo>
                  <a:cubicBezTo>
                    <a:pt x="409" y="11"/>
                    <a:pt x="411" y="12"/>
                    <a:pt x="411" y="9"/>
                  </a:cubicBezTo>
                  <a:cubicBezTo>
                    <a:pt x="399" y="8"/>
                    <a:pt x="391" y="13"/>
                    <a:pt x="385" y="11"/>
                  </a:cubicBezTo>
                  <a:cubicBezTo>
                    <a:pt x="386" y="9"/>
                    <a:pt x="390" y="8"/>
                    <a:pt x="389" y="3"/>
                  </a:cubicBezTo>
                  <a:cubicBezTo>
                    <a:pt x="384" y="0"/>
                    <a:pt x="379" y="4"/>
                    <a:pt x="374" y="5"/>
                  </a:cubicBezTo>
                  <a:cubicBezTo>
                    <a:pt x="374" y="4"/>
                    <a:pt x="375" y="2"/>
                    <a:pt x="375" y="2"/>
                  </a:cubicBezTo>
                  <a:cubicBezTo>
                    <a:pt x="373" y="2"/>
                    <a:pt x="372" y="1"/>
                    <a:pt x="370" y="1"/>
                  </a:cubicBezTo>
                  <a:cubicBezTo>
                    <a:pt x="358" y="0"/>
                    <a:pt x="346" y="13"/>
                    <a:pt x="339" y="16"/>
                  </a:cubicBezTo>
                  <a:cubicBezTo>
                    <a:pt x="342" y="17"/>
                    <a:pt x="347" y="17"/>
                    <a:pt x="348" y="20"/>
                  </a:cubicBezTo>
                  <a:cubicBezTo>
                    <a:pt x="345" y="20"/>
                    <a:pt x="341" y="16"/>
                    <a:pt x="339" y="20"/>
                  </a:cubicBezTo>
                  <a:cubicBezTo>
                    <a:pt x="340" y="20"/>
                    <a:pt x="340" y="21"/>
                    <a:pt x="340" y="23"/>
                  </a:cubicBezTo>
                  <a:cubicBezTo>
                    <a:pt x="344" y="23"/>
                    <a:pt x="349" y="22"/>
                    <a:pt x="351" y="25"/>
                  </a:cubicBezTo>
                  <a:cubicBezTo>
                    <a:pt x="347" y="35"/>
                    <a:pt x="336" y="36"/>
                    <a:pt x="329" y="42"/>
                  </a:cubicBezTo>
                  <a:cubicBezTo>
                    <a:pt x="330" y="38"/>
                    <a:pt x="333" y="36"/>
                    <a:pt x="332" y="30"/>
                  </a:cubicBezTo>
                  <a:cubicBezTo>
                    <a:pt x="326" y="29"/>
                    <a:pt x="325" y="34"/>
                    <a:pt x="321" y="35"/>
                  </a:cubicBezTo>
                  <a:cubicBezTo>
                    <a:pt x="322" y="33"/>
                    <a:pt x="323" y="30"/>
                    <a:pt x="324" y="28"/>
                  </a:cubicBezTo>
                  <a:cubicBezTo>
                    <a:pt x="322" y="27"/>
                    <a:pt x="318" y="29"/>
                    <a:pt x="318" y="26"/>
                  </a:cubicBezTo>
                  <a:cubicBezTo>
                    <a:pt x="319" y="24"/>
                    <a:pt x="324" y="26"/>
                    <a:pt x="325" y="23"/>
                  </a:cubicBezTo>
                  <a:cubicBezTo>
                    <a:pt x="317" y="3"/>
                    <a:pt x="346" y="11"/>
                    <a:pt x="352" y="1"/>
                  </a:cubicBezTo>
                  <a:cubicBezTo>
                    <a:pt x="342" y="0"/>
                    <a:pt x="335" y="2"/>
                    <a:pt x="326" y="2"/>
                  </a:cubicBezTo>
                  <a:cubicBezTo>
                    <a:pt x="322" y="10"/>
                    <a:pt x="317" y="17"/>
                    <a:pt x="306" y="18"/>
                  </a:cubicBezTo>
                  <a:cubicBezTo>
                    <a:pt x="309" y="23"/>
                    <a:pt x="303" y="23"/>
                    <a:pt x="302" y="26"/>
                  </a:cubicBezTo>
                  <a:cubicBezTo>
                    <a:pt x="306" y="26"/>
                    <a:pt x="309" y="27"/>
                    <a:pt x="310" y="29"/>
                  </a:cubicBezTo>
                  <a:cubicBezTo>
                    <a:pt x="307" y="29"/>
                    <a:pt x="306" y="31"/>
                    <a:pt x="304" y="32"/>
                  </a:cubicBezTo>
                  <a:cubicBezTo>
                    <a:pt x="306" y="34"/>
                    <a:pt x="308" y="29"/>
                    <a:pt x="308" y="32"/>
                  </a:cubicBezTo>
                  <a:cubicBezTo>
                    <a:pt x="300" y="33"/>
                    <a:pt x="298" y="41"/>
                    <a:pt x="288" y="40"/>
                  </a:cubicBezTo>
                  <a:cubicBezTo>
                    <a:pt x="288" y="37"/>
                    <a:pt x="295" y="38"/>
                    <a:pt x="292" y="35"/>
                  </a:cubicBezTo>
                  <a:cubicBezTo>
                    <a:pt x="285" y="35"/>
                    <a:pt x="285" y="35"/>
                    <a:pt x="285" y="35"/>
                  </a:cubicBezTo>
                  <a:cubicBezTo>
                    <a:pt x="278" y="36"/>
                    <a:pt x="266" y="39"/>
                    <a:pt x="258" y="36"/>
                  </a:cubicBezTo>
                  <a:cubicBezTo>
                    <a:pt x="255" y="37"/>
                    <a:pt x="254" y="35"/>
                    <a:pt x="251" y="35"/>
                  </a:cubicBezTo>
                  <a:cubicBezTo>
                    <a:pt x="251" y="33"/>
                    <a:pt x="253" y="33"/>
                    <a:pt x="252" y="31"/>
                  </a:cubicBezTo>
                  <a:cubicBezTo>
                    <a:pt x="248" y="31"/>
                    <a:pt x="245" y="31"/>
                    <a:pt x="242" y="32"/>
                  </a:cubicBezTo>
                  <a:cubicBezTo>
                    <a:pt x="240" y="33"/>
                    <a:pt x="239" y="35"/>
                    <a:pt x="235" y="35"/>
                  </a:cubicBezTo>
                  <a:cubicBezTo>
                    <a:pt x="236" y="39"/>
                    <a:pt x="234" y="40"/>
                    <a:pt x="234" y="44"/>
                  </a:cubicBezTo>
                  <a:cubicBezTo>
                    <a:pt x="231" y="42"/>
                    <a:pt x="229" y="47"/>
                    <a:pt x="228" y="44"/>
                  </a:cubicBezTo>
                  <a:cubicBezTo>
                    <a:pt x="228" y="41"/>
                    <a:pt x="233" y="44"/>
                    <a:pt x="232" y="40"/>
                  </a:cubicBezTo>
                  <a:cubicBezTo>
                    <a:pt x="226" y="34"/>
                    <a:pt x="208" y="44"/>
                    <a:pt x="202" y="37"/>
                  </a:cubicBezTo>
                  <a:cubicBezTo>
                    <a:pt x="205" y="36"/>
                    <a:pt x="209" y="35"/>
                    <a:pt x="211" y="33"/>
                  </a:cubicBezTo>
                  <a:cubicBezTo>
                    <a:pt x="197" y="32"/>
                    <a:pt x="187" y="23"/>
                    <a:pt x="173" y="28"/>
                  </a:cubicBezTo>
                  <a:cubicBezTo>
                    <a:pt x="172" y="29"/>
                    <a:pt x="172" y="29"/>
                    <a:pt x="170" y="29"/>
                  </a:cubicBezTo>
                  <a:cubicBezTo>
                    <a:pt x="170" y="27"/>
                    <a:pt x="172" y="27"/>
                    <a:pt x="172" y="25"/>
                  </a:cubicBezTo>
                  <a:cubicBezTo>
                    <a:pt x="169" y="25"/>
                    <a:pt x="169" y="25"/>
                    <a:pt x="169" y="25"/>
                  </a:cubicBezTo>
                  <a:cubicBezTo>
                    <a:pt x="167" y="26"/>
                    <a:pt x="166" y="29"/>
                    <a:pt x="162" y="28"/>
                  </a:cubicBezTo>
                  <a:cubicBezTo>
                    <a:pt x="162" y="25"/>
                    <a:pt x="164" y="25"/>
                    <a:pt x="163" y="22"/>
                  </a:cubicBezTo>
                  <a:cubicBezTo>
                    <a:pt x="158" y="23"/>
                    <a:pt x="144" y="27"/>
                    <a:pt x="148" y="24"/>
                  </a:cubicBezTo>
                  <a:cubicBezTo>
                    <a:pt x="135" y="30"/>
                    <a:pt x="122" y="23"/>
                    <a:pt x="113" y="32"/>
                  </a:cubicBezTo>
                  <a:cubicBezTo>
                    <a:pt x="110" y="31"/>
                    <a:pt x="102" y="30"/>
                    <a:pt x="105" y="26"/>
                  </a:cubicBezTo>
                  <a:cubicBezTo>
                    <a:pt x="98" y="25"/>
                    <a:pt x="90" y="24"/>
                    <a:pt x="82" y="23"/>
                  </a:cubicBezTo>
                  <a:cubicBezTo>
                    <a:pt x="82" y="23"/>
                    <a:pt x="82" y="23"/>
                    <a:pt x="82" y="23"/>
                  </a:cubicBezTo>
                  <a:cubicBezTo>
                    <a:pt x="76" y="29"/>
                    <a:pt x="70" y="34"/>
                    <a:pt x="65" y="40"/>
                  </a:cubicBezTo>
                  <a:cubicBezTo>
                    <a:pt x="63" y="42"/>
                    <a:pt x="61" y="44"/>
                    <a:pt x="59" y="46"/>
                  </a:cubicBezTo>
                  <a:cubicBezTo>
                    <a:pt x="55" y="50"/>
                    <a:pt x="52" y="53"/>
                    <a:pt x="48" y="57"/>
                  </a:cubicBezTo>
                  <a:cubicBezTo>
                    <a:pt x="46" y="59"/>
                    <a:pt x="45" y="61"/>
                    <a:pt x="43" y="63"/>
                  </a:cubicBezTo>
                  <a:cubicBezTo>
                    <a:pt x="40" y="66"/>
                    <a:pt x="38" y="69"/>
                    <a:pt x="35" y="72"/>
                  </a:cubicBezTo>
                  <a:cubicBezTo>
                    <a:pt x="33" y="75"/>
                    <a:pt x="31" y="77"/>
                    <a:pt x="29" y="80"/>
                  </a:cubicBezTo>
                  <a:cubicBezTo>
                    <a:pt x="29" y="80"/>
                    <a:pt x="29" y="80"/>
                    <a:pt x="28" y="80"/>
                  </a:cubicBezTo>
                  <a:cubicBezTo>
                    <a:pt x="26" y="83"/>
                    <a:pt x="24" y="85"/>
                    <a:pt x="22" y="88"/>
                  </a:cubicBezTo>
                  <a:cubicBezTo>
                    <a:pt x="22" y="88"/>
                    <a:pt x="22" y="88"/>
                    <a:pt x="22" y="88"/>
                  </a:cubicBezTo>
                  <a:cubicBezTo>
                    <a:pt x="24" y="88"/>
                    <a:pt x="26" y="88"/>
                    <a:pt x="28" y="88"/>
                  </a:cubicBezTo>
                  <a:cubicBezTo>
                    <a:pt x="23" y="94"/>
                    <a:pt x="34" y="104"/>
                    <a:pt x="27" y="112"/>
                  </a:cubicBezTo>
                  <a:cubicBezTo>
                    <a:pt x="28" y="116"/>
                    <a:pt x="32" y="106"/>
                    <a:pt x="33" y="110"/>
                  </a:cubicBezTo>
                  <a:cubicBezTo>
                    <a:pt x="31" y="112"/>
                    <a:pt x="27" y="114"/>
                    <a:pt x="32" y="117"/>
                  </a:cubicBezTo>
                  <a:cubicBezTo>
                    <a:pt x="31" y="118"/>
                    <a:pt x="25" y="121"/>
                    <a:pt x="28" y="124"/>
                  </a:cubicBezTo>
                  <a:cubicBezTo>
                    <a:pt x="29" y="121"/>
                    <a:pt x="31" y="118"/>
                    <a:pt x="31" y="124"/>
                  </a:cubicBezTo>
                  <a:cubicBezTo>
                    <a:pt x="35" y="124"/>
                    <a:pt x="34" y="120"/>
                    <a:pt x="36" y="119"/>
                  </a:cubicBezTo>
                  <a:cubicBezTo>
                    <a:pt x="36" y="124"/>
                    <a:pt x="38" y="121"/>
                    <a:pt x="40" y="120"/>
                  </a:cubicBezTo>
                  <a:cubicBezTo>
                    <a:pt x="38" y="123"/>
                    <a:pt x="40" y="124"/>
                    <a:pt x="39" y="128"/>
                  </a:cubicBezTo>
                  <a:cubicBezTo>
                    <a:pt x="34" y="127"/>
                    <a:pt x="33" y="130"/>
                    <a:pt x="33" y="134"/>
                  </a:cubicBezTo>
                  <a:cubicBezTo>
                    <a:pt x="37" y="133"/>
                    <a:pt x="34" y="131"/>
                    <a:pt x="39" y="133"/>
                  </a:cubicBezTo>
                  <a:cubicBezTo>
                    <a:pt x="39" y="136"/>
                    <a:pt x="34" y="135"/>
                    <a:pt x="34" y="139"/>
                  </a:cubicBezTo>
                  <a:cubicBezTo>
                    <a:pt x="36" y="139"/>
                    <a:pt x="38" y="139"/>
                    <a:pt x="39" y="141"/>
                  </a:cubicBezTo>
                  <a:cubicBezTo>
                    <a:pt x="34" y="140"/>
                    <a:pt x="36" y="146"/>
                    <a:pt x="34" y="149"/>
                  </a:cubicBezTo>
                  <a:cubicBezTo>
                    <a:pt x="36" y="150"/>
                    <a:pt x="40" y="148"/>
                    <a:pt x="40" y="150"/>
                  </a:cubicBezTo>
                  <a:cubicBezTo>
                    <a:pt x="37" y="152"/>
                    <a:pt x="31" y="150"/>
                    <a:pt x="28" y="152"/>
                  </a:cubicBezTo>
                  <a:cubicBezTo>
                    <a:pt x="30" y="159"/>
                    <a:pt x="33" y="164"/>
                    <a:pt x="39" y="167"/>
                  </a:cubicBezTo>
                  <a:cubicBezTo>
                    <a:pt x="33" y="168"/>
                    <a:pt x="29" y="181"/>
                    <a:pt x="33" y="184"/>
                  </a:cubicBezTo>
                  <a:cubicBezTo>
                    <a:pt x="18" y="193"/>
                    <a:pt x="9" y="209"/>
                    <a:pt x="3" y="228"/>
                  </a:cubicBezTo>
                  <a:cubicBezTo>
                    <a:pt x="2" y="231"/>
                    <a:pt x="4" y="238"/>
                    <a:pt x="2" y="239"/>
                  </a:cubicBezTo>
                  <a:cubicBezTo>
                    <a:pt x="0" y="255"/>
                    <a:pt x="8" y="271"/>
                    <a:pt x="19" y="277"/>
                  </a:cubicBezTo>
                  <a:cubicBezTo>
                    <a:pt x="16" y="295"/>
                    <a:pt x="25" y="300"/>
                    <a:pt x="26" y="313"/>
                  </a:cubicBezTo>
                  <a:cubicBezTo>
                    <a:pt x="25" y="314"/>
                    <a:pt x="23" y="315"/>
                    <a:pt x="20" y="314"/>
                  </a:cubicBezTo>
                  <a:cubicBezTo>
                    <a:pt x="21" y="323"/>
                    <a:pt x="31" y="321"/>
                    <a:pt x="34" y="327"/>
                  </a:cubicBezTo>
                  <a:cubicBezTo>
                    <a:pt x="27" y="337"/>
                    <a:pt x="41" y="342"/>
                    <a:pt x="43" y="350"/>
                  </a:cubicBezTo>
                  <a:cubicBezTo>
                    <a:pt x="45" y="348"/>
                    <a:pt x="46" y="346"/>
                    <a:pt x="46" y="342"/>
                  </a:cubicBezTo>
                  <a:cubicBezTo>
                    <a:pt x="43" y="339"/>
                    <a:pt x="41" y="342"/>
                    <a:pt x="40" y="337"/>
                  </a:cubicBezTo>
                  <a:cubicBezTo>
                    <a:pt x="42" y="322"/>
                    <a:pt x="30" y="315"/>
                    <a:pt x="33" y="304"/>
                  </a:cubicBezTo>
                  <a:cubicBezTo>
                    <a:pt x="33" y="305"/>
                    <a:pt x="33" y="305"/>
                    <a:pt x="34" y="305"/>
                  </a:cubicBezTo>
                  <a:cubicBezTo>
                    <a:pt x="35" y="301"/>
                    <a:pt x="32" y="303"/>
                    <a:pt x="31" y="304"/>
                  </a:cubicBezTo>
                  <a:cubicBezTo>
                    <a:pt x="31" y="298"/>
                    <a:pt x="27" y="290"/>
                    <a:pt x="29" y="285"/>
                  </a:cubicBezTo>
                  <a:cubicBezTo>
                    <a:pt x="32" y="287"/>
                    <a:pt x="36" y="288"/>
                    <a:pt x="39" y="290"/>
                  </a:cubicBezTo>
                  <a:cubicBezTo>
                    <a:pt x="40" y="297"/>
                    <a:pt x="37" y="305"/>
                    <a:pt x="39" y="308"/>
                  </a:cubicBezTo>
                  <a:cubicBezTo>
                    <a:pt x="44" y="309"/>
                    <a:pt x="47" y="321"/>
                    <a:pt x="53" y="325"/>
                  </a:cubicBezTo>
                  <a:cubicBezTo>
                    <a:pt x="52" y="327"/>
                    <a:pt x="50" y="328"/>
                    <a:pt x="50" y="330"/>
                  </a:cubicBezTo>
                  <a:cubicBezTo>
                    <a:pt x="62" y="338"/>
                    <a:pt x="74" y="358"/>
                    <a:pt x="66" y="371"/>
                  </a:cubicBezTo>
                  <a:cubicBezTo>
                    <a:pt x="79" y="387"/>
                    <a:pt x="99" y="395"/>
                    <a:pt x="120" y="402"/>
                  </a:cubicBezTo>
                  <a:cubicBezTo>
                    <a:pt x="123" y="401"/>
                    <a:pt x="126" y="399"/>
                    <a:pt x="130" y="397"/>
                  </a:cubicBezTo>
                  <a:cubicBezTo>
                    <a:pt x="142" y="407"/>
                    <a:pt x="154" y="421"/>
                    <a:pt x="173" y="419"/>
                  </a:cubicBezTo>
                  <a:cubicBezTo>
                    <a:pt x="171" y="428"/>
                    <a:pt x="186" y="429"/>
                    <a:pt x="182" y="444"/>
                  </a:cubicBezTo>
                  <a:cubicBezTo>
                    <a:pt x="185" y="445"/>
                    <a:pt x="186" y="445"/>
                    <a:pt x="188" y="442"/>
                  </a:cubicBezTo>
                  <a:cubicBezTo>
                    <a:pt x="192" y="456"/>
                    <a:pt x="205" y="455"/>
                    <a:pt x="214" y="463"/>
                  </a:cubicBezTo>
                  <a:cubicBezTo>
                    <a:pt x="214" y="461"/>
                    <a:pt x="218" y="462"/>
                    <a:pt x="218" y="460"/>
                  </a:cubicBezTo>
                  <a:cubicBezTo>
                    <a:pt x="216" y="460"/>
                    <a:pt x="215" y="458"/>
                    <a:pt x="215" y="455"/>
                  </a:cubicBezTo>
                  <a:cubicBezTo>
                    <a:pt x="219" y="455"/>
                    <a:pt x="219" y="451"/>
                    <a:pt x="222" y="451"/>
                  </a:cubicBezTo>
                  <a:cubicBezTo>
                    <a:pt x="228" y="454"/>
                    <a:pt x="233" y="466"/>
                    <a:pt x="234" y="477"/>
                  </a:cubicBezTo>
                  <a:cubicBezTo>
                    <a:pt x="236" y="470"/>
                    <a:pt x="239" y="463"/>
                    <a:pt x="238" y="456"/>
                  </a:cubicBezTo>
                  <a:cubicBezTo>
                    <a:pt x="230" y="444"/>
                    <a:pt x="220" y="447"/>
                    <a:pt x="205" y="451"/>
                  </a:cubicBezTo>
                  <a:cubicBezTo>
                    <a:pt x="191" y="441"/>
                    <a:pt x="196" y="422"/>
                    <a:pt x="202" y="406"/>
                  </a:cubicBezTo>
                  <a:cubicBezTo>
                    <a:pt x="195" y="395"/>
                    <a:pt x="176" y="403"/>
                    <a:pt x="167" y="400"/>
                  </a:cubicBezTo>
                  <a:cubicBezTo>
                    <a:pt x="171" y="397"/>
                    <a:pt x="171" y="391"/>
                    <a:pt x="173" y="386"/>
                  </a:cubicBezTo>
                  <a:cubicBezTo>
                    <a:pt x="171" y="381"/>
                    <a:pt x="176" y="377"/>
                    <a:pt x="175" y="384"/>
                  </a:cubicBezTo>
                  <a:cubicBezTo>
                    <a:pt x="177" y="374"/>
                    <a:pt x="183" y="370"/>
                    <a:pt x="184" y="362"/>
                  </a:cubicBezTo>
                  <a:cubicBezTo>
                    <a:pt x="182" y="360"/>
                    <a:pt x="180" y="359"/>
                    <a:pt x="177" y="359"/>
                  </a:cubicBezTo>
                  <a:cubicBezTo>
                    <a:pt x="172" y="359"/>
                    <a:pt x="165" y="362"/>
                    <a:pt x="161" y="364"/>
                  </a:cubicBezTo>
                  <a:cubicBezTo>
                    <a:pt x="162" y="373"/>
                    <a:pt x="156" y="376"/>
                    <a:pt x="152" y="381"/>
                  </a:cubicBezTo>
                  <a:cubicBezTo>
                    <a:pt x="145" y="381"/>
                    <a:pt x="139" y="383"/>
                    <a:pt x="132" y="384"/>
                  </a:cubicBezTo>
                  <a:cubicBezTo>
                    <a:pt x="132" y="380"/>
                    <a:pt x="129" y="380"/>
                    <a:pt x="125" y="380"/>
                  </a:cubicBezTo>
                  <a:cubicBezTo>
                    <a:pt x="119" y="367"/>
                    <a:pt x="115" y="352"/>
                    <a:pt x="121" y="338"/>
                  </a:cubicBezTo>
                  <a:cubicBezTo>
                    <a:pt x="121" y="339"/>
                    <a:pt x="121" y="341"/>
                    <a:pt x="122" y="341"/>
                  </a:cubicBezTo>
                  <a:cubicBezTo>
                    <a:pt x="124" y="335"/>
                    <a:pt x="129" y="326"/>
                    <a:pt x="125" y="318"/>
                  </a:cubicBezTo>
                  <a:cubicBezTo>
                    <a:pt x="138" y="309"/>
                    <a:pt x="150" y="297"/>
                    <a:pt x="166" y="300"/>
                  </a:cubicBezTo>
                  <a:cubicBezTo>
                    <a:pt x="164" y="306"/>
                    <a:pt x="178" y="302"/>
                    <a:pt x="181" y="306"/>
                  </a:cubicBezTo>
                  <a:cubicBezTo>
                    <a:pt x="178" y="288"/>
                    <a:pt x="202" y="300"/>
                    <a:pt x="217" y="299"/>
                  </a:cubicBezTo>
                  <a:cubicBezTo>
                    <a:pt x="218" y="313"/>
                    <a:pt x="221" y="325"/>
                    <a:pt x="224" y="334"/>
                  </a:cubicBezTo>
                  <a:cubicBezTo>
                    <a:pt x="229" y="334"/>
                    <a:pt x="229" y="334"/>
                    <a:pt x="229" y="334"/>
                  </a:cubicBezTo>
                  <a:cubicBezTo>
                    <a:pt x="238" y="322"/>
                    <a:pt x="229" y="303"/>
                    <a:pt x="232" y="291"/>
                  </a:cubicBezTo>
                  <a:cubicBezTo>
                    <a:pt x="234" y="281"/>
                    <a:pt x="252" y="275"/>
                    <a:pt x="262" y="269"/>
                  </a:cubicBezTo>
                  <a:cubicBezTo>
                    <a:pt x="266" y="267"/>
                    <a:pt x="272" y="260"/>
                    <a:pt x="276" y="256"/>
                  </a:cubicBezTo>
                  <a:cubicBezTo>
                    <a:pt x="272" y="255"/>
                    <a:pt x="274" y="253"/>
                    <a:pt x="277" y="255"/>
                  </a:cubicBezTo>
                  <a:cubicBezTo>
                    <a:pt x="275" y="247"/>
                    <a:pt x="277" y="242"/>
                    <a:pt x="279" y="236"/>
                  </a:cubicBezTo>
                  <a:cubicBezTo>
                    <a:pt x="281" y="240"/>
                    <a:pt x="278" y="245"/>
                    <a:pt x="279" y="246"/>
                  </a:cubicBezTo>
                  <a:cubicBezTo>
                    <a:pt x="284" y="242"/>
                    <a:pt x="286" y="236"/>
                    <a:pt x="287" y="229"/>
                  </a:cubicBezTo>
                  <a:cubicBezTo>
                    <a:pt x="288" y="230"/>
                    <a:pt x="286" y="235"/>
                    <a:pt x="288" y="234"/>
                  </a:cubicBezTo>
                  <a:cubicBezTo>
                    <a:pt x="293" y="228"/>
                    <a:pt x="297" y="220"/>
                    <a:pt x="309" y="221"/>
                  </a:cubicBezTo>
                  <a:cubicBezTo>
                    <a:pt x="309" y="218"/>
                    <a:pt x="308" y="218"/>
                    <a:pt x="307" y="217"/>
                  </a:cubicBezTo>
                  <a:cubicBezTo>
                    <a:pt x="315" y="217"/>
                    <a:pt x="316" y="216"/>
                    <a:pt x="321" y="216"/>
                  </a:cubicBezTo>
                  <a:cubicBezTo>
                    <a:pt x="323" y="214"/>
                    <a:pt x="319" y="213"/>
                    <a:pt x="319" y="209"/>
                  </a:cubicBezTo>
                  <a:cubicBezTo>
                    <a:pt x="329" y="198"/>
                    <a:pt x="348" y="191"/>
                    <a:pt x="363" y="189"/>
                  </a:cubicBezTo>
                  <a:cubicBezTo>
                    <a:pt x="360" y="191"/>
                    <a:pt x="356" y="193"/>
                    <a:pt x="352" y="195"/>
                  </a:cubicBezTo>
                  <a:cubicBezTo>
                    <a:pt x="351" y="199"/>
                    <a:pt x="353" y="199"/>
                    <a:pt x="353" y="202"/>
                  </a:cubicBezTo>
                  <a:cubicBezTo>
                    <a:pt x="359" y="202"/>
                    <a:pt x="360" y="196"/>
                    <a:pt x="366" y="194"/>
                  </a:cubicBezTo>
                  <a:cubicBezTo>
                    <a:pt x="371" y="192"/>
                    <a:pt x="381" y="195"/>
                    <a:pt x="384" y="187"/>
                  </a:cubicBezTo>
                  <a:cubicBezTo>
                    <a:pt x="376" y="187"/>
                    <a:pt x="359" y="182"/>
                    <a:pt x="369" y="171"/>
                  </a:cubicBezTo>
                  <a:cubicBezTo>
                    <a:pt x="366" y="170"/>
                    <a:pt x="361" y="172"/>
                    <a:pt x="360" y="170"/>
                  </a:cubicBezTo>
                  <a:cubicBezTo>
                    <a:pt x="366" y="168"/>
                    <a:pt x="375" y="169"/>
                    <a:pt x="376" y="163"/>
                  </a:cubicBezTo>
                  <a:cubicBezTo>
                    <a:pt x="360" y="159"/>
                    <a:pt x="351" y="167"/>
                    <a:pt x="340" y="171"/>
                  </a:cubicBezTo>
                  <a:cubicBezTo>
                    <a:pt x="342" y="167"/>
                    <a:pt x="335" y="171"/>
                    <a:pt x="337" y="166"/>
                  </a:cubicBezTo>
                  <a:cubicBezTo>
                    <a:pt x="352" y="170"/>
                    <a:pt x="356" y="156"/>
                    <a:pt x="369" y="155"/>
                  </a:cubicBezTo>
                  <a:cubicBezTo>
                    <a:pt x="376" y="156"/>
                    <a:pt x="387" y="153"/>
                    <a:pt x="392" y="156"/>
                  </a:cubicBezTo>
                  <a:cubicBezTo>
                    <a:pt x="402" y="160"/>
                    <a:pt x="406" y="150"/>
                    <a:pt x="418" y="146"/>
                  </a:cubicBezTo>
                  <a:cubicBezTo>
                    <a:pt x="420" y="145"/>
                    <a:pt x="420" y="147"/>
                    <a:pt x="422" y="147"/>
                  </a:cubicBezTo>
                  <a:cubicBezTo>
                    <a:pt x="431" y="145"/>
                    <a:pt x="433" y="136"/>
                    <a:pt x="434" y="130"/>
                  </a:cubicBezTo>
                  <a:cubicBezTo>
                    <a:pt x="430" y="130"/>
                    <a:pt x="428" y="131"/>
                    <a:pt x="426" y="132"/>
                  </a:cubicBezTo>
                  <a:cubicBezTo>
                    <a:pt x="426" y="129"/>
                    <a:pt x="427" y="129"/>
                    <a:pt x="427" y="127"/>
                  </a:cubicBezTo>
                  <a:cubicBezTo>
                    <a:pt x="422" y="129"/>
                    <a:pt x="415" y="134"/>
                    <a:pt x="411" y="132"/>
                  </a:cubicBezTo>
                  <a:cubicBezTo>
                    <a:pt x="418" y="127"/>
                    <a:pt x="424" y="129"/>
                    <a:pt x="429" y="124"/>
                  </a:cubicBezTo>
                  <a:cubicBezTo>
                    <a:pt x="424" y="123"/>
                    <a:pt x="422" y="120"/>
                    <a:pt x="417" y="120"/>
                  </a:cubicBezTo>
                  <a:cubicBezTo>
                    <a:pt x="418" y="114"/>
                    <a:pt x="415" y="118"/>
                    <a:pt x="413" y="115"/>
                  </a:cubicBezTo>
                  <a:cubicBezTo>
                    <a:pt x="413" y="113"/>
                    <a:pt x="412" y="113"/>
                    <a:pt x="412" y="111"/>
                  </a:cubicBezTo>
                  <a:cubicBezTo>
                    <a:pt x="421" y="104"/>
                    <a:pt x="409" y="95"/>
                    <a:pt x="412" y="85"/>
                  </a:cubicBezTo>
                  <a:cubicBezTo>
                    <a:pt x="401" y="92"/>
                    <a:pt x="391" y="105"/>
                    <a:pt x="377" y="96"/>
                  </a:cubicBezTo>
                  <a:cubicBezTo>
                    <a:pt x="386" y="94"/>
                    <a:pt x="380" y="87"/>
                    <a:pt x="385" y="81"/>
                  </a:cubicBezTo>
                  <a:cubicBezTo>
                    <a:pt x="378" y="83"/>
                    <a:pt x="379" y="77"/>
                    <a:pt x="377" y="74"/>
                  </a:cubicBezTo>
                  <a:cubicBezTo>
                    <a:pt x="366" y="76"/>
                    <a:pt x="362" y="71"/>
                    <a:pt x="352" y="72"/>
                  </a:cubicBezTo>
                  <a:cubicBezTo>
                    <a:pt x="352" y="78"/>
                    <a:pt x="347" y="80"/>
                    <a:pt x="343" y="83"/>
                  </a:cubicBezTo>
                  <a:cubicBezTo>
                    <a:pt x="348" y="87"/>
                    <a:pt x="338" y="94"/>
                    <a:pt x="333" y="96"/>
                  </a:cubicBezTo>
                  <a:cubicBezTo>
                    <a:pt x="333" y="101"/>
                    <a:pt x="340" y="99"/>
                    <a:pt x="339" y="104"/>
                  </a:cubicBezTo>
                  <a:cubicBezTo>
                    <a:pt x="333" y="114"/>
                    <a:pt x="321" y="119"/>
                    <a:pt x="310" y="124"/>
                  </a:cubicBezTo>
                  <a:cubicBezTo>
                    <a:pt x="310" y="137"/>
                    <a:pt x="305" y="146"/>
                    <a:pt x="295" y="148"/>
                  </a:cubicBezTo>
                  <a:cubicBezTo>
                    <a:pt x="293" y="144"/>
                    <a:pt x="290" y="140"/>
                    <a:pt x="292" y="135"/>
                  </a:cubicBezTo>
                  <a:cubicBezTo>
                    <a:pt x="293" y="136"/>
                    <a:pt x="299" y="140"/>
                    <a:pt x="299" y="135"/>
                  </a:cubicBezTo>
                  <a:cubicBezTo>
                    <a:pt x="299" y="132"/>
                    <a:pt x="292" y="136"/>
                    <a:pt x="293" y="133"/>
                  </a:cubicBezTo>
                  <a:cubicBezTo>
                    <a:pt x="296" y="130"/>
                    <a:pt x="296" y="124"/>
                    <a:pt x="299" y="120"/>
                  </a:cubicBezTo>
                  <a:cubicBezTo>
                    <a:pt x="292" y="119"/>
                    <a:pt x="289" y="122"/>
                    <a:pt x="282" y="121"/>
                  </a:cubicBezTo>
                  <a:cubicBezTo>
                    <a:pt x="277" y="112"/>
                    <a:pt x="268" y="104"/>
                    <a:pt x="254" y="107"/>
                  </a:cubicBezTo>
                  <a:cubicBezTo>
                    <a:pt x="255" y="104"/>
                    <a:pt x="257" y="100"/>
                    <a:pt x="258" y="96"/>
                  </a:cubicBezTo>
                  <a:cubicBezTo>
                    <a:pt x="255" y="96"/>
                    <a:pt x="251" y="99"/>
                    <a:pt x="251" y="94"/>
                  </a:cubicBezTo>
                  <a:cubicBezTo>
                    <a:pt x="259" y="85"/>
                    <a:pt x="268" y="76"/>
                    <a:pt x="280" y="72"/>
                  </a:cubicBezTo>
                  <a:cubicBezTo>
                    <a:pt x="284" y="70"/>
                    <a:pt x="291" y="71"/>
                    <a:pt x="293" y="66"/>
                  </a:cubicBezTo>
                  <a:cubicBezTo>
                    <a:pt x="289" y="66"/>
                    <a:pt x="286" y="65"/>
                    <a:pt x="286" y="62"/>
                  </a:cubicBezTo>
                  <a:cubicBezTo>
                    <a:pt x="300" y="65"/>
                    <a:pt x="310" y="61"/>
                    <a:pt x="319" y="54"/>
                  </a:cubicBezTo>
                  <a:cubicBezTo>
                    <a:pt x="317" y="53"/>
                    <a:pt x="312" y="54"/>
                    <a:pt x="311" y="51"/>
                  </a:cubicBezTo>
                  <a:cubicBezTo>
                    <a:pt x="316" y="53"/>
                    <a:pt x="322" y="51"/>
                    <a:pt x="326" y="50"/>
                  </a:cubicBezTo>
                  <a:cubicBezTo>
                    <a:pt x="328" y="49"/>
                    <a:pt x="330" y="47"/>
                    <a:pt x="330" y="46"/>
                  </a:cubicBezTo>
                  <a:cubicBezTo>
                    <a:pt x="333" y="46"/>
                    <a:pt x="333" y="48"/>
                    <a:pt x="337" y="47"/>
                  </a:cubicBezTo>
                  <a:cubicBezTo>
                    <a:pt x="336" y="50"/>
                    <a:pt x="336" y="53"/>
                    <a:pt x="340" y="52"/>
                  </a:cubicBezTo>
                  <a:cubicBezTo>
                    <a:pt x="341" y="50"/>
                    <a:pt x="338" y="50"/>
                    <a:pt x="341" y="46"/>
                  </a:cubicBezTo>
                  <a:cubicBezTo>
                    <a:pt x="352" y="51"/>
                    <a:pt x="358" y="39"/>
                    <a:pt x="359" y="33"/>
                  </a:cubicBezTo>
                  <a:cubicBezTo>
                    <a:pt x="363" y="34"/>
                    <a:pt x="367" y="33"/>
                    <a:pt x="367" y="29"/>
                  </a:cubicBezTo>
                  <a:cubicBezTo>
                    <a:pt x="362" y="29"/>
                    <a:pt x="365" y="26"/>
                    <a:pt x="360" y="25"/>
                  </a:cubicBezTo>
                  <a:cubicBezTo>
                    <a:pt x="372" y="23"/>
                    <a:pt x="379" y="29"/>
                    <a:pt x="384" y="22"/>
                  </a:cubicBezTo>
                  <a:cubicBezTo>
                    <a:pt x="385" y="24"/>
                    <a:pt x="387" y="25"/>
                    <a:pt x="388" y="28"/>
                  </a:cubicBezTo>
                  <a:cubicBezTo>
                    <a:pt x="386" y="28"/>
                    <a:pt x="385" y="28"/>
                    <a:pt x="385" y="30"/>
                  </a:cubicBezTo>
                  <a:cubicBezTo>
                    <a:pt x="390" y="30"/>
                    <a:pt x="390" y="30"/>
                    <a:pt x="390" y="30"/>
                  </a:cubicBezTo>
                  <a:cubicBezTo>
                    <a:pt x="395" y="29"/>
                    <a:pt x="396" y="32"/>
                    <a:pt x="398" y="33"/>
                  </a:cubicBezTo>
                  <a:cubicBezTo>
                    <a:pt x="396" y="38"/>
                    <a:pt x="402" y="34"/>
                    <a:pt x="402" y="37"/>
                  </a:cubicBezTo>
                  <a:cubicBezTo>
                    <a:pt x="398" y="43"/>
                    <a:pt x="392" y="46"/>
                    <a:pt x="385" y="47"/>
                  </a:cubicBezTo>
                  <a:cubicBezTo>
                    <a:pt x="384" y="50"/>
                    <a:pt x="389" y="52"/>
                    <a:pt x="385" y="53"/>
                  </a:cubicBezTo>
                  <a:cubicBezTo>
                    <a:pt x="375" y="54"/>
                    <a:pt x="365" y="51"/>
                    <a:pt x="361" y="59"/>
                  </a:cubicBezTo>
                  <a:cubicBezTo>
                    <a:pt x="373" y="62"/>
                    <a:pt x="383" y="55"/>
                    <a:pt x="388" y="65"/>
                  </a:cubicBezTo>
                  <a:cubicBezTo>
                    <a:pt x="388" y="66"/>
                    <a:pt x="386" y="66"/>
                    <a:pt x="385" y="67"/>
                  </a:cubicBezTo>
                  <a:cubicBezTo>
                    <a:pt x="391" y="66"/>
                    <a:pt x="387" y="68"/>
                    <a:pt x="388" y="72"/>
                  </a:cubicBezTo>
                  <a:cubicBezTo>
                    <a:pt x="396" y="69"/>
                    <a:pt x="400" y="76"/>
                    <a:pt x="410" y="76"/>
                  </a:cubicBezTo>
                  <a:cubicBezTo>
                    <a:pt x="410" y="69"/>
                    <a:pt x="405" y="69"/>
                    <a:pt x="403" y="65"/>
                  </a:cubicBezTo>
                  <a:cubicBezTo>
                    <a:pt x="410" y="64"/>
                    <a:pt x="415" y="72"/>
                    <a:pt x="419" y="72"/>
                  </a:cubicBezTo>
                  <a:cubicBezTo>
                    <a:pt x="416" y="69"/>
                    <a:pt x="423" y="66"/>
                    <a:pt x="423" y="62"/>
                  </a:cubicBezTo>
                  <a:cubicBezTo>
                    <a:pt x="420" y="61"/>
                    <a:pt x="422" y="60"/>
                    <a:pt x="423" y="59"/>
                  </a:cubicBezTo>
                  <a:cubicBezTo>
                    <a:pt x="420" y="58"/>
                    <a:pt x="423" y="57"/>
                    <a:pt x="419" y="55"/>
                  </a:cubicBezTo>
                  <a:cubicBezTo>
                    <a:pt x="417" y="54"/>
                    <a:pt x="415" y="52"/>
                    <a:pt x="414" y="50"/>
                  </a:cubicBezTo>
                  <a:cubicBezTo>
                    <a:pt x="419" y="50"/>
                    <a:pt x="419" y="50"/>
                    <a:pt x="419" y="50"/>
                  </a:cubicBezTo>
                  <a:cubicBezTo>
                    <a:pt x="418" y="49"/>
                    <a:pt x="416" y="45"/>
                    <a:pt x="420" y="46"/>
                  </a:cubicBezTo>
                  <a:cubicBezTo>
                    <a:pt x="420" y="47"/>
                    <a:pt x="420" y="47"/>
                    <a:pt x="420" y="47"/>
                  </a:cubicBezTo>
                  <a:cubicBezTo>
                    <a:pt x="425" y="44"/>
                    <a:pt x="427" y="51"/>
                    <a:pt x="428" y="55"/>
                  </a:cubicBezTo>
                  <a:cubicBezTo>
                    <a:pt x="431" y="54"/>
                    <a:pt x="431" y="57"/>
                    <a:pt x="434" y="57"/>
                  </a:cubicBezTo>
                  <a:cubicBezTo>
                    <a:pt x="438" y="49"/>
                    <a:pt x="446" y="50"/>
                    <a:pt x="450" y="44"/>
                  </a:cubicBezTo>
                  <a:cubicBezTo>
                    <a:pt x="440" y="44"/>
                    <a:pt x="434" y="35"/>
                    <a:pt x="426" y="32"/>
                  </a:cubicBezTo>
                  <a:close/>
                  <a:moveTo>
                    <a:pt x="44" y="92"/>
                  </a:moveTo>
                  <a:cubicBezTo>
                    <a:pt x="48" y="94"/>
                    <a:pt x="40" y="97"/>
                    <a:pt x="46" y="98"/>
                  </a:cubicBezTo>
                  <a:cubicBezTo>
                    <a:pt x="45" y="99"/>
                    <a:pt x="43" y="99"/>
                    <a:pt x="43" y="100"/>
                  </a:cubicBezTo>
                  <a:cubicBezTo>
                    <a:pt x="38" y="99"/>
                    <a:pt x="43" y="95"/>
                    <a:pt x="44" y="92"/>
                  </a:cubicBezTo>
                  <a:close/>
                  <a:moveTo>
                    <a:pt x="38" y="112"/>
                  </a:moveTo>
                  <a:cubicBezTo>
                    <a:pt x="38" y="112"/>
                    <a:pt x="38" y="113"/>
                    <a:pt x="38" y="113"/>
                  </a:cubicBezTo>
                  <a:cubicBezTo>
                    <a:pt x="38" y="113"/>
                    <a:pt x="38" y="113"/>
                    <a:pt x="38" y="113"/>
                  </a:cubicBezTo>
                  <a:cubicBezTo>
                    <a:pt x="38" y="113"/>
                    <a:pt x="38" y="113"/>
                    <a:pt x="38" y="113"/>
                  </a:cubicBezTo>
                  <a:cubicBezTo>
                    <a:pt x="38" y="113"/>
                    <a:pt x="38" y="113"/>
                    <a:pt x="38" y="113"/>
                  </a:cubicBezTo>
                  <a:cubicBezTo>
                    <a:pt x="38" y="113"/>
                    <a:pt x="38" y="113"/>
                    <a:pt x="38" y="113"/>
                  </a:cubicBezTo>
                  <a:cubicBezTo>
                    <a:pt x="38" y="114"/>
                    <a:pt x="38" y="114"/>
                    <a:pt x="38" y="114"/>
                  </a:cubicBezTo>
                  <a:cubicBezTo>
                    <a:pt x="38" y="115"/>
                    <a:pt x="38" y="115"/>
                    <a:pt x="38" y="116"/>
                  </a:cubicBezTo>
                  <a:cubicBezTo>
                    <a:pt x="38" y="116"/>
                    <a:pt x="38" y="117"/>
                    <a:pt x="38" y="117"/>
                  </a:cubicBezTo>
                  <a:cubicBezTo>
                    <a:pt x="38" y="117"/>
                    <a:pt x="38" y="117"/>
                    <a:pt x="38" y="117"/>
                  </a:cubicBezTo>
                  <a:cubicBezTo>
                    <a:pt x="38" y="117"/>
                    <a:pt x="38" y="118"/>
                    <a:pt x="38" y="118"/>
                  </a:cubicBezTo>
                  <a:cubicBezTo>
                    <a:pt x="35" y="118"/>
                    <a:pt x="37" y="115"/>
                    <a:pt x="36" y="114"/>
                  </a:cubicBezTo>
                  <a:cubicBezTo>
                    <a:pt x="36" y="114"/>
                    <a:pt x="36" y="113"/>
                    <a:pt x="36" y="113"/>
                  </a:cubicBezTo>
                  <a:cubicBezTo>
                    <a:pt x="36" y="113"/>
                    <a:pt x="36" y="113"/>
                    <a:pt x="35" y="113"/>
                  </a:cubicBezTo>
                  <a:cubicBezTo>
                    <a:pt x="35" y="113"/>
                    <a:pt x="35" y="113"/>
                    <a:pt x="35" y="113"/>
                  </a:cubicBezTo>
                  <a:cubicBezTo>
                    <a:pt x="35" y="113"/>
                    <a:pt x="35" y="113"/>
                    <a:pt x="35" y="113"/>
                  </a:cubicBezTo>
                  <a:cubicBezTo>
                    <a:pt x="35" y="113"/>
                    <a:pt x="35" y="113"/>
                    <a:pt x="35" y="113"/>
                  </a:cubicBezTo>
                  <a:cubicBezTo>
                    <a:pt x="35" y="113"/>
                    <a:pt x="35" y="113"/>
                    <a:pt x="35" y="113"/>
                  </a:cubicBezTo>
                  <a:cubicBezTo>
                    <a:pt x="35" y="113"/>
                    <a:pt x="36" y="113"/>
                    <a:pt x="36" y="113"/>
                  </a:cubicBezTo>
                  <a:cubicBezTo>
                    <a:pt x="36" y="113"/>
                    <a:pt x="36" y="113"/>
                    <a:pt x="36" y="113"/>
                  </a:cubicBezTo>
                  <a:cubicBezTo>
                    <a:pt x="36" y="113"/>
                    <a:pt x="36" y="113"/>
                    <a:pt x="36" y="113"/>
                  </a:cubicBezTo>
                  <a:cubicBezTo>
                    <a:pt x="36" y="113"/>
                    <a:pt x="36" y="113"/>
                    <a:pt x="36" y="113"/>
                  </a:cubicBezTo>
                  <a:cubicBezTo>
                    <a:pt x="36" y="113"/>
                    <a:pt x="36" y="113"/>
                    <a:pt x="36" y="113"/>
                  </a:cubicBezTo>
                  <a:cubicBezTo>
                    <a:pt x="36" y="113"/>
                    <a:pt x="36" y="113"/>
                    <a:pt x="36" y="113"/>
                  </a:cubicBezTo>
                  <a:cubicBezTo>
                    <a:pt x="36" y="113"/>
                    <a:pt x="36" y="113"/>
                    <a:pt x="36" y="113"/>
                  </a:cubicBezTo>
                  <a:cubicBezTo>
                    <a:pt x="36" y="112"/>
                    <a:pt x="36" y="112"/>
                    <a:pt x="36" y="112"/>
                  </a:cubicBezTo>
                  <a:cubicBezTo>
                    <a:pt x="36" y="112"/>
                    <a:pt x="37" y="112"/>
                    <a:pt x="37" y="112"/>
                  </a:cubicBezTo>
                  <a:cubicBezTo>
                    <a:pt x="37" y="112"/>
                    <a:pt x="37" y="112"/>
                    <a:pt x="37" y="111"/>
                  </a:cubicBezTo>
                  <a:cubicBezTo>
                    <a:pt x="37" y="111"/>
                    <a:pt x="37" y="111"/>
                    <a:pt x="37" y="111"/>
                  </a:cubicBezTo>
                  <a:cubicBezTo>
                    <a:pt x="37" y="111"/>
                    <a:pt x="37" y="111"/>
                    <a:pt x="37" y="111"/>
                  </a:cubicBezTo>
                  <a:cubicBezTo>
                    <a:pt x="37" y="111"/>
                    <a:pt x="37" y="111"/>
                    <a:pt x="37" y="111"/>
                  </a:cubicBezTo>
                  <a:cubicBezTo>
                    <a:pt x="38" y="111"/>
                    <a:pt x="38" y="111"/>
                    <a:pt x="38" y="110"/>
                  </a:cubicBezTo>
                  <a:cubicBezTo>
                    <a:pt x="38" y="110"/>
                    <a:pt x="38" y="110"/>
                    <a:pt x="38" y="110"/>
                  </a:cubicBezTo>
                  <a:cubicBezTo>
                    <a:pt x="38" y="110"/>
                    <a:pt x="38" y="110"/>
                    <a:pt x="38" y="110"/>
                  </a:cubicBezTo>
                  <a:cubicBezTo>
                    <a:pt x="38" y="110"/>
                    <a:pt x="38" y="110"/>
                    <a:pt x="38" y="110"/>
                  </a:cubicBezTo>
                  <a:cubicBezTo>
                    <a:pt x="38" y="110"/>
                    <a:pt x="38" y="110"/>
                    <a:pt x="38" y="110"/>
                  </a:cubicBezTo>
                  <a:cubicBezTo>
                    <a:pt x="38" y="111"/>
                    <a:pt x="38" y="111"/>
                    <a:pt x="38" y="111"/>
                  </a:cubicBezTo>
                  <a:cubicBezTo>
                    <a:pt x="38" y="111"/>
                    <a:pt x="38" y="111"/>
                    <a:pt x="38" y="111"/>
                  </a:cubicBezTo>
                  <a:cubicBezTo>
                    <a:pt x="38" y="111"/>
                    <a:pt x="38" y="111"/>
                    <a:pt x="38" y="111"/>
                  </a:cubicBezTo>
                  <a:cubicBezTo>
                    <a:pt x="38" y="111"/>
                    <a:pt x="38" y="111"/>
                    <a:pt x="38" y="111"/>
                  </a:cubicBezTo>
                  <a:cubicBezTo>
                    <a:pt x="38" y="111"/>
                    <a:pt x="38" y="111"/>
                    <a:pt x="38" y="111"/>
                  </a:cubicBezTo>
                  <a:cubicBezTo>
                    <a:pt x="38" y="112"/>
                    <a:pt x="38" y="112"/>
                    <a:pt x="38" y="112"/>
                  </a:cubicBezTo>
                  <a:cubicBezTo>
                    <a:pt x="38" y="112"/>
                    <a:pt x="38" y="112"/>
                    <a:pt x="38" y="112"/>
                  </a:cubicBezTo>
                  <a:close/>
                  <a:moveTo>
                    <a:pt x="34" y="109"/>
                  </a:moveTo>
                  <a:cubicBezTo>
                    <a:pt x="36" y="107"/>
                    <a:pt x="33" y="103"/>
                    <a:pt x="38" y="103"/>
                  </a:cubicBezTo>
                  <a:cubicBezTo>
                    <a:pt x="37" y="104"/>
                    <a:pt x="36" y="105"/>
                    <a:pt x="36" y="106"/>
                  </a:cubicBezTo>
                  <a:cubicBezTo>
                    <a:pt x="37" y="105"/>
                    <a:pt x="41" y="106"/>
                    <a:pt x="40" y="103"/>
                  </a:cubicBezTo>
                  <a:cubicBezTo>
                    <a:pt x="41" y="103"/>
                    <a:pt x="41" y="104"/>
                    <a:pt x="42" y="104"/>
                  </a:cubicBezTo>
                  <a:cubicBezTo>
                    <a:pt x="42" y="106"/>
                    <a:pt x="42" y="106"/>
                    <a:pt x="42" y="106"/>
                  </a:cubicBezTo>
                  <a:cubicBezTo>
                    <a:pt x="39" y="106"/>
                    <a:pt x="37" y="108"/>
                    <a:pt x="34" y="109"/>
                  </a:cubicBezTo>
                  <a:close/>
                  <a:moveTo>
                    <a:pt x="47" y="172"/>
                  </a:moveTo>
                  <a:cubicBezTo>
                    <a:pt x="45" y="171"/>
                    <a:pt x="45" y="169"/>
                    <a:pt x="42" y="169"/>
                  </a:cubicBezTo>
                  <a:cubicBezTo>
                    <a:pt x="46" y="167"/>
                    <a:pt x="42" y="163"/>
                    <a:pt x="43" y="157"/>
                  </a:cubicBezTo>
                  <a:cubicBezTo>
                    <a:pt x="48" y="157"/>
                    <a:pt x="48" y="157"/>
                    <a:pt x="48" y="157"/>
                  </a:cubicBezTo>
                  <a:cubicBezTo>
                    <a:pt x="48" y="158"/>
                    <a:pt x="47" y="158"/>
                    <a:pt x="46" y="158"/>
                  </a:cubicBezTo>
                  <a:cubicBezTo>
                    <a:pt x="46" y="160"/>
                    <a:pt x="49" y="159"/>
                    <a:pt x="50" y="159"/>
                  </a:cubicBezTo>
                  <a:cubicBezTo>
                    <a:pt x="49" y="163"/>
                    <a:pt x="51" y="169"/>
                    <a:pt x="47" y="172"/>
                  </a:cubicBezTo>
                  <a:close/>
                  <a:moveTo>
                    <a:pt x="182" y="429"/>
                  </a:moveTo>
                  <a:cubicBezTo>
                    <a:pt x="186" y="429"/>
                    <a:pt x="188" y="431"/>
                    <a:pt x="188" y="434"/>
                  </a:cubicBezTo>
                  <a:cubicBezTo>
                    <a:pt x="184" y="434"/>
                    <a:pt x="184" y="434"/>
                    <a:pt x="184" y="434"/>
                  </a:cubicBezTo>
                  <a:cubicBezTo>
                    <a:pt x="183" y="431"/>
                    <a:pt x="185" y="432"/>
                    <a:pt x="182" y="431"/>
                  </a:cubicBezTo>
                  <a:lnTo>
                    <a:pt x="182" y="429"/>
                  </a:lnTo>
                  <a:close/>
                  <a:moveTo>
                    <a:pt x="159" y="46"/>
                  </a:moveTo>
                  <a:cubicBezTo>
                    <a:pt x="165" y="47"/>
                    <a:pt x="171" y="42"/>
                    <a:pt x="175" y="44"/>
                  </a:cubicBezTo>
                  <a:cubicBezTo>
                    <a:pt x="174" y="46"/>
                    <a:pt x="169" y="45"/>
                    <a:pt x="167" y="46"/>
                  </a:cubicBezTo>
                  <a:cubicBezTo>
                    <a:pt x="168" y="48"/>
                    <a:pt x="177" y="48"/>
                    <a:pt x="179" y="46"/>
                  </a:cubicBezTo>
                  <a:cubicBezTo>
                    <a:pt x="180" y="51"/>
                    <a:pt x="166" y="52"/>
                    <a:pt x="160" y="54"/>
                  </a:cubicBezTo>
                  <a:cubicBezTo>
                    <a:pt x="160" y="53"/>
                    <a:pt x="161" y="53"/>
                    <a:pt x="161" y="52"/>
                  </a:cubicBezTo>
                  <a:cubicBezTo>
                    <a:pt x="154" y="51"/>
                    <a:pt x="153" y="56"/>
                    <a:pt x="146" y="55"/>
                  </a:cubicBezTo>
                  <a:cubicBezTo>
                    <a:pt x="149" y="51"/>
                    <a:pt x="161" y="52"/>
                    <a:pt x="159" y="46"/>
                  </a:cubicBezTo>
                  <a:close/>
                  <a:moveTo>
                    <a:pt x="148" y="78"/>
                  </a:moveTo>
                  <a:cubicBezTo>
                    <a:pt x="156" y="78"/>
                    <a:pt x="169" y="80"/>
                    <a:pt x="166" y="73"/>
                  </a:cubicBezTo>
                  <a:cubicBezTo>
                    <a:pt x="184" y="73"/>
                    <a:pt x="184" y="73"/>
                    <a:pt x="184" y="73"/>
                  </a:cubicBezTo>
                  <a:cubicBezTo>
                    <a:pt x="178" y="79"/>
                    <a:pt x="158" y="87"/>
                    <a:pt x="148" y="78"/>
                  </a:cubicBezTo>
                  <a:close/>
                  <a:moveTo>
                    <a:pt x="200" y="152"/>
                  </a:moveTo>
                  <a:cubicBezTo>
                    <a:pt x="202" y="150"/>
                    <a:pt x="204" y="148"/>
                    <a:pt x="205" y="146"/>
                  </a:cubicBezTo>
                  <a:cubicBezTo>
                    <a:pt x="207" y="147"/>
                    <a:pt x="204" y="153"/>
                    <a:pt x="200" y="152"/>
                  </a:cubicBezTo>
                  <a:close/>
                  <a:moveTo>
                    <a:pt x="206" y="144"/>
                  </a:moveTo>
                  <a:cubicBezTo>
                    <a:pt x="202" y="144"/>
                    <a:pt x="205" y="139"/>
                    <a:pt x="200" y="142"/>
                  </a:cubicBezTo>
                  <a:cubicBezTo>
                    <a:pt x="198" y="137"/>
                    <a:pt x="205" y="134"/>
                    <a:pt x="200" y="134"/>
                  </a:cubicBezTo>
                  <a:cubicBezTo>
                    <a:pt x="202" y="132"/>
                    <a:pt x="203" y="130"/>
                    <a:pt x="205" y="129"/>
                  </a:cubicBezTo>
                  <a:cubicBezTo>
                    <a:pt x="211" y="130"/>
                    <a:pt x="208" y="142"/>
                    <a:pt x="206" y="144"/>
                  </a:cubicBezTo>
                  <a:close/>
                  <a:moveTo>
                    <a:pt x="246" y="215"/>
                  </a:moveTo>
                  <a:cubicBezTo>
                    <a:pt x="254" y="211"/>
                    <a:pt x="264" y="208"/>
                    <a:pt x="274" y="207"/>
                  </a:cubicBezTo>
                  <a:cubicBezTo>
                    <a:pt x="267" y="211"/>
                    <a:pt x="256" y="217"/>
                    <a:pt x="246" y="215"/>
                  </a:cubicBezTo>
                  <a:close/>
                  <a:moveTo>
                    <a:pt x="295" y="196"/>
                  </a:moveTo>
                  <a:cubicBezTo>
                    <a:pt x="291" y="203"/>
                    <a:pt x="279" y="201"/>
                    <a:pt x="272" y="204"/>
                  </a:cubicBezTo>
                  <a:cubicBezTo>
                    <a:pt x="274" y="196"/>
                    <a:pt x="289" y="201"/>
                    <a:pt x="295" y="196"/>
                  </a:cubicBezTo>
                  <a:close/>
                  <a:moveTo>
                    <a:pt x="264" y="182"/>
                  </a:moveTo>
                  <a:cubicBezTo>
                    <a:pt x="266" y="184"/>
                    <a:pt x="270" y="183"/>
                    <a:pt x="271" y="185"/>
                  </a:cubicBezTo>
                  <a:cubicBezTo>
                    <a:pt x="274" y="186"/>
                    <a:pt x="275" y="189"/>
                    <a:pt x="276" y="193"/>
                  </a:cubicBezTo>
                  <a:cubicBezTo>
                    <a:pt x="272" y="192"/>
                    <a:pt x="271" y="194"/>
                    <a:pt x="269" y="194"/>
                  </a:cubicBezTo>
                  <a:cubicBezTo>
                    <a:pt x="269" y="189"/>
                    <a:pt x="269" y="189"/>
                    <a:pt x="269" y="189"/>
                  </a:cubicBezTo>
                  <a:cubicBezTo>
                    <a:pt x="264" y="194"/>
                    <a:pt x="261" y="200"/>
                    <a:pt x="257" y="204"/>
                  </a:cubicBezTo>
                  <a:cubicBezTo>
                    <a:pt x="255" y="204"/>
                    <a:pt x="257" y="200"/>
                    <a:pt x="256" y="198"/>
                  </a:cubicBezTo>
                  <a:cubicBezTo>
                    <a:pt x="254" y="198"/>
                    <a:pt x="252" y="198"/>
                    <a:pt x="251" y="200"/>
                  </a:cubicBezTo>
                  <a:cubicBezTo>
                    <a:pt x="249" y="197"/>
                    <a:pt x="258" y="195"/>
                    <a:pt x="257" y="189"/>
                  </a:cubicBezTo>
                  <a:cubicBezTo>
                    <a:pt x="255" y="188"/>
                    <a:pt x="253" y="186"/>
                    <a:pt x="250" y="186"/>
                  </a:cubicBezTo>
                  <a:cubicBezTo>
                    <a:pt x="235" y="190"/>
                    <a:pt x="235" y="209"/>
                    <a:pt x="222" y="215"/>
                  </a:cubicBezTo>
                  <a:cubicBezTo>
                    <a:pt x="222" y="204"/>
                    <a:pt x="233" y="194"/>
                    <a:pt x="236" y="186"/>
                  </a:cubicBezTo>
                  <a:cubicBezTo>
                    <a:pt x="242" y="187"/>
                    <a:pt x="251" y="185"/>
                    <a:pt x="256" y="181"/>
                  </a:cubicBezTo>
                  <a:cubicBezTo>
                    <a:pt x="259" y="182"/>
                    <a:pt x="260" y="183"/>
                    <a:pt x="264" y="182"/>
                  </a:cubicBezTo>
                  <a:close/>
                  <a:moveTo>
                    <a:pt x="257" y="171"/>
                  </a:moveTo>
                  <a:cubicBezTo>
                    <a:pt x="256" y="173"/>
                    <a:pt x="254" y="176"/>
                    <a:pt x="255" y="180"/>
                  </a:cubicBezTo>
                  <a:cubicBezTo>
                    <a:pt x="241" y="178"/>
                    <a:pt x="225" y="178"/>
                    <a:pt x="213" y="179"/>
                  </a:cubicBezTo>
                  <a:cubicBezTo>
                    <a:pt x="226" y="172"/>
                    <a:pt x="235" y="165"/>
                    <a:pt x="251" y="164"/>
                  </a:cubicBezTo>
                  <a:cubicBezTo>
                    <a:pt x="251" y="168"/>
                    <a:pt x="254" y="170"/>
                    <a:pt x="257" y="171"/>
                  </a:cubicBezTo>
                  <a:close/>
                  <a:moveTo>
                    <a:pt x="408" y="47"/>
                  </a:moveTo>
                  <a:cubicBezTo>
                    <a:pt x="408" y="47"/>
                    <a:pt x="408" y="47"/>
                    <a:pt x="408" y="47"/>
                  </a:cubicBezTo>
                  <a:cubicBezTo>
                    <a:pt x="408" y="47"/>
                    <a:pt x="407" y="47"/>
                    <a:pt x="407" y="47"/>
                  </a:cubicBezTo>
                  <a:cubicBezTo>
                    <a:pt x="407" y="47"/>
                    <a:pt x="407" y="47"/>
                    <a:pt x="407" y="47"/>
                  </a:cubicBezTo>
                  <a:cubicBezTo>
                    <a:pt x="406" y="48"/>
                    <a:pt x="406" y="48"/>
                    <a:pt x="405" y="48"/>
                  </a:cubicBezTo>
                  <a:cubicBezTo>
                    <a:pt x="405" y="48"/>
                    <a:pt x="405" y="48"/>
                    <a:pt x="405" y="48"/>
                  </a:cubicBezTo>
                  <a:cubicBezTo>
                    <a:pt x="405" y="48"/>
                    <a:pt x="404" y="48"/>
                    <a:pt x="404" y="48"/>
                  </a:cubicBezTo>
                  <a:cubicBezTo>
                    <a:pt x="404" y="48"/>
                    <a:pt x="403" y="48"/>
                    <a:pt x="403" y="48"/>
                  </a:cubicBezTo>
                  <a:cubicBezTo>
                    <a:pt x="402" y="48"/>
                    <a:pt x="402" y="47"/>
                    <a:pt x="401" y="47"/>
                  </a:cubicBezTo>
                  <a:cubicBezTo>
                    <a:pt x="401" y="47"/>
                    <a:pt x="401" y="47"/>
                    <a:pt x="401" y="47"/>
                  </a:cubicBezTo>
                  <a:cubicBezTo>
                    <a:pt x="401" y="47"/>
                    <a:pt x="401" y="47"/>
                    <a:pt x="401" y="47"/>
                  </a:cubicBezTo>
                  <a:cubicBezTo>
                    <a:pt x="401" y="47"/>
                    <a:pt x="401" y="46"/>
                    <a:pt x="401" y="46"/>
                  </a:cubicBezTo>
                  <a:cubicBezTo>
                    <a:pt x="401" y="46"/>
                    <a:pt x="401" y="46"/>
                    <a:pt x="401" y="46"/>
                  </a:cubicBezTo>
                  <a:cubicBezTo>
                    <a:pt x="401" y="46"/>
                    <a:pt x="401" y="46"/>
                    <a:pt x="401" y="46"/>
                  </a:cubicBezTo>
                  <a:cubicBezTo>
                    <a:pt x="401" y="46"/>
                    <a:pt x="400" y="45"/>
                    <a:pt x="400" y="45"/>
                  </a:cubicBezTo>
                  <a:cubicBezTo>
                    <a:pt x="400" y="45"/>
                    <a:pt x="400" y="45"/>
                    <a:pt x="400" y="44"/>
                  </a:cubicBezTo>
                  <a:cubicBezTo>
                    <a:pt x="400" y="44"/>
                    <a:pt x="400" y="44"/>
                    <a:pt x="400" y="44"/>
                  </a:cubicBezTo>
                  <a:cubicBezTo>
                    <a:pt x="404" y="43"/>
                    <a:pt x="407" y="44"/>
                    <a:pt x="410" y="45"/>
                  </a:cubicBezTo>
                  <a:cubicBezTo>
                    <a:pt x="409" y="46"/>
                    <a:pt x="409" y="46"/>
                    <a:pt x="408" y="47"/>
                  </a:cubicBezTo>
                  <a:close/>
                  <a:moveTo>
                    <a:pt x="415" y="21"/>
                  </a:moveTo>
                  <a:cubicBezTo>
                    <a:pt x="420" y="15"/>
                    <a:pt x="426" y="25"/>
                    <a:pt x="415" y="21"/>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2" name="Google Shape;552;p12"/>
            <p:cNvSpPr/>
            <p:nvPr/>
          </p:nvSpPr>
          <p:spPr>
            <a:xfrm>
              <a:off x="2552" y="739"/>
              <a:ext cx="57" cy="22"/>
            </a:xfrm>
            <a:custGeom>
              <a:rect b="b" l="l" r="r" t="t"/>
              <a:pathLst>
                <a:path extrusionOk="0" h="9" w="24">
                  <a:moveTo>
                    <a:pt x="5" y="7"/>
                  </a:moveTo>
                  <a:cubicBezTo>
                    <a:pt x="3" y="8"/>
                    <a:pt x="2" y="6"/>
                    <a:pt x="0" y="6"/>
                  </a:cubicBezTo>
                  <a:cubicBezTo>
                    <a:pt x="2" y="3"/>
                    <a:pt x="9" y="4"/>
                    <a:pt x="11" y="0"/>
                  </a:cubicBezTo>
                  <a:cubicBezTo>
                    <a:pt x="17" y="0"/>
                    <a:pt x="24" y="9"/>
                    <a:pt x="14" y="8"/>
                  </a:cubicBezTo>
                  <a:cubicBezTo>
                    <a:pt x="10" y="9"/>
                    <a:pt x="8" y="8"/>
                    <a:pt x="5" y="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3" name="Google Shape;553;p12"/>
            <p:cNvSpPr/>
            <p:nvPr/>
          </p:nvSpPr>
          <p:spPr>
            <a:xfrm>
              <a:off x="3749" y="912"/>
              <a:ext cx="132" cy="86"/>
            </a:xfrm>
            <a:custGeom>
              <a:rect b="b" l="l" r="r" t="t"/>
              <a:pathLst>
                <a:path extrusionOk="0" h="36" w="56">
                  <a:moveTo>
                    <a:pt x="55" y="23"/>
                  </a:moveTo>
                  <a:cubicBezTo>
                    <a:pt x="54" y="22"/>
                    <a:pt x="54" y="21"/>
                    <a:pt x="53" y="19"/>
                  </a:cubicBezTo>
                  <a:cubicBezTo>
                    <a:pt x="52" y="18"/>
                    <a:pt x="51" y="17"/>
                    <a:pt x="51" y="17"/>
                  </a:cubicBezTo>
                  <a:cubicBezTo>
                    <a:pt x="51" y="17"/>
                    <a:pt x="51" y="16"/>
                    <a:pt x="51" y="16"/>
                  </a:cubicBezTo>
                  <a:cubicBezTo>
                    <a:pt x="47" y="11"/>
                    <a:pt x="44" y="6"/>
                    <a:pt x="40" y="1"/>
                  </a:cubicBezTo>
                  <a:cubicBezTo>
                    <a:pt x="40" y="1"/>
                    <a:pt x="40" y="1"/>
                    <a:pt x="40" y="1"/>
                  </a:cubicBezTo>
                  <a:cubicBezTo>
                    <a:pt x="40" y="1"/>
                    <a:pt x="40" y="0"/>
                    <a:pt x="39" y="0"/>
                  </a:cubicBezTo>
                  <a:cubicBezTo>
                    <a:pt x="39" y="0"/>
                    <a:pt x="39" y="0"/>
                    <a:pt x="39" y="0"/>
                  </a:cubicBezTo>
                  <a:cubicBezTo>
                    <a:pt x="39" y="0"/>
                    <a:pt x="39" y="0"/>
                    <a:pt x="39" y="0"/>
                  </a:cubicBezTo>
                  <a:cubicBezTo>
                    <a:pt x="38" y="0"/>
                    <a:pt x="38" y="0"/>
                    <a:pt x="37" y="0"/>
                  </a:cubicBezTo>
                  <a:cubicBezTo>
                    <a:pt x="38" y="8"/>
                    <a:pt x="35" y="13"/>
                    <a:pt x="40" y="11"/>
                  </a:cubicBezTo>
                  <a:cubicBezTo>
                    <a:pt x="37" y="15"/>
                    <a:pt x="35" y="16"/>
                    <a:pt x="26" y="16"/>
                  </a:cubicBezTo>
                  <a:cubicBezTo>
                    <a:pt x="26" y="18"/>
                    <a:pt x="26" y="21"/>
                    <a:pt x="25" y="21"/>
                  </a:cubicBezTo>
                  <a:cubicBezTo>
                    <a:pt x="21" y="21"/>
                    <a:pt x="17" y="21"/>
                    <a:pt x="16" y="19"/>
                  </a:cubicBezTo>
                  <a:cubicBezTo>
                    <a:pt x="14" y="21"/>
                    <a:pt x="15" y="26"/>
                    <a:pt x="12" y="27"/>
                  </a:cubicBezTo>
                  <a:cubicBezTo>
                    <a:pt x="11" y="27"/>
                    <a:pt x="10" y="26"/>
                    <a:pt x="9" y="26"/>
                  </a:cubicBezTo>
                  <a:cubicBezTo>
                    <a:pt x="6" y="25"/>
                    <a:pt x="3" y="21"/>
                    <a:pt x="0" y="23"/>
                  </a:cubicBezTo>
                  <a:cubicBezTo>
                    <a:pt x="4" y="25"/>
                    <a:pt x="5" y="29"/>
                    <a:pt x="10" y="30"/>
                  </a:cubicBezTo>
                  <a:cubicBezTo>
                    <a:pt x="12" y="29"/>
                    <a:pt x="15" y="28"/>
                    <a:pt x="18" y="27"/>
                  </a:cubicBezTo>
                  <a:cubicBezTo>
                    <a:pt x="27" y="36"/>
                    <a:pt x="37" y="24"/>
                    <a:pt x="49" y="24"/>
                  </a:cubicBezTo>
                  <a:cubicBezTo>
                    <a:pt x="49" y="29"/>
                    <a:pt x="49" y="29"/>
                    <a:pt x="49" y="29"/>
                  </a:cubicBezTo>
                  <a:cubicBezTo>
                    <a:pt x="53" y="29"/>
                    <a:pt x="54" y="26"/>
                    <a:pt x="56" y="24"/>
                  </a:cubicBezTo>
                  <a:cubicBezTo>
                    <a:pt x="56" y="24"/>
                    <a:pt x="56" y="24"/>
                    <a:pt x="56" y="24"/>
                  </a:cubicBezTo>
                  <a:cubicBezTo>
                    <a:pt x="56" y="24"/>
                    <a:pt x="56" y="24"/>
                    <a:pt x="55" y="23"/>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4" name="Google Shape;554;p12"/>
            <p:cNvSpPr/>
            <p:nvPr/>
          </p:nvSpPr>
          <p:spPr>
            <a:xfrm>
              <a:off x="3549" y="905"/>
              <a:ext cx="112" cy="145"/>
            </a:xfrm>
            <a:custGeom>
              <a:rect b="b" l="l" r="r" t="t"/>
              <a:pathLst>
                <a:path extrusionOk="0" h="61" w="47">
                  <a:moveTo>
                    <a:pt x="20" y="2"/>
                  </a:moveTo>
                  <a:cubicBezTo>
                    <a:pt x="18" y="4"/>
                    <a:pt x="17" y="7"/>
                    <a:pt x="14" y="7"/>
                  </a:cubicBezTo>
                  <a:cubicBezTo>
                    <a:pt x="15" y="11"/>
                    <a:pt x="18" y="6"/>
                    <a:pt x="23" y="8"/>
                  </a:cubicBezTo>
                  <a:cubicBezTo>
                    <a:pt x="24" y="14"/>
                    <a:pt x="21" y="15"/>
                    <a:pt x="18" y="18"/>
                  </a:cubicBezTo>
                  <a:cubicBezTo>
                    <a:pt x="25" y="24"/>
                    <a:pt x="33" y="29"/>
                    <a:pt x="33" y="41"/>
                  </a:cubicBezTo>
                  <a:cubicBezTo>
                    <a:pt x="37" y="42"/>
                    <a:pt x="37" y="39"/>
                    <a:pt x="40" y="40"/>
                  </a:cubicBezTo>
                  <a:cubicBezTo>
                    <a:pt x="47" y="46"/>
                    <a:pt x="32" y="49"/>
                    <a:pt x="39" y="52"/>
                  </a:cubicBezTo>
                  <a:cubicBezTo>
                    <a:pt x="29" y="59"/>
                    <a:pt x="12" y="54"/>
                    <a:pt x="0" y="61"/>
                  </a:cubicBezTo>
                  <a:cubicBezTo>
                    <a:pt x="4" y="58"/>
                    <a:pt x="6" y="52"/>
                    <a:pt x="14" y="53"/>
                  </a:cubicBezTo>
                  <a:cubicBezTo>
                    <a:pt x="12" y="50"/>
                    <a:pt x="9" y="49"/>
                    <a:pt x="3" y="49"/>
                  </a:cubicBezTo>
                  <a:cubicBezTo>
                    <a:pt x="4" y="45"/>
                    <a:pt x="10" y="47"/>
                    <a:pt x="10" y="42"/>
                  </a:cubicBezTo>
                  <a:cubicBezTo>
                    <a:pt x="8" y="41"/>
                    <a:pt x="10" y="40"/>
                    <a:pt x="8" y="39"/>
                  </a:cubicBezTo>
                  <a:cubicBezTo>
                    <a:pt x="8" y="36"/>
                    <a:pt x="13" y="38"/>
                    <a:pt x="15" y="38"/>
                  </a:cubicBezTo>
                  <a:cubicBezTo>
                    <a:pt x="17" y="38"/>
                    <a:pt x="16" y="34"/>
                    <a:pt x="17" y="33"/>
                  </a:cubicBezTo>
                  <a:cubicBezTo>
                    <a:pt x="16" y="32"/>
                    <a:pt x="14" y="31"/>
                    <a:pt x="15" y="27"/>
                  </a:cubicBezTo>
                  <a:cubicBezTo>
                    <a:pt x="11" y="27"/>
                    <a:pt x="10" y="29"/>
                    <a:pt x="6" y="29"/>
                  </a:cubicBezTo>
                  <a:cubicBezTo>
                    <a:pt x="6" y="26"/>
                    <a:pt x="7" y="23"/>
                    <a:pt x="9" y="22"/>
                  </a:cubicBezTo>
                  <a:cubicBezTo>
                    <a:pt x="8" y="20"/>
                    <a:pt x="2" y="21"/>
                    <a:pt x="6" y="17"/>
                  </a:cubicBezTo>
                  <a:cubicBezTo>
                    <a:pt x="4" y="17"/>
                    <a:pt x="3" y="19"/>
                    <a:pt x="2" y="17"/>
                  </a:cubicBezTo>
                  <a:cubicBezTo>
                    <a:pt x="0" y="15"/>
                    <a:pt x="3" y="15"/>
                    <a:pt x="5" y="14"/>
                  </a:cubicBezTo>
                  <a:cubicBezTo>
                    <a:pt x="3" y="12"/>
                    <a:pt x="2" y="11"/>
                    <a:pt x="0" y="10"/>
                  </a:cubicBezTo>
                  <a:cubicBezTo>
                    <a:pt x="6" y="10"/>
                    <a:pt x="8" y="0"/>
                    <a:pt x="20" y="2"/>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5" name="Google Shape;555;p12"/>
            <p:cNvSpPr/>
            <p:nvPr/>
          </p:nvSpPr>
          <p:spPr>
            <a:xfrm>
              <a:off x="2630" y="939"/>
              <a:ext cx="21" cy="18"/>
            </a:xfrm>
            <a:custGeom>
              <a:rect b="b" l="l" r="r" t="t"/>
              <a:pathLst>
                <a:path extrusionOk="0" h="8" w="9">
                  <a:moveTo>
                    <a:pt x="9" y="3"/>
                  </a:moveTo>
                  <a:cubicBezTo>
                    <a:pt x="8" y="6"/>
                    <a:pt x="3" y="7"/>
                    <a:pt x="0" y="8"/>
                  </a:cubicBezTo>
                  <a:cubicBezTo>
                    <a:pt x="0" y="3"/>
                    <a:pt x="6" y="0"/>
                    <a:pt x="9" y="3"/>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6" name="Google Shape;556;p12"/>
            <p:cNvSpPr/>
            <p:nvPr/>
          </p:nvSpPr>
          <p:spPr>
            <a:xfrm>
              <a:off x="1966" y="941"/>
              <a:ext cx="14" cy="21"/>
            </a:xfrm>
            <a:custGeom>
              <a:rect b="b" l="l" r="r" t="t"/>
              <a:pathLst>
                <a:path extrusionOk="0" h="9" w="6">
                  <a:moveTo>
                    <a:pt x="1" y="3"/>
                  </a:moveTo>
                  <a:cubicBezTo>
                    <a:pt x="2" y="2"/>
                    <a:pt x="4" y="2"/>
                    <a:pt x="4" y="0"/>
                  </a:cubicBezTo>
                  <a:cubicBezTo>
                    <a:pt x="6" y="2"/>
                    <a:pt x="4" y="6"/>
                    <a:pt x="4" y="8"/>
                  </a:cubicBezTo>
                  <a:cubicBezTo>
                    <a:pt x="0" y="9"/>
                    <a:pt x="4" y="2"/>
                    <a:pt x="1" y="3"/>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7" name="Google Shape;557;p12"/>
            <p:cNvSpPr/>
            <p:nvPr/>
          </p:nvSpPr>
          <p:spPr>
            <a:xfrm>
              <a:off x="1926" y="981"/>
              <a:ext cx="31" cy="33"/>
            </a:xfrm>
            <a:custGeom>
              <a:rect b="b" l="l" r="r" t="t"/>
              <a:pathLst>
                <a:path extrusionOk="0" h="14" w="13">
                  <a:moveTo>
                    <a:pt x="6" y="0"/>
                  </a:moveTo>
                  <a:cubicBezTo>
                    <a:pt x="8" y="0"/>
                    <a:pt x="11" y="3"/>
                    <a:pt x="12" y="0"/>
                  </a:cubicBezTo>
                  <a:cubicBezTo>
                    <a:pt x="13" y="3"/>
                    <a:pt x="3" y="6"/>
                    <a:pt x="4" y="14"/>
                  </a:cubicBezTo>
                  <a:cubicBezTo>
                    <a:pt x="0" y="10"/>
                    <a:pt x="3" y="3"/>
                    <a:pt x="6" y="0"/>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8" name="Google Shape;558;p12"/>
            <p:cNvSpPr/>
            <p:nvPr/>
          </p:nvSpPr>
          <p:spPr>
            <a:xfrm>
              <a:off x="2831" y="1021"/>
              <a:ext cx="95" cy="86"/>
            </a:xfrm>
            <a:custGeom>
              <a:rect b="b" l="l" r="r" t="t"/>
              <a:pathLst>
                <a:path extrusionOk="0" h="36" w="40">
                  <a:moveTo>
                    <a:pt x="33" y="0"/>
                  </a:moveTo>
                  <a:cubicBezTo>
                    <a:pt x="30" y="5"/>
                    <a:pt x="24" y="7"/>
                    <a:pt x="21" y="12"/>
                  </a:cubicBezTo>
                  <a:cubicBezTo>
                    <a:pt x="21" y="14"/>
                    <a:pt x="25" y="11"/>
                    <a:pt x="28" y="12"/>
                  </a:cubicBezTo>
                  <a:cubicBezTo>
                    <a:pt x="27" y="13"/>
                    <a:pt x="26" y="14"/>
                    <a:pt x="24" y="14"/>
                  </a:cubicBezTo>
                  <a:cubicBezTo>
                    <a:pt x="29" y="17"/>
                    <a:pt x="31" y="16"/>
                    <a:pt x="37" y="17"/>
                  </a:cubicBezTo>
                  <a:cubicBezTo>
                    <a:pt x="36" y="19"/>
                    <a:pt x="32" y="23"/>
                    <a:pt x="38" y="21"/>
                  </a:cubicBezTo>
                  <a:cubicBezTo>
                    <a:pt x="38" y="25"/>
                    <a:pt x="33" y="24"/>
                    <a:pt x="33" y="27"/>
                  </a:cubicBezTo>
                  <a:cubicBezTo>
                    <a:pt x="33" y="30"/>
                    <a:pt x="36" y="26"/>
                    <a:pt x="36" y="25"/>
                  </a:cubicBezTo>
                  <a:cubicBezTo>
                    <a:pt x="40" y="25"/>
                    <a:pt x="33" y="29"/>
                    <a:pt x="38" y="28"/>
                  </a:cubicBezTo>
                  <a:cubicBezTo>
                    <a:pt x="37" y="32"/>
                    <a:pt x="34" y="35"/>
                    <a:pt x="30" y="36"/>
                  </a:cubicBezTo>
                  <a:cubicBezTo>
                    <a:pt x="31" y="34"/>
                    <a:pt x="29" y="34"/>
                    <a:pt x="28" y="34"/>
                  </a:cubicBezTo>
                  <a:cubicBezTo>
                    <a:pt x="27" y="31"/>
                    <a:pt x="30" y="32"/>
                    <a:pt x="30" y="29"/>
                  </a:cubicBezTo>
                  <a:cubicBezTo>
                    <a:pt x="27" y="29"/>
                    <a:pt x="25" y="34"/>
                    <a:pt x="18" y="34"/>
                  </a:cubicBezTo>
                  <a:cubicBezTo>
                    <a:pt x="19" y="32"/>
                    <a:pt x="22" y="32"/>
                    <a:pt x="23" y="30"/>
                  </a:cubicBezTo>
                  <a:cubicBezTo>
                    <a:pt x="24" y="28"/>
                    <a:pt x="16" y="33"/>
                    <a:pt x="20" y="28"/>
                  </a:cubicBezTo>
                  <a:cubicBezTo>
                    <a:pt x="13" y="28"/>
                    <a:pt x="9" y="31"/>
                    <a:pt x="3" y="30"/>
                  </a:cubicBezTo>
                  <a:cubicBezTo>
                    <a:pt x="0" y="25"/>
                    <a:pt x="9" y="23"/>
                    <a:pt x="4" y="22"/>
                  </a:cubicBezTo>
                  <a:cubicBezTo>
                    <a:pt x="15" y="16"/>
                    <a:pt x="18" y="3"/>
                    <a:pt x="33" y="0"/>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9" name="Google Shape;559;p12"/>
            <p:cNvSpPr/>
            <p:nvPr/>
          </p:nvSpPr>
          <p:spPr>
            <a:xfrm>
              <a:off x="2793" y="1107"/>
              <a:ext cx="26" cy="16"/>
            </a:xfrm>
            <a:custGeom>
              <a:rect b="b" l="l" r="r" t="t"/>
              <a:pathLst>
                <a:path extrusionOk="0" h="7" w="11">
                  <a:moveTo>
                    <a:pt x="6" y="0"/>
                  </a:moveTo>
                  <a:cubicBezTo>
                    <a:pt x="8" y="1"/>
                    <a:pt x="7" y="4"/>
                    <a:pt x="10" y="2"/>
                  </a:cubicBezTo>
                  <a:cubicBezTo>
                    <a:pt x="11" y="6"/>
                    <a:pt x="3" y="3"/>
                    <a:pt x="4" y="7"/>
                  </a:cubicBezTo>
                  <a:cubicBezTo>
                    <a:pt x="2" y="6"/>
                    <a:pt x="2" y="4"/>
                    <a:pt x="0" y="5"/>
                  </a:cubicBezTo>
                  <a:cubicBezTo>
                    <a:pt x="0" y="2"/>
                    <a:pt x="5" y="3"/>
                    <a:pt x="6" y="0"/>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0" name="Google Shape;560;p12"/>
            <p:cNvSpPr/>
            <p:nvPr/>
          </p:nvSpPr>
          <p:spPr>
            <a:xfrm>
              <a:off x="2469" y="1171"/>
              <a:ext cx="66" cy="19"/>
            </a:xfrm>
            <a:custGeom>
              <a:rect b="b" l="l" r="r" t="t"/>
              <a:pathLst>
                <a:path extrusionOk="0" h="8" w="28">
                  <a:moveTo>
                    <a:pt x="0" y="8"/>
                  </a:moveTo>
                  <a:cubicBezTo>
                    <a:pt x="8" y="4"/>
                    <a:pt x="18" y="1"/>
                    <a:pt x="28" y="0"/>
                  </a:cubicBezTo>
                  <a:lnTo>
                    <a:pt x="0"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1" name="Google Shape;561;p12"/>
            <p:cNvSpPr/>
            <p:nvPr/>
          </p:nvSpPr>
          <p:spPr>
            <a:xfrm>
              <a:off x="3727" y="1197"/>
              <a:ext cx="24" cy="38"/>
            </a:xfrm>
            <a:custGeom>
              <a:rect b="b" l="l" r="r" t="t"/>
              <a:pathLst>
                <a:path extrusionOk="0" h="16" w="10">
                  <a:moveTo>
                    <a:pt x="5" y="16"/>
                  </a:moveTo>
                  <a:cubicBezTo>
                    <a:pt x="0" y="15"/>
                    <a:pt x="4" y="6"/>
                    <a:pt x="1" y="3"/>
                  </a:cubicBezTo>
                  <a:cubicBezTo>
                    <a:pt x="5" y="3"/>
                    <a:pt x="5" y="0"/>
                    <a:pt x="9" y="0"/>
                  </a:cubicBezTo>
                  <a:cubicBezTo>
                    <a:pt x="10" y="8"/>
                    <a:pt x="10" y="15"/>
                    <a:pt x="5" y="16"/>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2" name="Google Shape;562;p12"/>
            <p:cNvSpPr/>
            <p:nvPr/>
          </p:nvSpPr>
          <p:spPr>
            <a:xfrm>
              <a:off x="3910" y="1240"/>
              <a:ext cx="26" cy="11"/>
            </a:xfrm>
            <a:custGeom>
              <a:rect b="b" l="l" r="r" t="t"/>
              <a:pathLst>
                <a:path extrusionOk="0" h="5" w="11">
                  <a:moveTo>
                    <a:pt x="0" y="2"/>
                  </a:moveTo>
                  <a:cubicBezTo>
                    <a:pt x="4" y="2"/>
                    <a:pt x="10" y="0"/>
                    <a:pt x="11" y="4"/>
                  </a:cubicBezTo>
                  <a:cubicBezTo>
                    <a:pt x="7" y="5"/>
                    <a:pt x="2" y="3"/>
                    <a:pt x="0" y="5"/>
                  </a:cubicBezTo>
                  <a:cubicBezTo>
                    <a:pt x="2" y="4"/>
                    <a:pt x="1" y="4"/>
                    <a:pt x="0" y="2"/>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3" name="Google Shape;563;p12"/>
            <p:cNvSpPr/>
            <p:nvPr/>
          </p:nvSpPr>
          <p:spPr>
            <a:xfrm>
              <a:off x="3398" y="1403"/>
              <a:ext cx="16" cy="19"/>
            </a:xfrm>
            <a:custGeom>
              <a:rect b="b" l="l" r="r" t="t"/>
              <a:pathLst>
                <a:path extrusionOk="0" h="8" w="7">
                  <a:moveTo>
                    <a:pt x="7" y="0"/>
                  </a:moveTo>
                  <a:cubicBezTo>
                    <a:pt x="6" y="3"/>
                    <a:pt x="3" y="5"/>
                    <a:pt x="2" y="8"/>
                  </a:cubicBezTo>
                  <a:cubicBezTo>
                    <a:pt x="0" y="6"/>
                    <a:pt x="3" y="0"/>
                    <a:pt x="7" y="0"/>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4" name="Google Shape;564;p12"/>
            <p:cNvSpPr/>
            <p:nvPr/>
          </p:nvSpPr>
          <p:spPr>
            <a:xfrm>
              <a:off x="2521" y="1721"/>
              <a:ext cx="16" cy="23"/>
            </a:xfrm>
            <a:custGeom>
              <a:rect b="b" l="l" r="r" t="t"/>
              <a:pathLst>
                <a:path extrusionOk="0" h="10" w="7">
                  <a:moveTo>
                    <a:pt x="6" y="9"/>
                  </a:moveTo>
                  <a:cubicBezTo>
                    <a:pt x="6" y="10"/>
                    <a:pt x="5" y="10"/>
                    <a:pt x="3" y="10"/>
                  </a:cubicBezTo>
                  <a:cubicBezTo>
                    <a:pt x="2" y="9"/>
                    <a:pt x="1" y="8"/>
                    <a:pt x="1" y="6"/>
                  </a:cubicBezTo>
                  <a:cubicBezTo>
                    <a:pt x="0" y="2"/>
                    <a:pt x="4" y="4"/>
                    <a:pt x="3" y="0"/>
                  </a:cubicBezTo>
                  <a:cubicBezTo>
                    <a:pt x="6" y="1"/>
                    <a:pt x="7" y="5"/>
                    <a:pt x="6" y="9"/>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5" name="Google Shape;565;p12"/>
            <p:cNvSpPr/>
            <p:nvPr/>
          </p:nvSpPr>
          <p:spPr>
            <a:xfrm>
              <a:off x="2710" y="623"/>
              <a:ext cx="43" cy="17"/>
            </a:xfrm>
            <a:custGeom>
              <a:rect b="b" l="l" r="r" t="t"/>
              <a:pathLst>
                <a:path extrusionOk="0" h="7" w="18">
                  <a:moveTo>
                    <a:pt x="14" y="7"/>
                  </a:moveTo>
                  <a:cubicBezTo>
                    <a:pt x="10" y="7"/>
                    <a:pt x="7" y="7"/>
                    <a:pt x="3" y="7"/>
                  </a:cubicBezTo>
                  <a:cubicBezTo>
                    <a:pt x="1" y="2"/>
                    <a:pt x="1" y="4"/>
                    <a:pt x="0" y="0"/>
                  </a:cubicBezTo>
                  <a:cubicBezTo>
                    <a:pt x="4" y="0"/>
                    <a:pt x="8" y="0"/>
                    <a:pt x="12" y="0"/>
                  </a:cubicBezTo>
                  <a:cubicBezTo>
                    <a:pt x="18" y="2"/>
                    <a:pt x="8" y="3"/>
                    <a:pt x="11" y="4"/>
                  </a:cubicBezTo>
                  <a:cubicBezTo>
                    <a:pt x="12" y="5"/>
                    <a:pt x="17" y="3"/>
                    <a:pt x="17" y="5"/>
                  </a:cubicBezTo>
                  <a:cubicBezTo>
                    <a:pt x="15" y="5"/>
                    <a:pt x="14" y="6"/>
                    <a:pt x="14" y="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6" name="Google Shape;566;p12"/>
            <p:cNvSpPr/>
            <p:nvPr/>
          </p:nvSpPr>
          <p:spPr>
            <a:xfrm>
              <a:off x="2556" y="623"/>
              <a:ext cx="43" cy="5"/>
            </a:xfrm>
            <a:custGeom>
              <a:rect b="b" l="l" r="r" t="t"/>
              <a:pathLst>
                <a:path extrusionOk="0" h="2" w="18">
                  <a:moveTo>
                    <a:pt x="8" y="1"/>
                  </a:moveTo>
                  <a:cubicBezTo>
                    <a:pt x="13" y="0"/>
                    <a:pt x="18" y="2"/>
                    <a:pt x="12" y="2"/>
                  </a:cubicBezTo>
                  <a:cubicBezTo>
                    <a:pt x="10" y="2"/>
                    <a:pt x="0" y="1"/>
                    <a:pt x="8" y="1"/>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7" name="Google Shape;567;p12"/>
            <p:cNvSpPr/>
            <p:nvPr/>
          </p:nvSpPr>
          <p:spPr>
            <a:xfrm>
              <a:off x="2613" y="647"/>
              <a:ext cx="38" cy="21"/>
            </a:xfrm>
            <a:custGeom>
              <a:rect b="b" l="l" r="r" t="t"/>
              <a:pathLst>
                <a:path extrusionOk="0" h="9" w="16">
                  <a:moveTo>
                    <a:pt x="14" y="6"/>
                  </a:moveTo>
                  <a:cubicBezTo>
                    <a:pt x="8" y="5"/>
                    <a:pt x="3" y="9"/>
                    <a:pt x="0" y="5"/>
                  </a:cubicBezTo>
                  <a:cubicBezTo>
                    <a:pt x="0" y="3"/>
                    <a:pt x="1" y="2"/>
                    <a:pt x="2" y="0"/>
                  </a:cubicBezTo>
                  <a:cubicBezTo>
                    <a:pt x="6" y="0"/>
                    <a:pt x="10" y="2"/>
                    <a:pt x="7" y="5"/>
                  </a:cubicBezTo>
                  <a:cubicBezTo>
                    <a:pt x="12" y="6"/>
                    <a:pt x="9" y="0"/>
                    <a:pt x="14" y="1"/>
                  </a:cubicBezTo>
                  <a:cubicBezTo>
                    <a:pt x="14" y="3"/>
                    <a:pt x="16" y="3"/>
                    <a:pt x="16" y="5"/>
                  </a:cubicBezTo>
                  <a:cubicBezTo>
                    <a:pt x="15" y="5"/>
                    <a:pt x="14" y="5"/>
                    <a:pt x="14" y="6"/>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8" name="Google Shape;568;p12"/>
            <p:cNvSpPr/>
            <p:nvPr/>
          </p:nvSpPr>
          <p:spPr>
            <a:xfrm>
              <a:off x="2673" y="661"/>
              <a:ext cx="33" cy="12"/>
            </a:xfrm>
            <a:custGeom>
              <a:rect b="b" l="l" r="r" t="t"/>
              <a:pathLst>
                <a:path extrusionOk="0" h="5" w="14">
                  <a:moveTo>
                    <a:pt x="0" y="4"/>
                  </a:moveTo>
                  <a:cubicBezTo>
                    <a:pt x="3" y="1"/>
                    <a:pt x="8" y="0"/>
                    <a:pt x="14" y="0"/>
                  </a:cubicBezTo>
                  <a:cubicBezTo>
                    <a:pt x="13" y="5"/>
                    <a:pt x="6" y="4"/>
                    <a:pt x="0" y="4"/>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9" name="Google Shape;569;p12"/>
            <p:cNvSpPr/>
            <p:nvPr/>
          </p:nvSpPr>
          <p:spPr>
            <a:xfrm>
              <a:off x="2319" y="671"/>
              <a:ext cx="249" cy="92"/>
            </a:xfrm>
            <a:custGeom>
              <a:rect b="b" l="l" r="r" t="t"/>
              <a:pathLst>
                <a:path extrusionOk="0" h="39" w="105">
                  <a:moveTo>
                    <a:pt x="59" y="35"/>
                  </a:moveTo>
                  <a:cubicBezTo>
                    <a:pt x="50" y="36"/>
                    <a:pt x="42" y="39"/>
                    <a:pt x="31" y="39"/>
                  </a:cubicBezTo>
                  <a:cubicBezTo>
                    <a:pt x="30" y="35"/>
                    <a:pt x="34" y="36"/>
                    <a:pt x="34" y="34"/>
                  </a:cubicBezTo>
                  <a:cubicBezTo>
                    <a:pt x="31" y="32"/>
                    <a:pt x="24" y="33"/>
                    <a:pt x="21" y="32"/>
                  </a:cubicBezTo>
                  <a:cubicBezTo>
                    <a:pt x="25" y="21"/>
                    <a:pt x="42" y="32"/>
                    <a:pt x="51" y="27"/>
                  </a:cubicBezTo>
                  <a:cubicBezTo>
                    <a:pt x="46" y="23"/>
                    <a:pt x="34" y="25"/>
                    <a:pt x="26" y="25"/>
                  </a:cubicBezTo>
                  <a:cubicBezTo>
                    <a:pt x="25" y="19"/>
                    <a:pt x="34" y="22"/>
                    <a:pt x="38" y="21"/>
                  </a:cubicBezTo>
                  <a:cubicBezTo>
                    <a:pt x="36" y="19"/>
                    <a:pt x="29" y="21"/>
                    <a:pt x="27" y="19"/>
                  </a:cubicBezTo>
                  <a:cubicBezTo>
                    <a:pt x="27" y="16"/>
                    <a:pt x="32" y="17"/>
                    <a:pt x="35" y="15"/>
                  </a:cubicBezTo>
                  <a:cubicBezTo>
                    <a:pt x="24" y="12"/>
                    <a:pt x="15" y="21"/>
                    <a:pt x="5" y="22"/>
                  </a:cubicBezTo>
                  <a:cubicBezTo>
                    <a:pt x="5" y="19"/>
                    <a:pt x="3" y="17"/>
                    <a:pt x="0" y="17"/>
                  </a:cubicBezTo>
                  <a:cubicBezTo>
                    <a:pt x="6" y="9"/>
                    <a:pt x="21" y="13"/>
                    <a:pt x="23" y="2"/>
                  </a:cubicBezTo>
                  <a:cubicBezTo>
                    <a:pt x="37" y="0"/>
                    <a:pt x="44" y="7"/>
                    <a:pt x="56" y="4"/>
                  </a:cubicBezTo>
                  <a:cubicBezTo>
                    <a:pt x="55" y="8"/>
                    <a:pt x="63" y="8"/>
                    <a:pt x="59" y="12"/>
                  </a:cubicBezTo>
                  <a:cubicBezTo>
                    <a:pt x="64" y="12"/>
                    <a:pt x="72" y="13"/>
                    <a:pt x="78" y="11"/>
                  </a:cubicBezTo>
                  <a:cubicBezTo>
                    <a:pt x="81" y="14"/>
                    <a:pt x="79" y="15"/>
                    <a:pt x="78" y="19"/>
                  </a:cubicBezTo>
                  <a:cubicBezTo>
                    <a:pt x="83" y="17"/>
                    <a:pt x="85" y="11"/>
                    <a:pt x="89" y="7"/>
                  </a:cubicBezTo>
                  <a:cubicBezTo>
                    <a:pt x="94" y="10"/>
                    <a:pt x="100" y="3"/>
                    <a:pt x="105" y="7"/>
                  </a:cubicBezTo>
                  <a:cubicBezTo>
                    <a:pt x="99" y="11"/>
                    <a:pt x="94" y="15"/>
                    <a:pt x="90" y="21"/>
                  </a:cubicBezTo>
                  <a:cubicBezTo>
                    <a:pt x="91" y="27"/>
                    <a:pt x="98" y="26"/>
                    <a:pt x="98" y="29"/>
                  </a:cubicBezTo>
                  <a:cubicBezTo>
                    <a:pt x="95" y="33"/>
                    <a:pt x="91" y="28"/>
                    <a:pt x="84" y="30"/>
                  </a:cubicBezTo>
                  <a:cubicBezTo>
                    <a:pt x="84" y="33"/>
                    <a:pt x="89" y="31"/>
                    <a:pt x="90" y="32"/>
                  </a:cubicBezTo>
                  <a:cubicBezTo>
                    <a:pt x="90" y="35"/>
                    <a:pt x="87" y="34"/>
                    <a:pt x="87" y="37"/>
                  </a:cubicBezTo>
                  <a:cubicBezTo>
                    <a:pt x="82" y="36"/>
                    <a:pt x="78" y="36"/>
                    <a:pt x="72" y="36"/>
                  </a:cubicBezTo>
                  <a:cubicBezTo>
                    <a:pt x="71" y="31"/>
                    <a:pt x="62" y="33"/>
                    <a:pt x="59" y="35"/>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0" name="Google Shape;570;p12"/>
            <p:cNvSpPr/>
            <p:nvPr/>
          </p:nvSpPr>
          <p:spPr>
            <a:xfrm>
              <a:off x="2779" y="761"/>
              <a:ext cx="33" cy="19"/>
            </a:xfrm>
            <a:custGeom>
              <a:rect b="b" l="l" r="r" t="t"/>
              <a:pathLst>
                <a:path extrusionOk="0" h="8" w="14">
                  <a:moveTo>
                    <a:pt x="14" y="4"/>
                  </a:moveTo>
                  <a:cubicBezTo>
                    <a:pt x="11" y="7"/>
                    <a:pt x="7" y="8"/>
                    <a:pt x="0" y="8"/>
                  </a:cubicBezTo>
                  <a:cubicBezTo>
                    <a:pt x="2" y="3"/>
                    <a:pt x="6" y="0"/>
                    <a:pt x="13" y="1"/>
                  </a:cubicBezTo>
                  <a:cubicBezTo>
                    <a:pt x="13" y="2"/>
                    <a:pt x="14" y="2"/>
                    <a:pt x="14" y="4"/>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1" name="Google Shape;571;p12"/>
            <p:cNvSpPr/>
            <p:nvPr/>
          </p:nvSpPr>
          <p:spPr>
            <a:xfrm>
              <a:off x="2684" y="851"/>
              <a:ext cx="19" cy="14"/>
            </a:xfrm>
            <a:custGeom>
              <a:rect b="b" l="l" r="r" t="t"/>
              <a:pathLst>
                <a:path extrusionOk="0" h="6" w="8">
                  <a:moveTo>
                    <a:pt x="8" y="1"/>
                  </a:moveTo>
                  <a:cubicBezTo>
                    <a:pt x="6" y="3"/>
                    <a:pt x="5" y="6"/>
                    <a:pt x="1" y="5"/>
                  </a:cubicBezTo>
                  <a:cubicBezTo>
                    <a:pt x="0" y="0"/>
                    <a:pt x="4" y="0"/>
                    <a:pt x="8" y="1"/>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2" name="Google Shape;572;p12"/>
            <p:cNvSpPr/>
            <p:nvPr/>
          </p:nvSpPr>
          <p:spPr>
            <a:xfrm>
              <a:off x="2860" y="858"/>
              <a:ext cx="19" cy="19"/>
            </a:xfrm>
            <a:custGeom>
              <a:rect b="b" l="l" r="r" t="t"/>
              <a:pathLst>
                <a:path extrusionOk="0" h="8" w="8">
                  <a:moveTo>
                    <a:pt x="0" y="1"/>
                  </a:moveTo>
                  <a:cubicBezTo>
                    <a:pt x="1" y="1"/>
                    <a:pt x="2" y="1"/>
                    <a:pt x="2" y="0"/>
                  </a:cubicBezTo>
                  <a:cubicBezTo>
                    <a:pt x="8" y="2"/>
                    <a:pt x="0" y="8"/>
                    <a:pt x="0" y="1"/>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3" name="Google Shape;573;p12"/>
            <p:cNvSpPr/>
            <p:nvPr/>
          </p:nvSpPr>
          <p:spPr>
            <a:xfrm>
              <a:off x="3542" y="912"/>
              <a:ext cx="17" cy="12"/>
            </a:xfrm>
            <a:custGeom>
              <a:rect b="b" l="l" r="r" t="t"/>
              <a:pathLst>
                <a:path extrusionOk="0" h="5" w="7">
                  <a:moveTo>
                    <a:pt x="6" y="0"/>
                  </a:moveTo>
                  <a:cubicBezTo>
                    <a:pt x="7" y="4"/>
                    <a:pt x="3" y="4"/>
                    <a:pt x="1" y="5"/>
                  </a:cubicBezTo>
                  <a:cubicBezTo>
                    <a:pt x="0" y="1"/>
                    <a:pt x="4" y="1"/>
                    <a:pt x="6" y="0"/>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4" name="Google Shape;574;p12"/>
            <p:cNvSpPr/>
            <p:nvPr/>
          </p:nvSpPr>
          <p:spPr>
            <a:xfrm>
              <a:off x="2782" y="1052"/>
              <a:ext cx="28" cy="15"/>
            </a:xfrm>
            <a:custGeom>
              <a:rect b="b" l="l" r="r" t="t"/>
              <a:pathLst>
                <a:path extrusionOk="0" h="6" w="12">
                  <a:moveTo>
                    <a:pt x="4" y="0"/>
                  </a:moveTo>
                  <a:cubicBezTo>
                    <a:pt x="8" y="1"/>
                    <a:pt x="11" y="2"/>
                    <a:pt x="12" y="6"/>
                  </a:cubicBezTo>
                  <a:cubicBezTo>
                    <a:pt x="7" y="6"/>
                    <a:pt x="4" y="3"/>
                    <a:pt x="0" y="1"/>
                  </a:cubicBezTo>
                  <a:cubicBezTo>
                    <a:pt x="1" y="0"/>
                    <a:pt x="2" y="0"/>
                    <a:pt x="4" y="0"/>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5" name="Google Shape;575;p12"/>
            <p:cNvSpPr/>
            <p:nvPr/>
          </p:nvSpPr>
          <p:spPr>
            <a:xfrm>
              <a:off x="3730" y="1168"/>
              <a:ext cx="23" cy="27"/>
            </a:xfrm>
            <a:custGeom>
              <a:rect b="b" l="l" r="r" t="t"/>
              <a:pathLst>
                <a:path extrusionOk="0" h="11" w="10">
                  <a:moveTo>
                    <a:pt x="6" y="11"/>
                  </a:moveTo>
                  <a:cubicBezTo>
                    <a:pt x="0" y="10"/>
                    <a:pt x="3" y="2"/>
                    <a:pt x="6" y="0"/>
                  </a:cubicBezTo>
                  <a:cubicBezTo>
                    <a:pt x="10" y="2"/>
                    <a:pt x="8" y="8"/>
                    <a:pt x="6" y="11"/>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6" name="Google Shape;576;p12"/>
            <p:cNvSpPr/>
            <p:nvPr/>
          </p:nvSpPr>
          <p:spPr>
            <a:xfrm>
              <a:off x="3649" y="1216"/>
              <a:ext cx="14" cy="12"/>
            </a:xfrm>
            <a:custGeom>
              <a:rect b="b" l="l" r="r" t="t"/>
              <a:pathLst>
                <a:path extrusionOk="0" h="5" w="6">
                  <a:moveTo>
                    <a:pt x="5" y="5"/>
                  </a:moveTo>
                  <a:cubicBezTo>
                    <a:pt x="3" y="5"/>
                    <a:pt x="1" y="5"/>
                    <a:pt x="0" y="4"/>
                  </a:cubicBezTo>
                  <a:cubicBezTo>
                    <a:pt x="1" y="1"/>
                    <a:pt x="6" y="0"/>
                    <a:pt x="5" y="5"/>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7" name="Google Shape;577;p12"/>
            <p:cNvSpPr/>
            <p:nvPr/>
          </p:nvSpPr>
          <p:spPr>
            <a:xfrm>
              <a:off x="2457" y="1439"/>
              <a:ext cx="26" cy="19"/>
            </a:xfrm>
            <a:custGeom>
              <a:rect b="b" l="l" r="r" t="t"/>
              <a:pathLst>
                <a:path extrusionOk="0" h="8" w="11">
                  <a:moveTo>
                    <a:pt x="8" y="1"/>
                  </a:moveTo>
                  <a:cubicBezTo>
                    <a:pt x="5" y="0"/>
                    <a:pt x="1" y="8"/>
                    <a:pt x="0" y="2"/>
                  </a:cubicBezTo>
                  <a:cubicBezTo>
                    <a:pt x="4" y="1"/>
                    <a:pt x="11" y="1"/>
                    <a:pt x="8" y="1"/>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8" name="Google Shape;578;p12"/>
            <p:cNvSpPr/>
            <p:nvPr/>
          </p:nvSpPr>
          <p:spPr>
            <a:xfrm>
              <a:off x="2499" y="1555"/>
              <a:ext cx="93" cy="47"/>
            </a:xfrm>
            <a:custGeom>
              <a:rect b="b" l="l" r="r" t="t"/>
              <a:pathLst>
                <a:path extrusionOk="0" h="20" w="39">
                  <a:moveTo>
                    <a:pt x="39" y="13"/>
                  </a:moveTo>
                  <a:cubicBezTo>
                    <a:pt x="31" y="14"/>
                    <a:pt x="22" y="12"/>
                    <a:pt x="20" y="18"/>
                  </a:cubicBezTo>
                  <a:cubicBezTo>
                    <a:pt x="16" y="11"/>
                    <a:pt x="1" y="20"/>
                    <a:pt x="0" y="11"/>
                  </a:cubicBezTo>
                  <a:cubicBezTo>
                    <a:pt x="4" y="12"/>
                    <a:pt x="8" y="13"/>
                    <a:pt x="13" y="12"/>
                  </a:cubicBezTo>
                  <a:cubicBezTo>
                    <a:pt x="8" y="12"/>
                    <a:pt x="14" y="6"/>
                    <a:pt x="7" y="4"/>
                  </a:cubicBezTo>
                  <a:cubicBezTo>
                    <a:pt x="18" y="0"/>
                    <a:pt x="37" y="4"/>
                    <a:pt x="39" y="13"/>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9" name="Google Shape;579;p12"/>
            <p:cNvSpPr/>
            <p:nvPr/>
          </p:nvSpPr>
          <p:spPr>
            <a:xfrm>
              <a:off x="2443" y="1583"/>
              <a:ext cx="30" cy="17"/>
            </a:xfrm>
            <a:custGeom>
              <a:rect b="b" l="l" r="r" t="t"/>
              <a:pathLst>
                <a:path extrusionOk="0" h="7" w="13">
                  <a:moveTo>
                    <a:pt x="13" y="4"/>
                  </a:moveTo>
                  <a:cubicBezTo>
                    <a:pt x="8" y="7"/>
                    <a:pt x="1" y="7"/>
                    <a:pt x="0" y="0"/>
                  </a:cubicBezTo>
                  <a:cubicBezTo>
                    <a:pt x="6" y="0"/>
                    <a:pt x="9" y="2"/>
                    <a:pt x="13" y="4"/>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0" name="Google Shape;580;p12"/>
            <p:cNvSpPr/>
            <p:nvPr/>
          </p:nvSpPr>
          <p:spPr>
            <a:xfrm>
              <a:off x="2561" y="2162"/>
              <a:ext cx="21" cy="18"/>
            </a:xfrm>
            <a:custGeom>
              <a:rect b="b" l="l" r="r" t="t"/>
              <a:pathLst>
                <a:path extrusionOk="0" h="8" w="9">
                  <a:moveTo>
                    <a:pt x="9" y="8"/>
                  </a:moveTo>
                  <a:cubicBezTo>
                    <a:pt x="7" y="5"/>
                    <a:pt x="0" y="6"/>
                    <a:pt x="1" y="0"/>
                  </a:cubicBezTo>
                  <a:cubicBezTo>
                    <a:pt x="3" y="3"/>
                    <a:pt x="9" y="3"/>
                    <a:pt x="9" y="8"/>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1" name="Google Shape;581;p12"/>
            <p:cNvSpPr/>
            <p:nvPr/>
          </p:nvSpPr>
          <p:spPr>
            <a:xfrm>
              <a:off x="2841" y="2775"/>
              <a:ext cx="16" cy="17"/>
            </a:xfrm>
            <a:custGeom>
              <a:rect b="b" l="l" r="r" t="t"/>
              <a:pathLst>
                <a:path extrusionOk="0" h="7" w="7">
                  <a:moveTo>
                    <a:pt x="7" y="0"/>
                  </a:moveTo>
                  <a:cubicBezTo>
                    <a:pt x="5" y="2"/>
                    <a:pt x="2" y="7"/>
                    <a:pt x="0" y="5"/>
                  </a:cubicBezTo>
                  <a:cubicBezTo>
                    <a:pt x="3" y="3"/>
                    <a:pt x="0" y="3"/>
                    <a:pt x="2" y="0"/>
                  </a:cubicBezTo>
                  <a:lnTo>
                    <a:pt x="7" y="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2" name="Google Shape;582;p12"/>
            <p:cNvSpPr/>
            <p:nvPr/>
          </p:nvSpPr>
          <p:spPr>
            <a:xfrm>
              <a:off x="2857" y="2771"/>
              <a:ext cx="24" cy="19"/>
            </a:xfrm>
            <a:custGeom>
              <a:rect b="b" l="l" r="r" t="t"/>
              <a:pathLst>
                <a:path extrusionOk="0" h="8" w="10">
                  <a:moveTo>
                    <a:pt x="9" y="4"/>
                  </a:moveTo>
                  <a:cubicBezTo>
                    <a:pt x="4" y="4"/>
                    <a:pt x="4" y="8"/>
                    <a:pt x="0" y="8"/>
                  </a:cubicBezTo>
                  <a:cubicBezTo>
                    <a:pt x="0" y="4"/>
                    <a:pt x="3" y="5"/>
                    <a:pt x="1" y="1"/>
                  </a:cubicBezTo>
                  <a:cubicBezTo>
                    <a:pt x="4" y="1"/>
                    <a:pt x="10" y="0"/>
                    <a:pt x="9" y="4"/>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3" name="Google Shape;583;p12"/>
            <p:cNvSpPr/>
            <p:nvPr/>
          </p:nvSpPr>
          <p:spPr>
            <a:xfrm>
              <a:off x="2376" y="1687"/>
              <a:ext cx="718" cy="1112"/>
            </a:xfrm>
            <a:custGeom>
              <a:rect b="b" l="l" r="r" t="t"/>
              <a:pathLst>
                <a:path extrusionOk="0" h="469" w="303">
                  <a:moveTo>
                    <a:pt x="292" y="127"/>
                  </a:moveTo>
                  <a:cubicBezTo>
                    <a:pt x="277" y="128"/>
                    <a:pt x="273" y="113"/>
                    <a:pt x="263" y="110"/>
                  </a:cubicBezTo>
                  <a:cubicBezTo>
                    <a:pt x="256" y="108"/>
                    <a:pt x="248" y="113"/>
                    <a:pt x="242" y="106"/>
                  </a:cubicBezTo>
                  <a:cubicBezTo>
                    <a:pt x="241" y="107"/>
                    <a:pt x="241" y="107"/>
                    <a:pt x="241" y="108"/>
                  </a:cubicBezTo>
                  <a:cubicBezTo>
                    <a:pt x="241" y="109"/>
                    <a:pt x="238" y="109"/>
                    <a:pt x="237" y="108"/>
                  </a:cubicBezTo>
                  <a:cubicBezTo>
                    <a:pt x="236" y="108"/>
                    <a:pt x="236" y="110"/>
                    <a:pt x="235" y="111"/>
                  </a:cubicBezTo>
                  <a:cubicBezTo>
                    <a:pt x="232" y="114"/>
                    <a:pt x="237" y="106"/>
                    <a:pt x="234" y="104"/>
                  </a:cubicBezTo>
                  <a:cubicBezTo>
                    <a:pt x="234" y="102"/>
                    <a:pt x="234" y="102"/>
                    <a:pt x="234" y="102"/>
                  </a:cubicBezTo>
                  <a:cubicBezTo>
                    <a:pt x="228" y="102"/>
                    <a:pt x="215" y="87"/>
                    <a:pt x="210" y="100"/>
                  </a:cubicBezTo>
                  <a:cubicBezTo>
                    <a:pt x="207" y="101"/>
                    <a:pt x="206" y="104"/>
                    <a:pt x="204" y="106"/>
                  </a:cubicBezTo>
                  <a:cubicBezTo>
                    <a:pt x="205" y="103"/>
                    <a:pt x="202" y="103"/>
                    <a:pt x="203" y="101"/>
                  </a:cubicBezTo>
                  <a:cubicBezTo>
                    <a:pt x="206" y="102"/>
                    <a:pt x="207" y="100"/>
                    <a:pt x="208" y="98"/>
                  </a:cubicBezTo>
                  <a:cubicBezTo>
                    <a:pt x="208" y="96"/>
                    <a:pt x="211" y="96"/>
                    <a:pt x="210" y="93"/>
                  </a:cubicBezTo>
                  <a:cubicBezTo>
                    <a:pt x="206" y="91"/>
                    <a:pt x="203" y="89"/>
                    <a:pt x="199" y="88"/>
                  </a:cubicBezTo>
                  <a:cubicBezTo>
                    <a:pt x="197" y="91"/>
                    <a:pt x="191" y="90"/>
                    <a:pt x="196" y="94"/>
                  </a:cubicBezTo>
                  <a:cubicBezTo>
                    <a:pt x="194" y="93"/>
                    <a:pt x="191" y="97"/>
                    <a:pt x="190" y="94"/>
                  </a:cubicBezTo>
                  <a:cubicBezTo>
                    <a:pt x="191" y="89"/>
                    <a:pt x="195" y="87"/>
                    <a:pt x="198" y="85"/>
                  </a:cubicBezTo>
                  <a:cubicBezTo>
                    <a:pt x="200" y="77"/>
                    <a:pt x="192" y="69"/>
                    <a:pt x="192" y="59"/>
                  </a:cubicBezTo>
                  <a:cubicBezTo>
                    <a:pt x="191" y="59"/>
                    <a:pt x="190" y="60"/>
                    <a:pt x="189" y="60"/>
                  </a:cubicBezTo>
                  <a:cubicBezTo>
                    <a:pt x="181" y="39"/>
                    <a:pt x="157" y="55"/>
                    <a:pt x="147" y="39"/>
                  </a:cubicBezTo>
                  <a:cubicBezTo>
                    <a:pt x="147" y="30"/>
                    <a:pt x="136" y="28"/>
                    <a:pt x="129" y="28"/>
                  </a:cubicBezTo>
                  <a:cubicBezTo>
                    <a:pt x="129" y="25"/>
                    <a:pt x="133" y="25"/>
                    <a:pt x="132" y="21"/>
                  </a:cubicBezTo>
                  <a:cubicBezTo>
                    <a:pt x="130" y="20"/>
                    <a:pt x="127" y="20"/>
                    <a:pt x="126" y="17"/>
                  </a:cubicBezTo>
                  <a:cubicBezTo>
                    <a:pt x="131" y="20"/>
                    <a:pt x="135" y="12"/>
                    <a:pt x="130" y="12"/>
                  </a:cubicBezTo>
                  <a:cubicBezTo>
                    <a:pt x="128" y="17"/>
                    <a:pt x="126" y="15"/>
                    <a:pt x="123" y="19"/>
                  </a:cubicBezTo>
                  <a:cubicBezTo>
                    <a:pt x="124" y="16"/>
                    <a:pt x="121" y="16"/>
                    <a:pt x="121" y="14"/>
                  </a:cubicBezTo>
                  <a:cubicBezTo>
                    <a:pt x="122" y="14"/>
                    <a:pt x="124" y="14"/>
                    <a:pt x="124" y="13"/>
                  </a:cubicBezTo>
                  <a:cubicBezTo>
                    <a:pt x="110" y="14"/>
                    <a:pt x="104" y="16"/>
                    <a:pt x="86" y="14"/>
                  </a:cubicBezTo>
                  <a:cubicBezTo>
                    <a:pt x="87" y="6"/>
                    <a:pt x="77" y="8"/>
                    <a:pt x="75" y="2"/>
                  </a:cubicBezTo>
                  <a:cubicBezTo>
                    <a:pt x="75" y="8"/>
                    <a:pt x="67" y="12"/>
                    <a:pt x="64" y="11"/>
                  </a:cubicBezTo>
                  <a:cubicBezTo>
                    <a:pt x="64" y="6"/>
                    <a:pt x="69" y="6"/>
                    <a:pt x="67" y="0"/>
                  </a:cubicBezTo>
                  <a:cubicBezTo>
                    <a:pt x="60" y="4"/>
                    <a:pt x="50" y="12"/>
                    <a:pt x="43" y="9"/>
                  </a:cubicBezTo>
                  <a:cubicBezTo>
                    <a:pt x="42" y="19"/>
                    <a:pt x="31" y="24"/>
                    <a:pt x="32" y="31"/>
                  </a:cubicBezTo>
                  <a:cubicBezTo>
                    <a:pt x="32" y="31"/>
                    <a:pt x="31" y="31"/>
                    <a:pt x="31" y="31"/>
                  </a:cubicBezTo>
                  <a:cubicBezTo>
                    <a:pt x="32" y="38"/>
                    <a:pt x="29" y="45"/>
                    <a:pt x="27" y="52"/>
                  </a:cubicBezTo>
                  <a:cubicBezTo>
                    <a:pt x="27" y="61"/>
                    <a:pt x="25" y="70"/>
                    <a:pt x="18" y="72"/>
                  </a:cubicBezTo>
                  <a:cubicBezTo>
                    <a:pt x="15" y="86"/>
                    <a:pt x="2" y="89"/>
                    <a:pt x="3" y="106"/>
                  </a:cubicBezTo>
                  <a:cubicBezTo>
                    <a:pt x="6" y="108"/>
                    <a:pt x="8" y="111"/>
                    <a:pt x="10" y="111"/>
                  </a:cubicBezTo>
                  <a:cubicBezTo>
                    <a:pt x="7" y="116"/>
                    <a:pt x="1" y="117"/>
                    <a:pt x="0" y="124"/>
                  </a:cubicBezTo>
                  <a:cubicBezTo>
                    <a:pt x="2" y="127"/>
                    <a:pt x="5" y="129"/>
                    <a:pt x="4" y="134"/>
                  </a:cubicBezTo>
                  <a:cubicBezTo>
                    <a:pt x="20" y="147"/>
                    <a:pt x="25" y="171"/>
                    <a:pt x="37" y="187"/>
                  </a:cubicBezTo>
                  <a:cubicBezTo>
                    <a:pt x="37" y="193"/>
                    <a:pt x="37" y="193"/>
                    <a:pt x="37" y="193"/>
                  </a:cubicBezTo>
                  <a:cubicBezTo>
                    <a:pt x="50" y="210"/>
                    <a:pt x="80" y="209"/>
                    <a:pt x="82" y="236"/>
                  </a:cubicBezTo>
                  <a:cubicBezTo>
                    <a:pt x="84" y="238"/>
                    <a:pt x="84" y="248"/>
                    <a:pt x="82" y="250"/>
                  </a:cubicBezTo>
                  <a:cubicBezTo>
                    <a:pt x="80" y="294"/>
                    <a:pt x="90" y="327"/>
                    <a:pt x="87" y="366"/>
                  </a:cubicBezTo>
                  <a:cubicBezTo>
                    <a:pt x="88" y="370"/>
                    <a:pt x="92" y="369"/>
                    <a:pt x="92" y="373"/>
                  </a:cubicBezTo>
                  <a:cubicBezTo>
                    <a:pt x="90" y="379"/>
                    <a:pt x="90" y="387"/>
                    <a:pt x="95" y="390"/>
                  </a:cubicBezTo>
                  <a:cubicBezTo>
                    <a:pt x="90" y="393"/>
                    <a:pt x="95" y="402"/>
                    <a:pt x="100" y="402"/>
                  </a:cubicBezTo>
                  <a:cubicBezTo>
                    <a:pt x="98" y="395"/>
                    <a:pt x="96" y="394"/>
                    <a:pt x="99" y="390"/>
                  </a:cubicBezTo>
                  <a:cubicBezTo>
                    <a:pt x="104" y="393"/>
                    <a:pt x="105" y="406"/>
                    <a:pt x="104" y="412"/>
                  </a:cubicBezTo>
                  <a:cubicBezTo>
                    <a:pt x="104" y="414"/>
                    <a:pt x="99" y="412"/>
                    <a:pt x="102" y="410"/>
                  </a:cubicBezTo>
                  <a:cubicBezTo>
                    <a:pt x="97" y="411"/>
                    <a:pt x="103" y="408"/>
                    <a:pt x="100" y="408"/>
                  </a:cubicBezTo>
                  <a:cubicBezTo>
                    <a:pt x="100" y="410"/>
                    <a:pt x="96" y="409"/>
                    <a:pt x="96" y="412"/>
                  </a:cubicBezTo>
                  <a:cubicBezTo>
                    <a:pt x="101" y="411"/>
                    <a:pt x="100" y="416"/>
                    <a:pt x="104" y="416"/>
                  </a:cubicBezTo>
                  <a:cubicBezTo>
                    <a:pt x="105" y="415"/>
                    <a:pt x="104" y="413"/>
                    <a:pt x="106" y="413"/>
                  </a:cubicBezTo>
                  <a:cubicBezTo>
                    <a:pt x="110" y="415"/>
                    <a:pt x="106" y="419"/>
                    <a:pt x="108" y="424"/>
                  </a:cubicBezTo>
                  <a:cubicBezTo>
                    <a:pt x="105" y="424"/>
                    <a:pt x="107" y="419"/>
                    <a:pt x="102" y="421"/>
                  </a:cubicBezTo>
                  <a:cubicBezTo>
                    <a:pt x="102" y="420"/>
                    <a:pt x="102" y="420"/>
                    <a:pt x="102" y="420"/>
                  </a:cubicBezTo>
                  <a:cubicBezTo>
                    <a:pt x="100" y="420"/>
                    <a:pt x="100" y="420"/>
                    <a:pt x="100" y="420"/>
                  </a:cubicBezTo>
                  <a:cubicBezTo>
                    <a:pt x="99" y="420"/>
                    <a:pt x="98" y="420"/>
                    <a:pt x="99" y="421"/>
                  </a:cubicBezTo>
                  <a:cubicBezTo>
                    <a:pt x="102" y="421"/>
                    <a:pt x="96" y="427"/>
                    <a:pt x="100" y="428"/>
                  </a:cubicBezTo>
                  <a:cubicBezTo>
                    <a:pt x="100" y="426"/>
                    <a:pt x="100" y="425"/>
                    <a:pt x="102" y="425"/>
                  </a:cubicBezTo>
                  <a:cubicBezTo>
                    <a:pt x="109" y="426"/>
                    <a:pt x="107" y="430"/>
                    <a:pt x="108" y="436"/>
                  </a:cubicBezTo>
                  <a:cubicBezTo>
                    <a:pt x="105" y="436"/>
                    <a:pt x="106" y="434"/>
                    <a:pt x="103" y="436"/>
                  </a:cubicBezTo>
                  <a:cubicBezTo>
                    <a:pt x="103" y="439"/>
                    <a:pt x="103" y="439"/>
                    <a:pt x="103" y="439"/>
                  </a:cubicBezTo>
                  <a:cubicBezTo>
                    <a:pt x="106" y="441"/>
                    <a:pt x="106" y="444"/>
                    <a:pt x="108" y="446"/>
                  </a:cubicBezTo>
                  <a:cubicBezTo>
                    <a:pt x="109" y="450"/>
                    <a:pt x="112" y="447"/>
                    <a:pt x="112" y="449"/>
                  </a:cubicBezTo>
                  <a:cubicBezTo>
                    <a:pt x="112" y="449"/>
                    <a:pt x="110" y="453"/>
                    <a:pt x="112" y="453"/>
                  </a:cubicBezTo>
                  <a:cubicBezTo>
                    <a:pt x="113" y="451"/>
                    <a:pt x="113" y="449"/>
                    <a:pt x="115" y="449"/>
                  </a:cubicBezTo>
                  <a:cubicBezTo>
                    <a:pt x="114" y="451"/>
                    <a:pt x="116" y="451"/>
                    <a:pt x="117" y="452"/>
                  </a:cubicBezTo>
                  <a:cubicBezTo>
                    <a:pt x="112" y="454"/>
                    <a:pt x="119" y="456"/>
                    <a:pt x="116" y="459"/>
                  </a:cubicBezTo>
                  <a:cubicBezTo>
                    <a:pt x="120" y="461"/>
                    <a:pt x="117" y="455"/>
                    <a:pt x="119" y="455"/>
                  </a:cubicBezTo>
                  <a:cubicBezTo>
                    <a:pt x="123" y="458"/>
                    <a:pt x="128" y="460"/>
                    <a:pt x="127" y="465"/>
                  </a:cubicBezTo>
                  <a:cubicBezTo>
                    <a:pt x="128" y="465"/>
                    <a:pt x="130" y="466"/>
                    <a:pt x="131" y="466"/>
                  </a:cubicBezTo>
                  <a:cubicBezTo>
                    <a:pt x="131" y="466"/>
                    <a:pt x="131" y="466"/>
                    <a:pt x="131" y="466"/>
                  </a:cubicBezTo>
                  <a:cubicBezTo>
                    <a:pt x="131" y="466"/>
                    <a:pt x="132" y="466"/>
                    <a:pt x="132" y="466"/>
                  </a:cubicBezTo>
                  <a:cubicBezTo>
                    <a:pt x="134" y="466"/>
                    <a:pt x="137" y="467"/>
                    <a:pt x="139" y="467"/>
                  </a:cubicBezTo>
                  <a:cubicBezTo>
                    <a:pt x="139" y="467"/>
                    <a:pt x="140" y="467"/>
                    <a:pt x="140" y="467"/>
                  </a:cubicBezTo>
                  <a:cubicBezTo>
                    <a:pt x="140" y="467"/>
                    <a:pt x="141" y="467"/>
                    <a:pt x="141" y="467"/>
                  </a:cubicBezTo>
                  <a:cubicBezTo>
                    <a:pt x="142" y="468"/>
                    <a:pt x="142" y="468"/>
                    <a:pt x="143" y="468"/>
                  </a:cubicBezTo>
                  <a:cubicBezTo>
                    <a:pt x="144" y="468"/>
                    <a:pt x="146" y="468"/>
                    <a:pt x="147" y="468"/>
                  </a:cubicBezTo>
                  <a:cubicBezTo>
                    <a:pt x="148" y="468"/>
                    <a:pt x="148" y="468"/>
                    <a:pt x="149" y="468"/>
                  </a:cubicBezTo>
                  <a:cubicBezTo>
                    <a:pt x="150" y="469"/>
                    <a:pt x="152" y="469"/>
                    <a:pt x="153" y="469"/>
                  </a:cubicBezTo>
                  <a:cubicBezTo>
                    <a:pt x="154" y="469"/>
                    <a:pt x="156" y="469"/>
                    <a:pt x="157" y="469"/>
                  </a:cubicBezTo>
                  <a:cubicBezTo>
                    <a:pt x="157" y="469"/>
                    <a:pt x="157" y="469"/>
                    <a:pt x="158" y="469"/>
                  </a:cubicBezTo>
                  <a:cubicBezTo>
                    <a:pt x="157" y="469"/>
                    <a:pt x="157" y="468"/>
                    <a:pt x="156" y="467"/>
                  </a:cubicBezTo>
                  <a:cubicBezTo>
                    <a:pt x="153" y="467"/>
                    <a:pt x="150" y="467"/>
                    <a:pt x="148" y="468"/>
                  </a:cubicBezTo>
                  <a:cubicBezTo>
                    <a:pt x="148" y="466"/>
                    <a:pt x="148" y="466"/>
                    <a:pt x="148" y="466"/>
                  </a:cubicBezTo>
                  <a:cubicBezTo>
                    <a:pt x="150" y="464"/>
                    <a:pt x="155" y="466"/>
                    <a:pt x="156" y="464"/>
                  </a:cubicBezTo>
                  <a:cubicBezTo>
                    <a:pt x="151" y="462"/>
                    <a:pt x="148" y="457"/>
                    <a:pt x="146" y="452"/>
                  </a:cubicBezTo>
                  <a:cubicBezTo>
                    <a:pt x="149" y="452"/>
                    <a:pt x="147" y="447"/>
                    <a:pt x="152" y="449"/>
                  </a:cubicBezTo>
                  <a:cubicBezTo>
                    <a:pt x="149" y="442"/>
                    <a:pt x="152" y="439"/>
                    <a:pt x="156" y="436"/>
                  </a:cubicBezTo>
                  <a:cubicBezTo>
                    <a:pt x="159" y="424"/>
                    <a:pt x="143" y="429"/>
                    <a:pt x="143" y="421"/>
                  </a:cubicBezTo>
                  <a:cubicBezTo>
                    <a:pt x="143" y="417"/>
                    <a:pt x="144" y="412"/>
                    <a:pt x="151" y="414"/>
                  </a:cubicBezTo>
                  <a:cubicBezTo>
                    <a:pt x="152" y="408"/>
                    <a:pt x="150" y="406"/>
                    <a:pt x="148" y="402"/>
                  </a:cubicBezTo>
                  <a:cubicBezTo>
                    <a:pt x="152" y="402"/>
                    <a:pt x="153" y="399"/>
                    <a:pt x="149" y="398"/>
                  </a:cubicBezTo>
                  <a:cubicBezTo>
                    <a:pt x="153" y="397"/>
                    <a:pt x="152" y="399"/>
                    <a:pt x="155" y="399"/>
                  </a:cubicBezTo>
                  <a:cubicBezTo>
                    <a:pt x="156" y="395"/>
                    <a:pt x="154" y="394"/>
                    <a:pt x="153" y="392"/>
                  </a:cubicBezTo>
                  <a:cubicBezTo>
                    <a:pt x="149" y="390"/>
                    <a:pt x="152" y="396"/>
                    <a:pt x="148" y="394"/>
                  </a:cubicBezTo>
                  <a:cubicBezTo>
                    <a:pt x="146" y="391"/>
                    <a:pt x="144" y="389"/>
                    <a:pt x="144" y="384"/>
                  </a:cubicBezTo>
                  <a:cubicBezTo>
                    <a:pt x="147" y="385"/>
                    <a:pt x="153" y="385"/>
                    <a:pt x="159" y="385"/>
                  </a:cubicBezTo>
                  <a:cubicBezTo>
                    <a:pt x="160" y="378"/>
                    <a:pt x="158" y="374"/>
                    <a:pt x="155" y="370"/>
                  </a:cubicBezTo>
                  <a:cubicBezTo>
                    <a:pt x="172" y="372"/>
                    <a:pt x="183" y="368"/>
                    <a:pt x="185" y="355"/>
                  </a:cubicBezTo>
                  <a:cubicBezTo>
                    <a:pt x="183" y="351"/>
                    <a:pt x="177" y="351"/>
                    <a:pt x="179" y="343"/>
                  </a:cubicBezTo>
                  <a:cubicBezTo>
                    <a:pt x="177" y="341"/>
                    <a:pt x="171" y="341"/>
                    <a:pt x="170" y="336"/>
                  </a:cubicBezTo>
                  <a:cubicBezTo>
                    <a:pt x="178" y="338"/>
                    <a:pt x="184" y="342"/>
                    <a:pt x="193" y="342"/>
                  </a:cubicBezTo>
                  <a:cubicBezTo>
                    <a:pt x="199" y="335"/>
                    <a:pt x="204" y="327"/>
                    <a:pt x="207" y="318"/>
                  </a:cubicBezTo>
                  <a:cubicBezTo>
                    <a:pt x="205" y="318"/>
                    <a:pt x="204" y="320"/>
                    <a:pt x="204" y="318"/>
                  </a:cubicBezTo>
                  <a:cubicBezTo>
                    <a:pt x="206" y="314"/>
                    <a:pt x="207" y="309"/>
                    <a:pt x="212" y="308"/>
                  </a:cubicBezTo>
                  <a:cubicBezTo>
                    <a:pt x="212" y="310"/>
                    <a:pt x="208" y="314"/>
                    <a:pt x="211" y="314"/>
                  </a:cubicBezTo>
                  <a:cubicBezTo>
                    <a:pt x="217" y="300"/>
                    <a:pt x="224" y="292"/>
                    <a:pt x="220" y="272"/>
                  </a:cubicBezTo>
                  <a:cubicBezTo>
                    <a:pt x="225" y="272"/>
                    <a:pt x="230" y="258"/>
                    <a:pt x="238" y="261"/>
                  </a:cubicBezTo>
                  <a:cubicBezTo>
                    <a:pt x="241" y="257"/>
                    <a:pt x="248" y="254"/>
                    <a:pt x="258" y="256"/>
                  </a:cubicBezTo>
                  <a:cubicBezTo>
                    <a:pt x="257" y="251"/>
                    <a:pt x="261" y="250"/>
                    <a:pt x="264" y="249"/>
                  </a:cubicBezTo>
                  <a:cubicBezTo>
                    <a:pt x="264" y="241"/>
                    <a:pt x="264" y="241"/>
                    <a:pt x="264" y="241"/>
                  </a:cubicBezTo>
                  <a:cubicBezTo>
                    <a:pt x="278" y="229"/>
                    <a:pt x="269" y="199"/>
                    <a:pt x="274" y="180"/>
                  </a:cubicBezTo>
                  <a:cubicBezTo>
                    <a:pt x="274" y="182"/>
                    <a:pt x="275" y="183"/>
                    <a:pt x="278" y="183"/>
                  </a:cubicBezTo>
                  <a:cubicBezTo>
                    <a:pt x="278" y="177"/>
                    <a:pt x="283" y="176"/>
                    <a:pt x="282" y="169"/>
                  </a:cubicBezTo>
                  <a:cubicBezTo>
                    <a:pt x="295" y="164"/>
                    <a:pt x="303" y="140"/>
                    <a:pt x="292" y="127"/>
                  </a:cubicBezTo>
                  <a:close/>
                  <a:moveTo>
                    <a:pt x="67" y="23"/>
                  </a:moveTo>
                  <a:cubicBezTo>
                    <a:pt x="67" y="24"/>
                    <a:pt x="66" y="24"/>
                    <a:pt x="64" y="24"/>
                  </a:cubicBezTo>
                  <a:cubicBezTo>
                    <a:pt x="63" y="23"/>
                    <a:pt x="62" y="22"/>
                    <a:pt x="62" y="20"/>
                  </a:cubicBezTo>
                  <a:cubicBezTo>
                    <a:pt x="61" y="16"/>
                    <a:pt x="65" y="18"/>
                    <a:pt x="64" y="14"/>
                  </a:cubicBezTo>
                  <a:cubicBezTo>
                    <a:pt x="67" y="15"/>
                    <a:pt x="68" y="19"/>
                    <a:pt x="67" y="23"/>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4" name="Google Shape;584;p12"/>
            <p:cNvSpPr/>
            <p:nvPr/>
          </p:nvSpPr>
          <p:spPr>
            <a:xfrm>
              <a:off x="2691" y="645"/>
              <a:ext cx="162" cy="40"/>
            </a:xfrm>
            <a:custGeom>
              <a:rect b="b" l="l" r="r" t="t"/>
              <a:pathLst>
                <a:path extrusionOk="0" h="17" w="68">
                  <a:moveTo>
                    <a:pt x="30" y="3"/>
                  </a:moveTo>
                  <a:cubicBezTo>
                    <a:pt x="30" y="5"/>
                    <a:pt x="28" y="4"/>
                    <a:pt x="27" y="5"/>
                  </a:cubicBezTo>
                  <a:cubicBezTo>
                    <a:pt x="36" y="13"/>
                    <a:pt x="57" y="1"/>
                    <a:pt x="68" y="8"/>
                  </a:cubicBezTo>
                  <a:cubicBezTo>
                    <a:pt x="54" y="17"/>
                    <a:pt x="24" y="13"/>
                    <a:pt x="11" y="13"/>
                  </a:cubicBezTo>
                  <a:cubicBezTo>
                    <a:pt x="10" y="8"/>
                    <a:pt x="14" y="9"/>
                    <a:pt x="14" y="6"/>
                  </a:cubicBezTo>
                  <a:cubicBezTo>
                    <a:pt x="11" y="4"/>
                    <a:pt x="0" y="5"/>
                    <a:pt x="4" y="0"/>
                  </a:cubicBezTo>
                  <a:cubicBezTo>
                    <a:pt x="12" y="1"/>
                    <a:pt x="24" y="0"/>
                    <a:pt x="30" y="3"/>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5" name="Google Shape;585;p12"/>
            <p:cNvSpPr/>
            <p:nvPr/>
          </p:nvSpPr>
          <p:spPr>
            <a:xfrm>
              <a:off x="2462" y="642"/>
              <a:ext cx="135" cy="36"/>
            </a:xfrm>
            <a:custGeom>
              <a:rect b="b" l="l" r="r" t="t"/>
              <a:pathLst>
                <a:path extrusionOk="0" h="15" w="57">
                  <a:moveTo>
                    <a:pt x="19" y="3"/>
                  </a:moveTo>
                  <a:cubicBezTo>
                    <a:pt x="24" y="4"/>
                    <a:pt x="31" y="4"/>
                    <a:pt x="31" y="9"/>
                  </a:cubicBezTo>
                  <a:cubicBezTo>
                    <a:pt x="41" y="9"/>
                    <a:pt x="41" y="0"/>
                    <a:pt x="51" y="1"/>
                  </a:cubicBezTo>
                  <a:cubicBezTo>
                    <a:pt x="52" y="5"/>
                    <a:pt x="47" y="2"/>
                    <a:pt x="49" y="6"/>
                  </a:cubicBezTo>
                  <a:cubicBezTo>
                    <a:pt x="49" y="8"/>
                    <a:pt x="54" y="6"/>
                    <a:pt x="57" y="7"/>
                  </a:cubicBezTo>
                  <a:cubicBezTo>
                    <a:pt x="47" y="15"/>
                    <a:pt x="26" y="13"/>
                    <a:pt x="9" y="15"/>
                  </a:cubicBezTo>
                  <a:cubicBezTo>
                    <a:pt x="13" y="10"/>
                    <a:pt x="9" y="12"/>
                    <a:pt x="4" y="11"/>
                  </a:cubicBezTo>
                  <a:cubicBezTo>
                    <a:pt x="0" y="10"/>
                    <a:pt x="6" y="10"/>
                    <a:pt x="7" y="10"/>
                  </a:cubicBezTo>
                  <a:cubicBezTo>
                    <a:pt x="8" y="9"/>
                    <a:pt x="10" y="9"/>
                    <a:pt x="13" y="9"/>
                  </a:cubicBezTo>
                  <a:cubicBezTo>
                    <a:pt x="13" y="7"/>
                    <a:pt x="11" y="7"/>
                    <a:pt x="11" y="6"/>
                  </a:cubicBezTo>
                  <a:cubicBezTo>
                    <a:pt x="13" y="6"/>
                    <a:pt x="16" y="6"/>
                    <a:pt x="19" y="6"/>
                  </a:cubicBezTo>
                  <a:cubicBezTo>
                    <a:pt x="19" y="5"/>
                    <a:pt x="19" y="4"/>
                    <a:pt x="19" y="3"/>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6" name="Google Shape;586;p12"/>
            <p:cNvSpPr/>
            <p:nvPr/>
          </p:nvSpPr>
          <p:spPr>
            <a:xfrm>
              <a:off x="2635" y="647"/>
              <a:ext cx="49" cy="31"/>
            </a:xfrm>
            <a:custGeom>
              <a:rect b="b" l="l" r="r" t="t"/>
              <a:pathLst>
                <a:path extrusionOk="0" h="13" w="21">
                  <a:moveTo>
                    <a:pt x="7" y="0"/>
                  </a:moveTo>
                  <a:cubicBezTo>
                    <a:pt x="13" y="0"/>
                    <a:pt x="16" y="2"/>
                    <a:pt x="21" y="0"/>
                  </a:cubicBezTo>
                  <a:cubicBezTo>
                    <a:pt x="19" y="6"/>
                    <a:pt x="9" y="13"/>
                    <a:pt x="0" y="7"/>
                  </a:cubicBezTo>
                  <a:cubicBezTo>
                    <a:pt x="2" y="7"/>
                    <a:pt x="3" y="7"/>
                    <a:pt x="5" y="7"/>
                  </a:cubicBezTo>
                  <a:cubicBezTo>
                    <a:pt x="6" y="7"/>
                    <a:pt x="8" y="7"/>
                    <a:pt x="9" y="7"/>
                  </a:cubicBezTo>
                  <a:cubicBezTo>
                    <a:pt x="8" y="3"/>
                    <a:pt x="9" y="3"/>
                    <a:pt x="7" y="0"/>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7" name="Google Shape;587;p12"/>
            <p:cNvSpPr/>
            <p:nvPr/>
          </p:nvSpPr>
          <p:spPr>
            <a:xfrm>
              <a:off x="2575" y="683"/>
              <a:ext cx="67" cy="37"/>
            </a:xfrm>
            <a:custGeom>
              <a:rect b="b" l="l" r="r" t="t"/>
              <a:pathLst>
                <a:path extrusionOk="0" h="16" w="28">
                  <a:moveTo>
                    <a:pt x="28" y="0"/>
                  </a:moveTo>
                  <a:cubicBezTo>
                    <a:pt x="27" y="2"/>
                    <a:pt x="28" y="2"/>
                    <a:pt x="28" y="4"/>
                  </a:cubicBezTo>
                  <a:cubicBezTo>
                    <a:pt x="27" y="13"/>
                    <a:pt x="17" y="13"/>
                    <a:pt x="10" y="16"/>
                  </a:cubicBezTo>
                  <a:cubicBezTo>
                    <a:pt x="6" y="14"/>
                    <a:pt x="1" y="12"/>
                    <a:pt x="0" y="7"/>
                  </a:cubicBezTo>
                  <a:cubicBezTo>
                    <a:pt x="5" y="9"/>
                    <a:pt x="15" y="7"/>
                    <a:pt x="9" y="4"/>
                  </a:cubicBezTo>
                  <a:cubicBezTo>
                    <a:pt x="15" y="0"/>
                    <a:pt x="20" y="2"/>
                    <a:pt x="28" y="0"/>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8" name="Google Shape;588;p12"/>
            <p:cNvSpPr/>
            <p:nvPr/>
          </p:nvSpPr>
          <p:spPr>
            <a:xfrm>
              <a:off x="2810" y="683"/>
              <a:ext cx="40" cy="23"/>
            </a:xfrm>
            <a:custGeom>
              <a:rect b="b" l="l" r="r" t="t"/>
              <a:pathLst>
                <a:path extrusionOk="0" h="10" w="17">
                  <a:moveTo>
                    <a:pt x="17" y="5"/>
                  </a:moveTo>
                  <a:cubicBezTo>
                    <a:pt x="14" y="7"/>
                    <a:pt x="0" y="10"/>
                    <a:pt x="0" y="2"/>
                  </a:cubicBezTo>
                  <a:cubicBezTo>
                    <a:pt x="6" y="0"/>
                    <a:pt x="14" y="2"/>
                    <a:pt x="17" y="5"/>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9" name="Google Shape;589;p12"/>
            <p:cNvSpPr/>
            <p:nvPr/>
          </p:nvSpPr>
          <p:spPr>
            <a:xfrm>
              <a:off x="3052" y="735"/>
              <a:ext cx="26" cy="21"/>
            </a:xfrm>
            <a:custGeom>
              <a:rect b="b" l="l" r="r" t="t"/>
              <a:pathLst>
                <a:path extrusionOk="0" h="9" w="11">
                  <a:moveTo>
                    <a:pt x="11" y="5"/>
                  </a:moveTo>
                  <a:cubicBezTo>
                    <a:pt x="7" y="5"/>
                    <a:pt x="2" y="9"/>
                    <a:pt x="0" y="5"/>
                  </a:cubicBezTo>
                  <a:cubicBezTo>
                    <a:pt x="0" y="3"/>
                    <a:pt x="1" y="2"/>
                    <a:pt x="1" y="0"/>
                  </a:cubicBezTo>
                  <a:cubicBezTo>
                    <a:pt x="6" y="0"/>
                    <a:pt x="11" y="0"/>
                    <a:pt x="11" y="5"/>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0" name="Google Shape;590;p12"/>
            <p:cNvSpPr/>
            <p:nvPr/>
          </p:nvSpPr>
          <p:spPr>
            <a:xfrm>
              <a:off x="3369" y="789"/>
              <a:ext cx="119" cy="52"/>
            </a:xfrm>
            <a:custGeom>
              <a:rect b="b" l="l" r="r" t="t"/>
              <a:pathLst>
                <a:path extrusionOk="0" h="22" w="50">
                  <a:moveTo>
                    <a:pt x="2" y="2"/>
                  </a:moveTo>
                  <a:cubicBezTo>
                    <a:pt x="5" y="2"/>
                    <a:pt x="5" y="5"/>
                    <a:pt x="8" y="4"/>
                  </a:cubicBezTo>
                  <a:cubicBezTo>
                    <a:pt x="7" y="2"/>
                    <a:pt x="5" y="2"/>
                    <a:pt x="5" y="0"/>
                  </a:cubicBezTo>
                  <a:cubicBezTo>
                    <a:pt x="10" y="1"/>
                    <a:pt x="13" y="2"/>
                    <a:pt x="12" y="8"/>
                  </a:cubicBezTo>
                  <a:cubicBezTo>
                    <a:pt x="15" y="7"/>
                    <a:pt x="18" y="7"/>
                    <a:pt x="17" y="2"/>
                  </a:cubicBezTo>
                  <a:cubicBezTo>
                    <a:pt x="26" y="5"/>
                    <a:pt x="33" y="1"/>
                    <a:pt x="44" y="0"/>
                  </a:cubicBezTo>
                  <a:cubicBezTo>
                    <a:pt x="44" y="5"/>
                    <a:pt x="42" y="6"/>
                    <a:pt x="49" y="6"/>
                  </a:cubicBezTo>
                  <a:cubicBezTo>
                    <a:pt x="50" y="11"/>
                    <a:pt x="43" y="9"/>
                    <a:pt x="44" y="14"/>
                  </a:cubicBezTo>
                  <a:cubicBezTo>
                    <a:pt x="29" y="17"/>
                    <a:pt x="20" y="22"/>
                    <a:pt x="3" y="17"/>
                  </a:cubicBezTo>
                  <a:cubicBezTo>
                    <a:pt x="2" y="14"/>
                    <a:pt x="6" y="15"/>
                    <a:pt x="8" y="15"/>
                  </a:cubicBezTo>
                  <a:cubicBezTo>
                    <a:pt x="7" y="12"/>
                    <a:pt x="4" y="11"/>
                    <a:pt x="0" y="12"/>
                  </a:cubicBezTo>
                  <a:cubicBezTo>
                    <a:pt x="2" y="9"/>
                    <a:pt x="7" y="10"/>
                    <a:pt x="8" y="7"/>
                  </a:cubicBezTo>
                  <a:cubicBezTo>
                    <a:pt x="7" y="6"/>
                    <a:pt x="5" y="6"/>
                    <a:pt x="3" y="6"/>
                  </a:cubicBezTo>
                  <a:cubicBezTo>
                    <a:pt x="3" y="5"/>
                    <a:pt x="2" y="5"/>
                    <a:pt x="1" y="5"/>
                  </a:cubicBezTo>
                  <a:cubicBezTo>
                    <a:pt x="1" y="4"/>
                    <a:pt x="2" y="3"/>
                    <a:pt x="2" y="2"/>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1" name="Google Shape;591;p12"/>
            <p:cNvSpPr/>
            <p:nvPr/>
          </p:nvSpPr>
          <p:spPr>
            <a:xfrm>
              <a:off x="2623" y="799"/>
              <a:ext cx="85" cy="40"/>
            </a:xfrm>
            <a:custGeom>
              <a:rect b="b" l="l" r="r" t="t"/>
              <a:pathLst>
                <a:path extrusionOk="0" h="17" w="36">
                  <a:moveTo>
                    <a:pt x="20" y="0"/>
                  </a:moveTo>
                  <a:cubicBezTo>
                    <a:pt x="18" y="7"/>
                    <a:pt x="29" y="3"/>
                    <a:pt x="30" y="7"/>
                  </a:cubicBezTo>
                  <a:cubicBezTo>
                    <a:pt x="26" y="14"/>
                    <a:pt x="35" y="10"/>
                    <a:pt x="36" y="15"/>
                  </a:cubicBezTo>
                  <a:cubicBezTo>
                    <a:pt x="23" y="13"/>
                    <a:pt x="18" y="12"/>
                    <a:pt x="8" y="17"/>
                  </a:cubicBezTo>
                  <a:cubicBezTo>
                    <a:pt x="6" y="16"/>
                    <a:pt x="7" y="14"/>
                    <a:pt x="0" y="15"/>
                  </a:cubicBezTo>
                  <a:cubicBezTo>
                    <a:pt x="7" y="10"/>
                    <a:pt x="12" y="3"/>
                    <a:pt x="20" y="0"/>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2" name="Google Shape;592;p12"/>
            <p:cNvSpPr/>
            <p:nvPr/>
          </p:nvSpPr>
          <p:spPr>
            <a:xfrm>
              <a:off x="2649" y="837"/>
              <a:ext cx="31" cy="19"/>
            </a:xfrm>
            <a:custGeom>
              <a:rect b="b" l="l" r="r" t="t"/>
              <a:pathLst>
                <a:path extrusionOk="0" h="8" w="13">
                  <a:moveTo>
                    <a:pt x="13" y="3"/>
                  </a:moveTo>
                  <a:cubicBezTo>
                    <a:pt x="12" y="8"/>
                    <a:pt x="5" y="6"/>
                    <a:pt x="0" y="7"/>
                  </a:cubicBezTo>
                  <a:cubicBezTo>
                    <a:pt x="2" y="5"/>
                    <a:pt x="9" y="0"/>
                    <a:pt x="13" y="3"/>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3" name="Google Shape;593;p12"/>
            <p:cNvSpPr/>
            <p:nvPr/>
          </p:nvSpPr>
          <p:spPr>
            <a:xfrm>
              <a:off x="3493" y="962"/>
              <a:ext cx="68" cy="62"/>
            </a:xfrm>
            <a:custGeom>
              <a:rect b="b" l="l" r="r" t="t"/>
              <a:pathLst>
                <a:path extrusionOk="0" h="26" w="29">
                  <a:moveTo>
                    <a:pt x="11" y="7"/>
                  </a:moveTo>
                  <a:cubicBezTo>
                    <a:pt x="12" y="3"/>
                    <a:pt x="15" y="3"/>
                    <a:pt x="18" y="0"/>
                  </a:cubicBezTo>
                  <a:cubicBezTo>
                    <a:pt x="23" y="1"/>
                    <a:pt x="28" y="1"/>
                    <a:pt x="29" y="7"/>
                  </a:cubicBezTo>
                  <a:cubicBezTo>
                    <a:pt x="27" y="7"/>
                    <a:pt x="26" y="9"/>
                    <a:pt x="24" y="9"/>
                  </a:cubicBezTo>
                  <a:cubicBezTo>
                    <a:pt x="28" y="25"/>
                    <a:pt x="10" y="26"/>
                    <a:pt x="0" y="24"/>
                  </a:cubicBezTo>
                  <a:cubicBezTo>
                    <a:pt x="1" y="21"/>
                    <a:pt x="4" y="18"/>
                    <a:pt x="7" y="15"/>
                  </a:cubicBezTo>
                  <a:cubicBezTo>
                    <a:pt x="6" y="13"/>
                    <a:pt x="4" y="14"/>
                    <a:pt x="2" y="14"/>
                  </a:cubicBezTo>
                  <a:cubicBezTo>
                    <a:pt x="2" y="13"/>
                    <a:pt x="2" y="13"/>
                    <a:pt x="2" y="13"/>
                  </a:cubicBezTo>
                  <a:cubicBezTo>
                    <a:pt x="2" y="13"/>
                    <a:pt x="3" y="13"/>
                    <a:pt x="3" y="13"/>
                  </a:cubicBezTo>
                  <a:cubicBezTo>
                    <a:pt x="5" y="12"/>
                    <a:pt x="3" y="8"/>
                    <a:pt x="5" y="8"/>
                  </a:cubicBezTo>
                  <a:cubicBezTo>
                    <a:pt x="7" y="7"/>
                    <a:pt x="11" y="9"/>
                    <a:pt x="11" y="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4" name="Google Shape;594;p12"/>
            <p:cNvSpPr/>
            <p:nvPr/>
          </p:nvSpPr>
          <p:spPr>
            <a:xfrm>
              <a:off x="3945" y="1294"/>
              <a:ext cx="41" cy="17"/>
            </a:xfrm>
            <a:custGeom>
              <a:rect b="b" l="l" r="r" t="t"/>
              <a:pathLst>
                <a:path extrusionOk="0" h="7" w="17">
                  <a:moveTo>
                    <a:pt x="17" y="2"/>
                  </a:moveTo>
                  <a:cubicBezTo>
                    <a:pt x="12" y="7"/>
                    <a:pt x="8" y="2"/>
                    <a:pt x="2" y="2"/>
                  </a:cubicBezTo>
                  <a:cubicBezTo>
                    <a:pt x="0" y="0"/>
                    <a:pt x="15" y="0"/>
                    <a:pt x="17" y="2"/>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5" name="Google Shape;595;p12"/>
            <p:cNvSpPr/>
            <p:nvPr/>
          </p:nvSpPr>
          <p:spPr>
            <a:xfrm>
              <a:off x="2353" y="1474"/>
              <a:ext cx="156" cy="93"/>
            </a:xfrm>
            <a:custGeom>
              <a:rect b="b" l="l" r="r" t="t"/>
              <a:pathLst>
                <a:path extrusionOk="0" h="39" w="66">
                  <a:moveTo>
                    <a:pt x="66" y="34"/>
                  </a:moveTo>
                  <a:cubicBezTo>
                    <a:pt x="62" y="39"/>
                    <a:pt x="51" y="36"/>
                    <a:pt x="43" y="37"/>
                  </a:cubicBezTo>
                  <a:cubicBezTo>
                    <a:pt x="43" y="34"/>
                    <a:pt x="46" y="34"/>
                    <a:pt x="47" y="32"/>
                  </a:cubicBezTo>
                  <a:cubicBezTo>
                    <a:pt x="43" y="31"/>
                    <a:pt x="38" y="30"/>
                    <a:pt x="38" y="24"/>
                  </a:cubicBezTo>
                  <a:cubicBezTo>
                    <a:pt x="31" y="23"/>
                    <a:pt x="19" y="22"/>
                    <a:pt x="20" y="16"/>
                  </a:cubicBezTo>
                  <a:cubicBezTo>
                    <a:pt x="11" y="16"/>
                    <a:pt x="8" y="23"/>
                    <a:pt x="0" y="23"/>
                  </a:cubicBezTo>
                  <a:cubicBezTo>
                    <a:pt x="18" y="0"/>
                    <a:pt x="49" y="24"/>
                    <a:pt x="66" y="34"/>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6" name="Google Shape;596;p12"/>
            <p:cNvSpPr/>
            <p:nvPr/>
          </p:nvSpPr>
          <p:spPr>
            <a:xfrm>
              <a:off x="2606" y="1576"/>
              <a:ext cx="26" cy="24"/>
            </a:xfrm>
            <a:custGeom>
              <a:rect b="b" l="l" r="r" t="t"/>
              <a:pathLst>
                <a:path extrusionOk="0" h="10" w="11">
                  <a:moveTo>
                    <a:pt x="0" y="6"/>
                  </a:moveTo>
                  <a:cubicBezTo>
                    <a:pt x="1" y="0"/>
                    <a:pt x="8" y="5"/>
                    <a:pt x="11" y="4"/>
                  </a:cubicBezTo>
                  <a:cubicBezTo>
                    <a:pt x="11" y="8"/>
                    <a:pt x="1" y="10"/>
                    <a:pt x="0" y="6"/>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7" name="Google Shape;597;p12"/>
            <p:cNvSpPr/>
            <p:nvPr/>
          </p:nvSpPr>
          <p:spPr>
            <a:xfrm>
              <a:off x="2220" y="1896"/>
              <a:ext cx="16" cy="26"/>
            </a:xfrm>
            <a:custGeom>
              <a:rect b="b" l="l" r="r" t="t"/>
              <a:pathLst>
                <a:path extrusionOk="0" h="11" w="7">
                  <a:moveTo>
                    <a:pt x="7" y="3"/>
                  </a:moveTo>
                  <a:cubicBezTo>
                    <a:pt x="4" y="4"/>
                    <a:pt x="7" y="11"/>
                    <a:pt x="2" y="10"/>
                  </a:cubicBezTo>
                  <a:cubicBezTo>
                    <a:pt x="3" y="6"/>
                    <a:pt x="0" y="5"/>
                    <a:pt x="1" y="1"/>
                  </a:cubicBezTo>
                  <a:cubicBezTo>
                    <a:pt x="5" y="0"/>
                    <a:pt x="4" y="4"/>
                    <a:pt x="7" y="3"/>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8" name="Google Shape;598;p12"/>
            <p:cNvSpPr/>
            <p:nvPr/>
          </p:nvSpPr>
          <p:spPr>
            <a:xfrm>
              <a:off x="2834" y="782"/>
              <a:ext cx="23" cy="17"/>
            </a:xfrm>
            <a:custGeom>
              <a:rect b="b" l="l" r="r" t="t"/>
              <a:pathLst>
                <a:path extrusionOk="0" h="7" w="10">
                  <a:moveTo>
                    <a:pt x="10" y="2"/>
                  </a:moveTo>
                  <a:cubicBezTo>
                    <a:pt x="8" y="5"/>
                    <a:pt x="0" y="7"/>
                    <a:pt x="0" y="1"/>
                  </a:cubicBezTo>
                  <a:cubicBezTo>
                    <a:pt x="4" y="0"/>
                    <a:pt x="7" y="1"/>
                    <a:pt x="10" y="2"/>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99" name="Google Shape;599;p12"/>
          <p:cNvSpPr/>
          <p:nvPr/>
        </p:nvSpPr>
        <p:spPr>
          <a:xfrm>
            <a:off x="4953666" y="2246505"/>
            <a:ext cx="282365" cy="383840"/>
          </a:xfrm>
          <a:custGeom>
            <a:rect b="b" l="l" r="r" t="t"/>
            <a:pathLst>
              <a:path extrusionOk="0" h="728" w="536">
                <a:moveTo>
                  <a:pt x="268" y="0"/>
                </a:moveTo>
                <a:cubicBezTo>
                  <a:pt x="120" y="0"/>
                  <a:pt x="0" y="120"/>
                  <a:pt x="0" y="268"/>
                </a:cubicBezTo>
                <a:cubicBezTo>
                  <a:pt x="0" y="416"/>
                  <a:pt x="268" y="728"/>
                  <a:pt x="268" y="728"/>
                </a:cubicBezTo>
                <a:cubicBezTo>
                  <a:pt x="268" y="728"/>
                  <a:pt x="536" y="416"/>
                  <a:pt x="536" y="268"/>
                </a:cubicBezTo>
                <a:cubicBezTo>
                  <a:pt x="536" y="120"/>
                  <a:pt x="416" y="0"/>
                  <a:pt x="268" y="0"/>
                </a:cubicBezTo>
                <a:close/>
                <a:moveTo>
                  <a:pt x="268" y="345"/>
                </a:moveTo>
                <a:cubicBezTo>
                  <a:pt x="221" y="345"/>
                  <a:pt x="182" y="306"/>
                  <a:pt x="182" y="259"/>
                </a:cubicBezTo>
                <a:cubicBezTo>
                  <a:pt x="182" y="211"/>
                  <a:pt x="221" y="173"/>
                  <a:pt x="268" y="173"/>
                </a:cubicBezTo>
                <a:cubicBezTo>
                  <a:pt x="316" y="173"/>
                  <a:pt x="354" y="211"/>
                  <a:pt x="354" y="259"/>
                </a:cubicBezTo>
                <a:cubicBezTo>
                  <a:pt x="354" y="306"/>
                  <a:pt x="316" y="345"/>
                  <a:pt x="268" y="345"/>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0" name="Google Shape;600;p12"/>
          <p:cNvSpPr/>
          <p:nvPr/>
        </p:nvSpPr>
        <p:spPr>
          <a:xfrm>
            <a:off x="6870370" y="1879534"/>
            <a:ext cx="282365" cy="383840"/>
          </a:xfrm>
          <a:custGeom>
            <a:rect b="b" l="l" r="r" t="t"/>
            <a:pathLst>
              <a:path extrusionOk="0" h="728" w="536">
                <a:moveTo>
                  <a:pt x="268" y="0"/>
                </a:moveTo>
                <a:cubicBezTo>
                  <a:pt x="120" y="0"/>
                  <a:pt x="0" y="120"/>
                  <a:pt x="0" y="268"/>
                </a:cubicBezTo>
                <a:cubicBezTo>
                  <a:pt x="0" y="416"/>
                  <a:pt x="268" y="728"/>
                  <a:pt x="268" y="728"/>
                </a:cubicBezTo>
                <a:cubicBezTo>
                  <a:pt x="268" y="728"/>
                  <a:pt x="536" y="416"/>
                  <a:pt x="536" y="268"/>
                </a:cubicBezTo>
                <a:cubicBezTo>
                  <a:pt x="536" y="120"/>
                  <a:pt x="416" y="0"/>
                  <a:pt x="268" y="0"/>
                </a:cubicBezTo>
                <a:close/>
                <a:moveTo>
                  <a:pt x="268" y="345"/>
                </a:moveTo>
                <a:cubicBezTo>
                  <a:pt x="221" y="345"/>
                  <a:pt x="182" y="306"/>
                  <a:pt x="182" y="259"/>
                </a:cubicBezTo>
                <a:cubicBezTo>
                  <a:pt x="182" y="211"/>
                  <a:pt x="221" y="173"/>
                  <a:pt x="268" y="173"/>
                </a:cubicBezTo>
                <a:cubicBezTo>
                  <a:pt x="316" y="173"/>
                  <a:pt x="354" y="211"/>
                  <a:pt x="354" y="259"/>
                </a:cubicBezTo>
                <a:cubicBezTo>
                  <a:pt x="354" y="306"/>
                  <a:pt x="316" y="345"/>
                  <a:pt x="268" y="345"/>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1" name="Google Shape;601;p12"/>
          <p:cNvSpPr/>
          <p:nvPr/>
        </p:nvSpPr>
        <p:spPr>
          <a:xfrm>
            <a:off x="5911608" y="3483817"/>
            <a:ext cx="282365" cy="383840"/>
          </a:xfrm>
          <a:custGeom>
            <a:rect b="b" l="l" r="r" t="t"/>
            <a:pathLst>
              <a:path extrusionOk="0" h="728" w="536">
                <a:moveTo>
                  <a:pt x="268" y="0"/>
                </a:moveTo>
                <a:cubicBezTo>
                  <a:pt x="120" y="0"/>
                  <a:pt x="0" y="120"/>
                  <a:pt x="0" y="268"/>
                </a:cubicBezTo>
                <a:cubicBezTo>
                  <a:pt x="0" y="416"/>
                  <a:pt x="268" y="728"/>
                  <a:pt x="268" y="728"/>
                </a:cubicBezTo>
                <a:cubicBezTo>
                  <a:pt x="268" y="728"/>
                  <a:pt x="536" y="416"/>
                  <a:pt x="536" y="268"/>
                </a:cubicBezTo>
                <a:cubicBezTo>
                  <a:pt x="536" y="120"/>
                  <a:pt x="416" y="0"/>
                  <a:pt x="268" y="0"/>
                </a:cubicBezTo>
                <a:close/>
                <a:moveTo>
                  <a:pt x="268" y="345"/>
                </a:moveTo>
                <a:cubicBezTo>
                  <a:pt x="221" y="345"/>
                  <a:pt x="182" y="306"/>
                  <a:pt x="182" y="259"/>
                </a:cubicBezTo>
                <a:cubicBezTo>
                  <a:pt x="182" y="211"/>
                  <a:pt x="221" y="173"/>
                  <a:pt x="268" y="173"/>
                </a:cubicBezTo>
                <a:cubicBezTo>
                  <a:pt x="316" y="173"/>
                  <a:pt x="354" y="211"/>
                  <a:pt x="354" y="259"/>
                </a:cubicBezTo>
                <a:cubicBezTo>
                  <a:pt x="354" y="306"/>
                  <a:pt x="316" y="345"/>
                  <a:pt x="268" y="345"/>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602" name="Google Shape;602;p12"/>
          <p:cNvGrpSpPr/>
          <p:nvPr/>
        </p:nvGrpSpPr>
        <p:grpSpPr>
          <a:xfrm>
            <a:off x="755576" y="1563638"/>
            <a:ext cx="2778133" cy="922793"/>
            <a:chOff x="1392" y="1125"/>
            <a:chExt cx="2981" cy="990"/>
          </a:xfrm>
        </p:grpSpPr>
        <p:sp>
          <p:nvSpPr>
            <p:cNvPr id="603" name="Google Shape;603;p12"/>
            <p:cNvSpPr/>
            <p:nvPr/>
          </p:nvSpPr>
          <p:spPr>
            <a:xfrm>
              <a:off x="1392" y="1125"/>
              <a:ext cx="578" cy="990"/>
            </a:xfrm>
            <a:custGeom>
              <a:rect b="b" l="l" r="r" t="t"/>
              <a:pathLst>
                <a:path extrusionOk="0" h="416" w="244">
                  <a:moveTo>
                    <a:pt x="122" y="0"/>
                  </a:moveTo>
                  <a:cubicBezTo>
                    <a:pt x="55" y="0"/>
                    <a:pt x="0" y="55"/>
                    <a:pt x="0" y="122"/>
                  </a:cubicBezTo>
                  <a:cubicBezTo>
                    <a:pt x="0" y="150"/>
                    <a:pt x="10" y="177"/>
                    <a:pt x="27" y="199"/>
                  </a:cubicBezTo>
                  <a:cubicBezTo>
                    <a:pt x="32" y="204"/>
                    <a:pt x="181" y="352"/>
                    <a:pt x="244" y="416"/>
                  </a:cubicBezTo>
                  <a:cubicBezTo>
                    <a:pt x="244" y="122"/>
                    <a:pt x="244" y="122"/>
                    <a:pt x="244" y="122"/>
                  </a:cubicBezTo>
                  <a:cubicBezTo>
                    <a:pt x="244" y="55"/>
                    <a:pt x="189" y="0"/>
                    <a:pt x="122" y="0"/>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4" name="Google Shape;604;p12"/>
            <p:cNvSpPr/>
            <p:nvPr/>
          </p:nvSpPr>
          <p:spPr>
            <a:xfrm>
              <a:off x="1991" y="1596"/>
              <a:ext cx="2382" cy="519"/>
            </a:xfrm>
            <a:custGeom>
              <a:rect b="b" l="l" r="r" t="t"/>
              <a:pathLst>
                <a:path extrusionOk="0" h="218" w="1006">
                  <a:moveTo>
                    <a:pt x="1003" y="107"/>
                  </a:moveTo>
                  <a:cubicBezTo>
                    <a:pt x="1003" y="107"/>
                    <a:pt x="1003" y="107"/>
                    <a:pt x="1003" y="107"/>
                  </a:cubicBezTo>
                  <a:cubicBezTo>
                    <a:pt x="1001" y="106"/>
                    <a:pt x="1001" y="106"/>
                    <a:pt x="1001" y="106"/>
                  </a:cubicBezTo>
                  <a:cubicBezTo>
                    <a:pt x="898" y="0"/>
                    <a:pt x="898" y="0"/>
                    <a:pt x="898" y="0"/>
                  </a:cubicBezTo>
                  <a:cubicBezTo>
                    <a:pt x="0" y="0"/>
                    <a:pt x="0" y="0"/>
                    <a:pt x="0" y="0"/>
                  </a:cubicBezTo>
                  <a:cubicBezTo>
                    <a:pt x="0" y="218"/>
                    <a:pt x="0" y="218"/>
                    <a:pt x="0" y="218"/>
                  </a:cubicBezTo>
                  <a:cubicBezTo>
                    <a:pt x="218" y="218"/>
                    <a:pt x="218" y="218"/>
                    <a:pt x="218" y="218"/>
                  </a:cubicBezTo>
                  <a:cubicBezTo>
                    <a:pt x="898" y="218"/>
                    <a:pt x="898" y="218"/>
                    <a:pt x="898" y="218"/>
                  </a:cubicBezTo>
                  <a:cubicBezTo>
                    <a:pt x="911" y="205"/>
                    <a:pt x="911" y="205"/>
                    <a:pt x="911" y="205"/>
                  </a:cubicBezTo>
                  <a:cubicBezTo>
                    <a:pt x="1003" y="116"/>
                    <a:pt x="1003" y="116"/>
                    <a:pt x="1003" y="116"/>
                  </a:cubicBezTo>
                  <a:cubicBezTo>
                    <a:pt x="1006" y="114"/>
                    <a:pt x="1006" y="110"/>
                    <a:pt x="1003" y="10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5" name="Google Shape;605;p12"/>
            <p:cNvSpPr/>
            <p:nvPr/>
          </p:nvSpPr>
          <p:spPr>
            <a:xfrm>
              <a:off x="1991" y="1596"/>
              <a:ext cx="516" cy="519"/>
            </a:xfrm>
            <a:custGeom>
              <a:rect b="b" l="l" r="r" t="t"/>
              <a:pathLst>
                <a:path extrusionOk="0" h="519" w="516">
                  <a:moveTo>
                    <a:pt x="516" y="519"/>
                  </a:moveTo>
                  <a:lnTo>
                    <a:pt x="0" y="519"/>
                  </a:lnTo>
                  <a:lnTo>
                    <a:pt x="0" y="0"/>
                  </a:lnTo>
                  <a:lnTo>
                    <a:pt x="516" y="519"/>
                  </a:lnTo>
                  <a:close/>
                </a:path>
              </a:pathLst>
            </a:custGeom>
            <a:solidFill>
              <a:srgbClr val="4C783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06" name="Google Shape;606;p12"/>
          <p:cNvSpPr txBox="1"/>
          <p:nvPr>
            <p:ph idx="2" type="body"/>
          </p:nvPr>
        </p:nvSpPr>
        <p:spPr>
          <a:xfrm>
            <a:off x="791580" y="1678462"/>
            <a:ext cx="513900" cy="360000"/>
          </a:xfrm>
          <a:prstGeom prst="rect">
            <a:avLst/>
          </a:prstGeom>
          <a:noFill/>
          <a:ln>
            <a:noFill/>
          </a:ln>
        </p:spPr>
        <p:txBody>
          <a:bodyPr anchorCtr="0" anchor="ctr" bIns="45700" lIns="91425" spcFirstLastPara="1" rIns="91425" wrap="square" tIns="45700">
            <a:noAutofit/>
          </a:bodyPr>
          <a:lstStyle>
            <a:lvl1pPr indent="-228600" lvl="0" marL="457200" algn="ctr">
              <a:spcBef>
                <a:spcPts val="400"/>
              </a:spcBef>
              <a:spcAft>
                <a:spcPts val="0"/>
              </a:spcAft>
              <a:buClr>
                <a:schemeClr val="lt1"/>
              </a:buClr>
              <a:buSzPts val="2000"/>
              <a:buNone/>
              <a:defRPr b="0" sz="20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07" name="Google Shape;607;p12"/>
          <p:cNvSpPr txBox="1"/>
          <p:nvPr>
            <p:ph idx="3" type="body"/>
          </p:nvPr>
        </p:nvSpPr>
        <p:spPr>
          <a:xfrm>
            <a:off x="1367644" y="2040324"/>
            <a:ext cx="1944300" cy="399900"/>
          </a:xfrm>
          <a:prstGeom prst="rect">
            <a:avLst/>
          </a:prstGeom>
          <a:noFill/>
          <a:ln>
            <a:noFill/>
          </a:ln>
        </p:spPr>
        <p:txBody>
          <a:bodyPr anchorCtr="0" anchor="ctr" bIns="45700" lIns="91425" spcFirstLastPara="1" rIns="91425" wrap="square" tIns="45700">
            <a:noAutofit/>
          </a:bodyPr>
          <a:lstStyle>
            <a:lvl1pPr indent="-228600" lvl="0" marL="457200" algn="ctr">
              <a:spcBef>
                <a:spcPts val="400"/>
              </a:spcBef>
              <a:spcAft>
                <a:spcPts val="0"/>
              </a:spcAft>
              <a:buClr>
                <a:schemeClr val="lt1"/>
              </a:buClr>
              <a:buSzPts val="2000"/>
              <a:buNone/>
              <a:defRPr b="0" sz="20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608" name="Google Shape;608;p12"/>
          <p:cNvGrpSpPr/>
          <p:nvPr/>
        </p:nvGrpSpPr>
        <p:grpSpPr>
          <a:xfrm>
            <a:off x="755576" y="2585136"/>
            <a:ext cx="2778133" cy="922793"/>
            <a:chOff x="1392" y="1125"/>
            <a:chExt cx="2981" cy="990"/>
          </a:xfrm>
        </p:grpSpPr>
        <p:sp>
          <p:nvSpPr>
            <p:cNvPr id="609" name="Google Shape;609;p12"/>
            <p:cNvSpPr/>
            <p:nvPr/>
          </p:nvSpPr>
          <p:spPr>
            <a:xfrm>
              <a:off x="1392" y="1125"/>
              <a:ext cx="578" cy="990"/>
            </a:xfrm>
            <a:custGeom>
              <a:rect b="b" l="l" r="r" t="t"/>
              <a:pathLst>
                <a:path extrusionOk="0" h="416" w="244">
                  <a:moveTo>
                    <a:pt x="122" y="0"/>
                  </a:moveTo>
                  <a:cubicBezTo>
                    <a:pt x="55" y="0"/>
                    <a:pt x="0" y="55"/>
                    <a:pt x="0" y="122"/>
                  </a:cubicBezTo>
                  <a:cubicBezTo>
                    <a:pt x="0" y="150"/>
                    <a:pt x="10" y="177"/>
                    <a:pt x="27" y="199"/>
                  </a:cubicBezTo>
                  <a:cubicBezTo>
                    <a:pt x="32" y="204"/>
                    <a:pt x="181" y="352"/>
                    <a:pt x="244" y="416"/>
                  </a:cubicBezTo>
                  <a:cubicBezTo>
                    <a:pt x="244" y="122"/>
                    <a:pt x="244" y="122"/>
                    <a:pt x="244" y="122"/>
                  </a:cubicBezTo>
                  <a:cubicBezTo>
                    <a:pt x="244" y="55"/>
                    <a:pt x="189" y="0"/>
                    <a:pt x="122"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0" name="Google Shape;610;p12"/>
            <p:cNvSpPr/>
            <p:nvPr/>
          </p:nvSpPr>
          <p:spPr>
            <a:xfrm>
              <a:off x="1991" y="1596"/>
              <a:ext cx="2382" cy="519"/>
            </a:xfrm>
            <a:custGeom>
              <a:rect b="b" l="l" r="r" t="t"/>
              <a:pathLst>
                <a:path extrusionOk="0" h="218" w="1006">
                  <a:moveTo>
                    <a:pt x="1003" y="107"/>
                  </a:moveTo>
                  <a:cubicBezTo>
                    <a:pt x="1003" y="107"/>
                    <a:pt x="1003" y="107"/>
                    <a:pt x="1003" y="107"/>
                  </a:cubicBezTo>
                  <a:cubicBezTo>
                    <a:pt x="1001" y="106"/>
                    <a:pt x="1001" y="106"/>
                    <a:pt x="1001" y="106"/>
                  </a:cubicBezTo>
                  <a:cubicBezTo>
                    <a:pt x="898" y="0"/>
                    <a:pt x="898" y="0"/>
                    <a:pt x="898" y="0"/>
                  </a:cubicBezTo>
                  <a:cubicBezTo>
                    <a:pt x="0" y="0"/>
                    <a:pt x="0" y="0"/>
                    <a:pt x="0" y="0"/>
                  </a:cubicBezTo>
                  <a:cubicBezTo>
                    <a:pt x="0" y="218"/>
                    <a:pt x="0" y="218"/>
                    <a:pt x="0" y="218"/>
                  </a:cubicBezTo>
                  <a:cubicBezTo>
                    <a:pt x="218" y="218"/>
                    <a:pt x="218" y="218"/>
                    <a:pt x="218" y="218"/>
                  </a:cubicBezTo>
                  <a:cubicBezTo>
                    <a:pt x="898" y="218"/>
                    <a:pt x="898" y="218"/>
                    <a:pt x="898" y="218"/>
                  </a:cubicBezTo>
                  <a:cubicBezTo>
                    <a:pt x="911" y="205"/>
                    <a:pt x="911" y="205"/>
                    <a:pt x="911" y="205"/>
                  </a:cubicBezTo>
                  <a:cubicBezTo>
                    <a:pt x="1003" y="116"/>
                    <a:pt x="1003" y="116"/>
                    <a:pt x="1003" y="116"/>
                  </a:cubicBezTo>
                  <a:cubicBezTo>
                    <a:pt x="1006" y="114"/>
                    <a:pt x="1006" y="110"/>
                    <a:pt x="1003" y="107"/>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1" name="Google Shape;611;p12"/>
            <p:cNvSpPr/>
            <p:nvPr/>
          </p:nvSpPr>
          <p:spPr>
            <a:xfrm>
              <a:off x="1991" y="1596"/>
              <a:ext cx="516" cy="519"/>
            </a:xfrm>
            <a:custGeom>
              <a:rect b="b" l="l" r="r" t="t"/>
              <a:pathLst>
                <a:path extrusionOk="0" h="519" w="516">
                  <a:moveTo>
                    <a:pt x="516" y="519"/>
                  </a:moveTo>
                  <a:lnTo>
                    <a:pt x="0" y="519"/>
                  </a:lnTo>
                  <a:lnTo>
                    <a:pt x="0" y="0"/>
                  </a:lnTo>
                  <a:lnTo>
                    <a:pt x="516" y="519"/>
                  </a:lnTo>
                  <a:close/>
                </a:path>
              </a:pathLst>
            </a:custGeom>
            <a:solidFill>
              <a:srgbClr val="9DCE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12" name="Google Shape;612;p12"/>
          <p:cNvSpPr txBox="1"/>
          <p:nvPr>
            <p:ph idx="4" type="body"/>
          </p:nvPr>
        </p:nvSpPr>
        <p:spPr>
          <a:xfrm>
            <a:off x="791580" y="2699960"/>
            <a:ext cx="513900" cy="360000"/>
          </a:xfrm>
          <a:prstGeom prst="rect">
            <a:avLst/>
          </a:prstGeom>
          <a:noFill/>
          <a:ln>
            <a:noFill/>
          </a:ln>
        </p:spPr>
        <p:txBody>
          <a:bodyPr anchorCtr="0" anchor="ctr" bIns="45700" lIns="91425" spcFirstLastPara="1" rIns="91425" wrap="square" tIns="45700">
            <a:noAutofit/>
          </a:bodyPr>
          <a:lstStyle>
            <a:lvl1pPr indent="-228600" lvl="0" marL="457200" algn="ctr">
              <a:spcBef>
                <a:spcPts val="400"/>
              </a:spcBef>
              <a:spcAft>
                <a:spcPts val="0"/>
              </a:spcAft>
              <a:buClr>
                <a:schemeClr val="lt1"/>
              </a:buClr>
              <a:buSzPts val="2000"/>
              <a:buNone/>
              <a:defRPr b="0" sz="20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13" name="Google Shape;613;p12"/>
          <p:cNvSpPr txBox="1"/>
          <p:nvPr>
            <p:ph idx="5" type="body"/>
          </p:nvPr>
        </p:nvSpPr>
        <p:spPr>
          <a:xfrm>
            <a:off x="1367644" y="3061822"/>
            <a:ext cx="1944300" cy="399900"/>
          </a:xfrm>
          <a:prstGeom prst="rect">
            <a:avLst/>
          </a:prstGeom>
          <a:noFill/>
          <a:ln>
            <a:noFill/>
          </a:ln>
        </p:spPr>
        <p:txBody>
          <a:bodyPr anchorCtr="0" anchor="ctr" bIns="45700" lIns="91425" spcFirstLastPara="1" rIns="91425" wrap="square" tIns="45700">
            <a:noAutofit/>
          </a:bodyPr>
          <a:lstStyle>
            <a:lvl1pPr indent="-228600" lvl="0" marL="457200" algn="ctr">
              <a:spcBef>
                <a:spcPts val="400"/>
              </a:spcBef>
              <a:spcAft>
                <a:spcPts val="0"/>
              </a:spcAft>
              <a:buClr>
                <a:schemeClr val="lt1"/>
              </a:buClr>
              <a:buSzPts val="2000"/>
              <a:buNone/>
              <a:defRPr b="0" sz="20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614" name="Google Shape;614;p12"/>
          <p:cNvGrpSpPr/>
          <p:nvPr/>
        </p:nvGrpSpPr>
        <p:grpSpPr>
          <a:xfrm>
            <a:off x="755576" y="3593248"/>
            <a:ext cx="2778133" cy="922793"/>
            <a:chOff x="1392" y="1125"/>
            <a:chExt cx="2981" cy="990"/>
          </a:xfrm>
        </p:grpSpPr>
        <p:sp>
          <p:nvSpPr>
            <p:cNvPr id="615" name="Google Shape;615;p12"/>
            <p:cNvSpPr/>
            <p:nvPr/>
          </p:nvSpPr>
          <p:spPr>
            <a:xfrm>
              <a:off x="1392" y="1125"/>
              <a:ext cx="578" cy="990"/>
            </a:xfrm>
            <a:custGeom>
              <a:rect b="b" l="l" r="r" t="t"/>
              <a:pathLst>
                <a:path extrusionOk="0" h="416" w="244">
                  <a:moveTo>
                    <a:pt x="122" y="0"/>
                  </a:moveTo>
                  <a:cubicBezTo>
                    <a:pt x="55" y="0"/>
                    <a:pt x="0" y="55"/>
                    <a:pt x="0" y="122"/>
                  </a:cubicBezTo>
                  <a:cubicBezTo>
                    <a:pt x="0" y="150"/>
                    <a:pt x="10" y="177"/>
                    <a:pt x="27" y="199"/>
                  </a:cubicBezTo>
                  <a:cubicBezTo>
                    <a:pt x="32" y="204"/>
                    <a:pt x="181" y="352"/>
                    <a:pt x="244" y="416"/>
                  </a:cubicBezTo>
                  <a:cubicBezTo>
                    <a:pt x="244" y="122"/>
                    <a:pt x="244" y="122"/>
                    <a:pt x="244" y="122"/>
                  </a:cubicBezTo>
                  <a:cubicBezTo>
                    <a:pt x="244" y="55"/>
                    <a:pt x="189" y="0"/>
                    <a:pt x="122" y="0"/>
                  </a:cubicBezTo>
                  <a:close/>
                </a:path>
              </a:pathLst>
            </a:custGeom>
            <a:solidFill>
              <a:srgbClr val="B5D7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6" name="Google Shape;616;p12"/>
            <p:cNvSpPr/>
            <p:nvPr/>
          </p:nvSpPr>
          <p:spPr>
            <a:xfrm>
              <a:off x="1991" y="1596"/>
              <a:ext cx="2382" cy="519"/>
            </a:xfrm>
            <a:custGeom>
              <a:rect b="b" l="l" r="r" t="t"/>
              <a:pathLst>
                <a:path extrusionOk="0" h="218" w="1006">
                  <a:moveTo>
                    <a:pt x="1003" y="107"/>
                  </a:moveTo>
                  <a:cubicBezTo>
                    <a:pt x="1003" y="107"/>
                    <a:pt x="1003" y="107"/>
                    <a:pt x="1003" y="107"/>
                  </a:cubicBezTo>
                  <a:cubicBezTo>
                    <a:pt x="1001" y="106"/>
                    <a:pt x="1001" y="106"/>
                    <a:pt x="1001" y="106"/>
                  </a:cubicBezTo>
                  <a:cubicBezTo>
                    <a:pt x="898" y="0"/>
                    <a:pt x="898" y="0"/>
                    <a:pt x="898" y="0"/>
                  </a:cubicBezTo>
                  <a:cubicBezTo>
                    <a:pt x="0" y="0"/>
                    <a:pt x="0" y="0"/>
                    <a:pt x="0" y="0"/>
                  </a:cubicBezTo>
                  <a:cubicBezTo>
                    <a:pt x="0" y="218"/>
                    <a:pt x="0" y="218"/>
                    <a:pt x="0" y="218"/>
                  </a:cubicBezTo>
                  <a:cubicBezTo>
                    <a:pt x="218" y="218"/>
                    <a:pt x="218" y="218"/>
                    <a:pt x="218" y="218"/>
                  </a:cubicBezTo>
                  <a:cubicBezTo>
                    <a:pt x="898" y="218"/>
                    <a:pt x="898" y="218"/>
                    <a:pt x="898" y="218"/>
                  </a:cubicBezTo>
                  <a:cubicBezTo>
                    <a:pt x="911" y="205"/>
                    <a:pt x="911" y="205"/>
                    <a:pt x="911" y="205"/>
                  </a:cubicBezTo>
                  <a:cubicBezTo>
                    <a:pt x="1003" y="116"/>
                    <a:pt x="1003" y="116"/>
                    <a:pt x="1003" y="116"/>
                  </a:cubicBezTo>
                  <a:cubicBezTo>
                    <a:pt x="1006" y="114"/>
                    <a:pt x="1006" y="110"/>
                    <a:pt x="1003" y="107"/>
                  </a:cubicBezTo>
                  <a:close/>
                </a:path>
              </a:pathLst>
            </a:custGeom>
            <a:solidFill>
              <a:srgbClr val="B5D7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7" name="Google Shape;617;p12"/>
            <p:cNvSpPr/>
            <p:nvPr/>
          </p:nvSpPr>
          <p:spPr>
            <a:xfrm>
              <a:off x="1991" y="1596"/>
              <a:ext cx="516" cy="519"/>
            </a:xfrm>
            <a:custGeom>
              <a:rect b="b" l="l" r="r" t="t"/>
              <a:pathLst>
                <a:path extrusionOk="0" h="519" w="516">
                  <a:moveTo>
                    <a:pt x="516" y="519"/>
                  </a:moveTo>
                  <a:lnTo>
                    <a:pt x="0" y="519"/>
                  </a:lnTo>
                  <a:lnTo>
                    <a:pt x="0" y="0"/>
                  </a:lnTo>
                  <a:lnTo>
                    <a:pt x="516" y="519"/>
                  </a:lnTo>
                  <a:close/>
                </a:path>
              </a:pathLst>
            </a:custGeom>
            <a:solidFill>
              <a:srgbClr val="8ABFC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18" name="Google Shape;618;p12"/>
          <p:cNvSpPr txBox="1"/>
          <p:nvPr>
            <p:ph idx="6" type="body"/>
          </p:nvPr>
        </p:nvSpPr>
        <p:spPr>
          <a:xfrm>
            <a:off x="791580" y="3708072"/>
            <a:ext cx="513900" cy="360000"/>
          </a:xfrm>
          <a:prstGeom prst="rect">
            <a:avLst/>
          </a:prstGeom>
          <a:noFill/>
          <a:ln>
            <a:noFill/>
          </a:ln>
        </p:spPr>
        <p:txBody>
          <a:bodyPr anchorCtr="0" anchor="ctr" bIns="45700" lIns="91425" spcFirstLastPara="1" rIns="91425" wrap="square" tIns="45700">
            <a:noAutofit/>
          </a:bodyPr>
          <a:lstStyle>
            <a:lvl1pPr indent="-228600" lvl="0" marL="457200" algn="ctr">
              <a:spcBef>
                <a:spcPts val="400"/>
              </a:spcBef>
              <a:spcAft>
                <a:spcPts val="0"/>
              </a:spcAft>
              <a:buClr>
                <a:schemeClr val="lt1"/>
              </a:buClr>
              <a:buSzPts val="2000"/>
              <a:buNone/>
              <a:defRPr b="0" sz="20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19" name="Google Shape;619;p12"/>
          <p:cNvSpPr txBox="1"/>
          <p:nvPr>
            <p:ph idx="7" type="body"/>
          </p:nvPr>
        </p:nvSpPr>
        <p:spPr>
          <a:xfrm>
            <a:off x="1367644" y="4069934"/>
            <a:ext cx="1944300" cy="399900"/>
          </a:xfrm>
          <a:prstGeom prst="rect">
            <a:avLst/>
          </a:prstGeom>
          <a:noFill/>
          <a:ln>
            <a:noFill/>
          </a:ln>
        </p:spPr>
        <p:txBody>
          <a:bodyPr anchorCtr="0" anchor="ctr" bIns="45700" lIns="91425" spcFirstLastPara="1" rIns="91425" wrap="square" tIns="45700">
            <a:noAutofit/>
          </a:bodyPr>
          <a:lstStyle>
            <a:lvl1pPr indent="-228600" lvl="0" marL="457200" algn="ctr">
              <a:spcBef>
                <a:spcPts val="400"/>
              </a:spcBef>
              <a:spcAft>
                <a:spcPts val="0"/>
              </a:spcAft>
              <a:buClr>
                <a:schemeClr val="lt1"/>
              </a:buClr>
              <a:buSzPts val="2000"/>
              <a:buNone/>
              <a:defRPr b="0" sz="20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f Diagram - 4 Items">
  <p:cSld name="Leaf Diagram - 4 Items">
    <p:spTree>
      <p:nvGrpSpPr>
        <p:cNvPr id="620" name="Shape 620"/>
        <p:cNvGrpSpPr/>
        <p:nvPr/>
      </p:nvGrpSpPr>
      <p:grpSpPr>
        <a:xfrm>
          <a:off x="0" y="0"/>
          <a:ext cx="0" cy="0"/>
          <a:chOff x="0" y="0"/>
          <a:chExt cx="0" cy="0"/>
        </a:xfrm>
      </p:grpSpPr>
      <p:sp>
        <p:nvSpPr>
          <p:cNvPr id="621" name="Google Shape;621;p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2" name="Google Shape;622;p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3" name="Google Shape;623;p1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grpSp>
        <p:nvGrpSpPr>
          <p:cNvPr id="624" name="Google Shape;624;p13"/>
          <p:cNvGrpSpPr/>
          <p:nvPr/>
        </p:nvGrpSpPr>
        <p:grpSpPr>
          <a:xfrm>
            <a:off x="3001813" y="1579216"/>
            <a:ext cx="3154244" cy="3154092"/>
            <a:chOff x="1728" y="968"/>
            <a:chExt cx="1987" cy="1987"/>
          </a:xfrm>
        </p:grpSpPr>
        <p:sp>
          <p:nvSpPr>
            <p:cNvPr id="625" name="Google Shape;625;p13"/>
            <p:cNvSpPr/>
            <p:nvPr/>
          </p:nvSpPr>
          <p:spPr>
            <a:xfrm>
              <a:off x="1728" y="968"/>
              <a:ext cx="1002" cy="1002"/>
            </a:xfrm>
            <a:custGeom>
              <a:rect b="b" l="l" r="r" t="t"/>
              <a:pathLst>
                <a:path extrusionOk="0" h="915" w="915">
                  <a:moveTo>
                    <a:pt x="765" y="171"/>
                  </a:moveTo>
                  <a:cubicBezTo>
                    <a:pt x="762" y="167"/>
                    <a:pt x="758" y="164"/>
                    <a:pt x="755" y="160"/>
                  </a:cubicBezTo>
                  <a:cubicBezTo>
                    <a:pt x="751" y="157"/>
                    <a:pt x="748" y="153"/>
                    <a:pt x="744" y="150"/>
                  </a:cubicBezTo>
                  <a:cubicBezTo>
                    <a:pt x="722" y="128"/>
                    <a:pt x="693" y="109"/>
                    <a:pt x="659" y="94"/>
                  </a:cubicBezTo>
                  <a:cubicBezTo>
                    <a:pt x="626" y="77"/>
                    <a:pt x="590" y="65"/>
                    <a:pt x="554" y="58"/>
                  </a:cubicBezTo>
                  <a:cubicBezTo>
                    <a:pt x="328" y="0"/>
                    <a:pt x="19" y="19"/>
                    <a:pt x="19" y="19"/>
                  </a:cubicBezTo>
                  <a:cubicBezTo>
                    <a:pt x="19" y="19"/>
                    <a:pt x="0" y="328"/>
                    <a:pt x="58" y="554"/>
                  </a:cubicBezTo>
                  <a:cubicBezTo>
                    <a:pt x="65" y="591"/>
                    <a:pt x="77" y="626"/>
                    <a:pt x="94" y="660"/>
                  </a:cubicBezTo>
                  <a:cubicBezTo>
                    <a:pt x="109" y="693"/>
                    <a:pt x="127" y="722"/>
                    <a:pt x="149" y="744"/>
                  </a:cubicBezTo>
                  <a:cubicBezTo>
                    <a:pt x="153" y="748"/>
                    <a:pt x="157" y="751"/>
                    <a:pt x="160" y="755"/>
                  </a:cubicBezTo>
                  <a:cubicBezTo>
                    <a:pt x="164" y="758"/>
                    <a:pt x="167" y="762"/>
                    <a:pt x="170" y="765"/>
                  </a:cubicBezTo>
                  <a:cubicBezTo>
                    <a:pt x="192" y="787"/>
                    <a:pt x="221" y="806"/>
                    <a:pt x="255" y="821"/>
                  </a:cubicBezTo>
                  <a:cubicBezTo>
                    <a:pt x="289" y="838"/>
                    <a:pt x="324" y="850"/>
                    <a:pt x="361" y="857"/>
                  </a:cubicBezTo>
                  <a:cubicBezTo>
                    <a:pt x="587" y="915"/>
                    <a:pt x="896" y="896"/>
                    <a:pt x="896" y="896"/>
                  </a:cubicBezTo>
                  <a:cubicBezTo>
                    <a:pt x="896" y="896"/>
                    <a:pt x="915" y="587"/>
                    <a:pt x="857" y="361"/>
                  </a:cubicBezTo>
                  <a:cubicBezTo>
                    <a:pt x="850" y="324"/>
                    <a:pt x="838" y="289"/>
                    <a:pt x="821" y="255"/>
                  </a:cubicBezTo>
                  <a:cubicBezTo>
                    <a:pt x="806" y="222"/>
                    <a:pt x="787" y="193"/>
                    <a:pt x="765" y="171"/>
                  </a:cubicBezTo>
                  <a:close/>
                </a:path>
              </a:pathLst>
            </a:custGeom>
            <a:solidFill>
              <a:srgbClr val="D4D69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6" name="Google Shape;626;p13"/>
            <p:cNvSpPr/>
            <p:nvPr/>
          </p:nvSpPr>
          <p:spPr>
            <a:xfrm>
              <a:off x="1761" y="1000"/>
              <a:ext cx="936" cy="936"/>
            </a:xfrm>
            <a:custGeom>
              <a:rect b="b" l="l" r="r" t="t"/>
              <a:pathLst>
                <a:path extrusionOk="0" h="855" w="855">
                  <a:moveTo>
                    <a:pt x="716" y="159"/>
                  </a:moveTo>
                  <a:cubicBezTo>
                    <a:pt x="712" y="156"/>
                    <a:pt x="709" y="153"/>
                    <a:pt x="705" y="149"/>
                  </a:cubicBezTo>
                  <a:cubicBezTo>
                    <a:pt x="702" y="146"/>
                    <a:pt x="699" y="143"/>
                    <a:pt x="696" y="139"/>
                  </a:cubicBezTo>
                  <a:cubicBezTo>
                    <a:pt x="675" y="119"/>
                    <a:pt x="648" y="102"/>
                    <a:pt x="617" y="87"/>
                  </a:cubicBezTo>
                  <a:cubicBezTo>
                    <a:pt x="585" y="71"/>
                    <a:pt x="552" y="60"/>
                    <a:pt x="518" y="54"/>
                  </a:cubicBezTo>
                  <a:cubicBezTo>
                    <a:pt x="306" y="0"/>
                    <a:pt x="17" y="17"/>
                    <a:pt x="17" y="17"/>
                  </a:cubicBezTo>
                  <a:cubicBezTo>
                    <a:pt x="17" y="17"/>
                    <a:pt x="0" y="306"/>
                    <a:pt x="53" y="518"/>
                  </a:cubicBezTo>
                  <a:cubicBezTo>
                    <a:pt x="60" y="552"/>
                    <a:pt x="71" y="585"/>
                    <a:pt x="87" y="617"/>
                  </a:cubicBezTo>
                  <a:cubicBezTo>
                    <a:pt x="101" y="648"/>
                    <a:pt x="119" y="675"/>
                    <a:pt x="139" y="696"/>
                  </a:cubicBezTo>
                  <a:cubicBezTo>
                    <a:pt x="142" y="699"/>
                    <a:pt x="146" y="702"/>
                    <a:pt x="149" y="706"/>
                  </a:cubicBezTo>
                  <a:cubicBezTo>
                    <a:pt x="152" y="709"/>
                    <a:pt x="156" y="712"/>
                    <a:pt x="159" y="716"/>
                  </a:cubicBezTo>
                  <a:cubicBezTo>
                    <a:pt x="179" y="736"/>
                    <a:pt x="207" y="753"/>
                    <a:pt x="238" y="768"/>
                  </a:cubicBezTo>
                  <a:cubicBezTo>
                    <a:pt x="270" y="784"/>
                    <a:pt x="303" y="795"/>
                    <a:pt x="337" y="801"/>
                  </a:cubicBezTo>
                  <a:cubicBezTo>
                    <a:pt x="549" y="855"/>
                    <a:pt x="838" y="838"/>
                    <a:pt x="838" y="838"/>
                  </a:cubicBezTo>
                  <a:cubicBezTo>
                    <a:pt x="838" y="838"/>
                    <a:pt x="855" y="549"/>
                    <a:pt x="801" y="337"/>
                  </a:cubicBezTo>
                  <a:cubicBezTo>
                    <a:pt x="795" y="303"/>
                    <a:pt x="784" y="270"/>
                    <a:pt x="768" y="238"/>
                  </a:cubicBezTo>
                  <a:cubicBezTo>
                    <a:pt x="753" y="207"/>
                    <a:pt x="736" y="180"/>
                    <a:pt x="716" y="159"/>
                  </a:cubicBezTo>
                  <a:close/>
                </a:path>
              </a:pathLst>
            </a:custGeom>
            <a:solidFill>
              <a:srgbClr val="EEF2B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7" name="Google Shape;627;p13"/>
            <p:cNvSpPr/>
            <p:nvPr/>
          </p:nvSpPr>
          <p:spPr>
            <a:xfrm>
              <a:off x="2720" y="1225"/>
              <a:ext cx="740" cy="739"/>
            </a:xfrm>
            <a:custGeom>
              <a:rect b="b" l="l" r="r" t="t"/>
              <a:pathLst>
                <a:path extrusionOk="0" h="676" w="676">
                  <a:moveTo>
                    <a:pt x="550" y="565"/>
                  </a:moveTo>
                  <a:cubicBezTo>
                    <a:pt x="552" y="563"/>
                    <a:pt x="555" y="560"/>
                    <a:pt x="557" y="558"/>
                  </a:cubicBezTo>
                  <a:cubicBezTo>
                    <a:pt x="560" y="555"/>
                    <a:pt x="563" y="553"/>
                    <a:pt x="565" y="550"/>
                  </a:cubicBezTo>
                  <a:cubicBezTo>
                    <a:pt x="582" y="534"/>
                    <a:pt x="595" y="512"/>
                    <a:pt x="607" y="487"/>
                  </a:cubicBezTo>
                  <a:cubicBezTo>
                    <a:pt x="619" y="462"/>
                    <a:pt x="628" y="436"/>
                    <a:pt x="633" y="409"/>
                  </a:cubicBezTo>
                  <a:cubicBezTo>
                    <a:pt x="676" y="242"/>
                    <a:pt x="662" y="13"/>
                    <a:pt x="662" y="13"/>
                  </a:cubicBezTo>
                  <a:cubicBezTo>
                    <a:pt x="662" y="13"/>
                    <a:pt x="434" y="0"/>
                    <a:pt x="266" y="42"/>
                  </a:cubicBezTo>
                  <a:cubicBezTo>
                    <a:pt x="239" y="48"/>
                    <a:pt x="213" y="56"/>
                    <a:pt x="188" y="69"/>
                  </a:cubicBezTo>
                  <a:cubicBezTo>
                    <a:pt x="163" y="80"/>
                    <a:pt x="142" y="94"/>
                    <a:pt x="126" y="110"/>
                  </a:cubicBezTo>
                  <a:cubicBezTo>
                    <a:pt x="123" y="113"/>
                    <a:pt x="120" y="115"/>
                    <a:pt x="118" y="118"/>
                  </a:cubicBezTo>
                  <a:cubicBezTo>
                    <a:pt x="115" y="121"/>
                    <a:pt x="113" y="123"/>
                    <a:pt x="110" y="126"/>
                  </a:cubicBezTo>
                  <a:cubicBezTo>
                    <a:pt x="94" y="142"/>
                    <a:pt x="80" y="163"/>
                    <a:pt x="69" y="188"/>
                  </a:cubicBezTo>
                  <a:cubicBezTo>
                    <a:pt x="56" y="213"/>
                    <a:pt x="47" y="239"/>
                    <a:pt x="42" y="266"/>
                  </a:cubicBezTo>
                  <a:cubicBezTo>
                    <a:pt x="0" y="434"/>
                    <a:pt x="13" y="662"/>
                    <a:pt x="13" y="662"/>
                  </a:cubicBezTo>
                  <a:cubicBezTo>
                    <a:pt x="13" y="662"/>
                    <a:pt x="242" y="676"/>
                    <a:pt x="409" y="633"/>
                  </a:cubicBezTo>
                  <a:cubicBezTo>
                    <a:pt x="436" y="628"/>
                    <a:pt x="462" y="619"/>
                    <a:pt x="487" y="607"/>
                  </a:cubicBezTo>
                  <a:cubicBezTo>
                    <a:pt x="512" y="595"/>
                    <a:pt x="534" y="582"/>
                    <a:pt x="550" y="565"/>
                  </a:cubicBezTo>
                  <a:close/>
                </a:path>
              </a:pathLst>
            </a:custGeom>
            <a:solidFill>
              <a:srgbClr val="C1D1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8" name="Google Shape;628;p13"/>
            <p:cNvSpPr/>
            <p:nvPr/>
          </p:nvSpPr>
          <p:spPr>
            <a:xfrm>
              <a:off x="2754" y="1260"/>
              <a:ext cx="671" cy="669"/>
            </a:xfrm>
            <a:custGeom>
              <a:rect b="b" l="l" r="r" t="t"/>
              <a:pathLst>
                <a:path extrusionOk="0" h="612" w="613">
                  <a:moveTo>
                    <a:pt x="499" y="512"/>
                  </a:moveTo>
                  <a:cubicBezTo>
                    <a:pt x="501" y="510"/>
                    <a:pt x="504" y="507"/>
                    <a:pt x="506" y="505"/>
                  </a:cubicBezTo>
                  <a:cubicBezTo>
                    <a:pt x="508" y="503"/>
                    <a:pt x="511" y="500"/>
                    <a:pt x="513" y="498"/>
                  </a:cubicBezTo>
                  <a:cubicBezTo>
                    <a:pt x="528" y="483"/>
                    <a:pt x="540" y="464"/>
                    <a:pt x="550" y="441"/>
                  </a:cubicBezTo>
                  <a:cubicBezTo>
                    <a:pt x="562" y="419"/>
                    <a:pt x="570" y="395"/>
                    <a:pt x="574" y="371"/>
                  </a:cubicBezTo>
                  <a:cubicBezTo>
                    <a:pt x="613" y="219"/>
                    <a:pt x="601" y="12"/>
                    <a:pt x="601" y="12"/>
                  </a:cubicBezTo>
                  <a:cubicBezTo>
                    <a:pt x="601" y="12"/>
                    <a:pt x="394" y="0"/>
                    <a:pt x="242" y="38"/>
                  </a:cubicBezTo>
                  <a:cubicBezTo>
                    <a:pt x="218" y="43"/>
                    <a:pt x="194" y="51"/>
                    <a:pt x="171" y="62"/>
                  </a:cubicBezTo>
                  <a:cubicBezTo>
                    <a:pt x="149" y="73"/>
                    <a:pt x="129" y="85"/>
                    <a:pt x="115" y="100"/>
                  </a:cubicBezTo>
                  <a:cubicBezTo>
                    <a:pt x="112" y="102"/>
                    <a:pt x="110" y="104"/>
                    <a:pt x="108" y="107"/>
                  </a:cubicBezTo>
                  <a:cubicBezTo>
                    <a:pt x="105" y="109"/>
                    <a:pt x="103" y="111"/>
                    <a:pt x="100" y="114"/>
                  </a:cubicBezTo>
                  <a:cubicBezTo>
                    <a:pt x="86" y="128"/>
                    <a:pt x="73" y="148"/>
                    <a:pt x="63" y="170"/>
                  </a:cubicBezTo>
                  <a:cubicBezTo>
                    <a:pt x="52" y="193"/>
                    <a:pt x="44" y="217"/>
                    <a:pt x="39" y="241"/>
                  </a:cubicBezTo>
                  <a:cubicBezTo>
                    <a:pt x="0" y="393"/>
                    <a:pt x="13" y="600"/>
                    <a:pt x="13" y="600"/>
                  </a:cubicBezTo>
                  <a:cubicBezTo>
                    <a:pt x="13" y="600"/>
                    <a:pt x="220" y="612"/>
                    <a:pt x="372" y="573"/>
                  </a:cubicBezTo>
                  <a:cubicBezTo>
                    <a:pt x="396" y="569"/>
                    <a:pt x="420" y="561"/>
                    <a:pt x="442" y="549"/>
                  </a:cubicBezTo>
                  <a:cubicBezTo>
                    <a:pt x="465" y="539"/>
                    <a:pt x="484" y="527"/>
                    <a:pt x="499" y="512"/>
                  </a:cubicBezTo>
                  <a:close/>
                </a:path>
              </a:pathLst>
            </a:custGeom>
            <a:solidFill>
              <a:srgbClr val="D2E8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9" name="Google Shape;629;p13"/>
            <p:cNvSpPr/>
            <p:nvPr/>
          </p:nvSpPr>
          <p:spPr>
            <a:xfrm>
              <a:off x="2713" y="1954"/>
              <a:ext cx="1002" cy="1001"/>
            </a:xfrm>
            <a:custGeom>
              <a:rect b="b" l="l" r="r" t="t"/>
              <a:pathLst>
                <a:path extrusionOk="0" h="914" w="915">
                  <a:moveTo>
                    <a:pt x="150" y="744"/>
                  </a:moveTo>
                  <a:cubicBezTo>
                    <a:pt x="153" y="747"/>
                    <a:pt x="157" y="751"/>
                    <a:pt x="160" y="754"/>
                  </a:cubicBezTo>
                  <a:cubicBezTo>
                    <a:pt x="164" y="758"/>
                    <a:pt x="167" y="761"/>
                    <a:pt x="171" y="765"/>
                  </a:cubicBezTo>
                  <a:cubicBezTo>
                    <a:pt x="193" y="787"/>
                    <a:pt x="222" y="805"/>
                    <a:pt x="255" y="821"/>
                  </a:cubicBezTo>
                  <a:cubicBezTo>
                    <a:pt x="289" y="838"/>
                    <a:pt x="325" y="850"/>
                    <a:pt x="361" y="857"/>
                  </a:cubicBezTo>
                  <a:cubicBezTo>
                    <a:pt x="587" y="914"/>
                    <a:pt x="896" y="896"/>
                    <a:pt x="896" y="896"/>
                  </a:cubicBezTo>
                  <a:cubicBezTo>
                    <a:pt x="896" y="896"/>
                    <a:pt x="915" y="587"/>
                    <a:pt x="857" y="360"/>
                  </a:cubicBezTo>
                  <a:cubicBezTo>
                    <a:pt x="850" y="324"/>
                    <a:pt x="838" y="289"/>
                    <a:pt x="821" y="255"/>
                  </a:cubicBezTo>
                  <a:cubicBezTo>
                    <a:pt x="806" y="221"/>
                    <a:pt x="787" y="192"/>
                    <a:pt x="765" y="170"/>
                  </a:cubicBezTo>
                  <a:cubicBezTo>
                    <a:pt x="762" y="167"/>
                    <a:pt x="758" y="163"/>
                    <a:pt x="755" y="160"/>
                  </a:cubicBezTo>
                  <a:cubicBezTo>
                    <a:pt x="751" y="156"/>
                    <a:pt x="748" y="153"/>
                    <a:pt x="744" y="149"/>
                  </a:cubicBezTo>
                  <a:cubicBezTo>
                    <a:pt x="722" y="127"/>
                    <a:pt x="693" y="109"/>
                    <a:pt x="660" y="93"/>
                  </a:cubicBezTo>
                  <a:cubicBezTo>
                    <a:pt x="626" y="76"/>
                    <a:pt x="591" y="64"/>
                    <a:pt x="554" y="57"/>
                  </a:cubicBezTo>
                  <a:cubicBezTo>
                    <a:pt x="328" y="0"/>
                    <a:pt x="19" y="18"/>
                    <a:pt x="19" y="18"/>
                  </a:cubicBezTo>
                  <a:cubicBezTo>
                    <a:pt x="19" y="18"/>
                    <a:pt x="0" y="327"/>
                    <a:pt x="58" y="554"/>
                  </a:cubicBezTo>
                  <a:cubicBezTo>
                    <a:pt x="65" y="590"/>
                    <a:pt x="77" y="625"/>
                    <a:pt x="94" y="659"/>
                  </a:cubicBezTo>
                  <a:cubicBezTo>
                    <a:pt x="109" y="693"/>
                    <a:pt x="128" y="722"/>
                    <a:pt x="150" y="744"/>
                  </a:cubicBezTo>
                  <a:close/>
                </a:path>
              </a:pathLst>
            </a:custGeom>
            <a:solidFill>
              <a:srgbClr val="54893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0" name="Google Shape;630;p13"/>
            <p:cNvSpPr/>
            <p:nvPr/>
          </p:nvSpPr>
          <p:spPr>
            <a:xfrm>
              <a:off x="2748" y="1989"/>
              <a:ext cx="932" cy="931"/>
            </a:xfrm>
            <a:custGeom>
              <a:rect b="b" l="l" r="r" t="t"/>
              <a:pathLst>
                <a:path extrusionOk="0" h="850" w="851">
                  <a:moveTo>
                    <a:pt x="139" y="692"/>
                  </a:moveTo>
                  <a:cubicBezTo>
                    <a:pt x="142" y="695"/>
                    <a:pt x="146" y="698"/>
                    <a:pt x="149" y="702"/>
                  </a:cubicBezTo>
                  <a:cubicBezTo>
                    <a:pt x="152" y="705"/>
                    <a:pt x="155" y="708"/>
                    <a:pt x="159" y="712"/>
                  </a:cubicBezTo>
                  <a:cubicBezTo>
                    <a:pt x="179" y="732"/>
                    <a:pt x="206" y="749"/>
                    <a:pt x="237" y="763"/>
                  </a:cubicBezTo>
                  <a:cubicBezTo>
                    <a:pt x="269" y="779"/>
                    <a:pt x="302" y="790"/>
                    <a:pt x="335" y="797"/>
                  </a:cubicBezTo>
                  <a:cubicBezTo>
                    <a:pt x="546" y="850"/>
                    <a:pt x="834" y="833"/>
                    <a:pt x="834" y="833"/>
                  </a:cubicBezTo>
                  <a:cubicBezTo>
                    <a:pt x="834" y="833"/>
                    <a:pt x="851" y="546"/>
                    <a:pt x="797" y="335"/>
                  </a:cubicBezTo>
                  <a:cubicBezTo>
                    <a:pt x="791" y="301"/>
                    <a:pt x="780" y="268"/>
                    <a:pt x="764" y="237"/>
                  </a:cubicBezTo>
                  <a:cubicBezTo>
                    <a:pt x="750" y="205"/>
                    <a:pt x="732" y="178"/>
                    <a:pt x="712" y="158"/>
                  </a:cubicBezTo>
                  <a:cubicBezTo>
                    <a:pt x="709" y="155"/>
                    <a:pt x="705" y="152"/>
                    <a:pt x="702" y="148"/>
                  </a:cubicBezTo>
                  <a:cubicBezTo>
                    <a:pt x="699" y="145"/>
                    <a:pt x="696" y="142"/>
                    <a:pt x="692" y="138"/>
                  </a:cubicBezTo>
                  <a:cubicBezTo>
                    <a:pt x="672" y="118"/>
                    <a:pt x="645" y="101"/>
                    <a:pt x="614" y="87"/>
                  </a:cubicBezTo>
                  <a:cubicBezTo>
                    <a:pt x="582" y="71"/>
                    <a:pt x="549" y="60"/>
                    <a:pt x="516" y="53"/>
                  </a:cubicBezTo>
                  <a:cubicBezTo>
                    <a:pt x="305" y="0"/>
                    <a:pt x="17" y="17"/>
                    <a:pt x="17" y="17"/>
                  </a:cubicBezTo>
                  <a:cubicBezTo>
                    <a:pt x="17" y="17"/>
                    <a:pt x="0" y="304"/>
                    <a:pt x="54" y="515"/>
                  </a:cubicBezTo>
                  <a:cubicBezTo>
                    <a:pt x="60" y="549"/>
                    <a:pt x="71" y="582"/>
                    <a:pt x="87" y="613"/>
                  </a:cubicBezTo>
                  <a:cubicBezTo>
                    <a:pt x="101" y="645"/>
                    <a:pt x="119" y="672"/>
                    <a:pt x="139" y="692"/>
                  </a:cubicBezTo>
                  <a:close/>
                </a:path>
              </a:pathLst>
            </a:custGeom>
            <a:solidFill>
              <a:srgbClr val="66A0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1" name="Google Shape;631;p13"/>
            <p:cNvSpPr/>
            <p:nvPr/>
          </p:nvSpPr>
          <p:spPr>
            <a:xfrm>
              <a:off x="1983" y="1959"/>
              <a:ext cx="740" cy="739"/>
            </a:xfrm>
            <a:custGeom>
              <a:rect b="b" l="l" r="r" t="t"/>
              <a:pathLst>
                <a:path extrusionOk="0" h="676" w="676">
                  <a:moveTo>
                    <a:pt x="126" y="110"/>
                  </a:moveTo>
                  <a:cubicBezTo>
                    <a:pt x="123" y="113"/>
                    <a:pt x="121" y="115"/>
                    <a:pt x="118" y="118"/>
                  </a:cubicBezTo>
                  <a:cubicBezTo>
                    <a:pt x="116" y="120"/>
                    <a:pt x="113" y="123"/>
                    <a:pt x="111" y="126"/>
                  </a:cubicBezTo>
                  <a:cubicBezTo>
                    <a:pt x="94" y="142"/>
                    <a:pt x="81" y="163"/>
                    <a:pt x="69" y="188"/>
                  </a:cubicBezTo>
                  <a:cubicBezTo>
                    <a:pt x="57" y="213"/>
                    <a:pt x="48" y="239"/>
                    <a:pt x="43" y="266"/>
                  </a:cubicBezTo>
                  <a:cubicBezTo>
                    <a:pt x="0" y="434"/>
                    <a:pt x="14" y="662"/>
                    <a:pt x="14" y="662"/>
                  </a:cubicBezTo>
                  <a:cubicBezTo>
                    <a:pt x="14" y="662"/>
                    <a:pt x="242" y="676"/>
                    <a:pt x="410" y="633"/>
                  </a:cubicBezTo>
                  <a:cubicBezTo>
                    <a:pt x="437" y="628"/>
                    <a:pt x="463" y="619"/>
                    <a:pt x="488" y="607"/>
                  </a:cubicBezTo>
                  <a:cubicBezTo>
                    <a:pt x="513" y="595"/>
                    <a:pt x="534" y="582"/>
                    <a:pt x="550" y="565"/>
                  </a:cubicBezTo>
                  <a:cubicBezTo>
                    <a:pt x="553" y="563"/>
                    <a:pt x="555" y="560"/>
                    <a:pt x="558" y="557"/>
                  </a:cubicBezTo>
                  <a:cubicBezTo>
                    <a:pt x="561" y="555"/>
                    <a:pt x="563" y="552"/>
                    <a:pt x="566" y="550"/>
                  </a:cubicBezTo>
                  <a:cubicBezTo>
                    <a:pt x="582" y="534"/>
                    <a:pt x="596" y="512"/>
                    <a:pt x="607" y="487"/>
                  </a:cubicBezTo>
                  <a:cubicBezTo>
                    <a:pt x="620" y="462"/>
                    <a:pt x="628" y="436"/>
                    <a:pt x="634" y="409"/>
                  </a:cubicBezTo>
                  <a:cubicBezTo>
                    <a:pt x="676" y="242"/>
                    <a:pt x="663" y="13"/>
                    <a:pt x="663" y="13"/>
                  </a:cubicBezTo>
                  <a:cubicBezTo>
                    <a:pt x="663" y="13"/>
                    <a:pt x="434" y="0"/>
                    <a:pt x="267" y="42"/>
                  </a:cubicBezTo>
                  <a:cubicBezTo>
                    <a:pt x="240" y="47"/>
                    <a:pt x="214" y="56"/>
                    <a:pt x="189" y="69"/>
                  </a:cubicBezTo>
                  <a:cubicBezTo>
                    <a:pt x="164" y="80"/>
                    <a:pt x="142" y="94"/>
                    <a:pt x="126" y="110"/>
                  </a:cubicBezTo>
                  <a:close/>
                </a:path>
              </a:pathLst>
            </a:custGeom>
            <a:solidFill>
              <a:srgbClr val="96B74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2" name="Google Shape;632;p13"/>
            <p:cNvSpPr/>
            <p:nvPr/>
          </p:nvSpPr>
          <p:spPr>
            <a:xfrm>
              <a:off x="2016" y="1990"/>
              <a:ext cx="676" cy="676"/>
            </a:xfrm>
            <a:custGeom>
              <a:rect b="b" l="l" r="r" t="t"/>
              <a:pathLst>
                <a:path extrusionOk="0" h="617" w="617">
                  <a:moveTo>
                    <a:pt x="115" y="101"/>
                  </a:moveTo>
                  <a:cubicBezTo>
                    <a:pt x="112" y="103"/>
                    <a:pt x="110" y="106"/>
                    <a:pt x="108" y="108"/>
                  </a:cubicBezTo>
                  <a:cubicBezTo>
                    <a:pt x="105" y="110"/>
                    <a:pt x="103" y="113"/>
                    <a:pt x="100" y="115"/>
                  </a:cubicBezTo>
                  <a:cubicBezTo>
                    <a:pt x="86" y="130"/>
                    <a:pt x="73" y="149"/>
                    <a:pt x="63" y="172"/>
                  </a:cubicBezTo>
                  <a:cubicBezTo>
                    <a:pt x="51" y="195"/>
                    <a:pt x="43" y="219"/>
                    <a:pt x="39" y="243"/>
                  </a:cubicBezTo>
                  <a:cubicBezTo>
                    <a:pt x="0" y="396"/>
                    <a:pt x="12" y="605"/>
                    <a:pt x="12" y="605"/>
                  </a:cubicBezTo>
                  <a:cubicBezTo>
                    <a:pt x="12" y="605"/>
                    <a:pt x="221" y="617"/>
                    <a:pt x="374" y="578"/>
                  </a:cubicBezTo>
                  <a:cubicBezTo>
                    <a:pt x="398" y="574"/>
                    <a:pt x="422" y="566"/>
                    <a:pt x="445" y="554"/>
                  </a:cubicBezTo>
                  <a:cubicBezTo>
                    <a:pt x="467" y="544"/>
                    <a:pt x="487" y="531"/>
                    <a:pt x="502" y="516"/>
                  </a:cubicBezTo>
                  <a:cubicBezTo>
                    <a:pt x="504" y="514"/>
                    <a:pt x="506" y="512"/>
                    <a:pt x="509" y="509"/>
                  </a:cubicBezTo>
                  <a:cubicBezTo>
                    <a:pt x="511" y="507"/>
                    <a:pt x="514" y="505"/>
                    <a:pt x="516" y="502"/>
                  </a:cubicBezTo>
                  <a:cubicBezTo>
                    <a:pt x="531" y="487"/>
                    <a:pt x="543" y="468"/>
                    <a:pt x="554" y="445"/>
                  </a:cubicBezTo>
                  <a:cubicBezTo>
                    <a:pt x="565" y="422"/>
                    <a:pt x="573" y="398"/>
                    <a:pt x="578" y="374"/>
                  </a:cubicBezTo>
                  <a:cubicBezTo>
                    <a:pt x="617" y="221"/>
                    <a:pt x="604" y="13"/>
                    <a:pt x="604" y="13"/>
                  </a:cubicBezTo>
                  <a:cubicBezTo>
                    <a:pt x="604" y="13"/>
                    <a:pt x="396" y="0"/>
                    <a:pt x="243" y="39"/>
                  </a:cubicBezTo>
                  <a:cubicBezTo>
                    <a:pt x="218" y="44"/>
                    <a:pt x="195" y="52"/>
                    <a:pt x="172" y="63"/>
                  </a:cubicBezTo>
                  <a:cubicBezTo>
                    <a:pt x="149" y="74"/>
                    <a:pt x="129" y="86"/>
                    <a:pt x="115" y="101"/>
                  </a:cubicBezTo>
                  <a:close/>
                </a:path>
              </a:pathLst>
            </a:custGeom>
            <a:solidFill>
              <a:srgbClr val="AED6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33" name="Google Shape;633;p13"/>
          <p:cNvSpPr txBox="1"/>
          <p:nvPr>
            <p:ph idx="1" type="body"/>
          </p:nvPr>
        </p:nvSpPr>
        <p:spPr>
          <a:xfrm>
            <a:off x="539552" y="2233018"/>
            <a:ext cx="2088300" cy="643500"/>
          </a:xfrm>
          <a:prstGeom prst="rect">
            <a:avLst/>
          </a:prstGeom>
          <a:noFill/>
          <a:ln>
            <a:noFill/>
          </a:ln>
        </p:spPr>
        <p:txBody>
          <a:bodyPr anchorCtr="0" anchor="t" bIns="45700" lIns="91425" spcFirstLastPara="1" rIns="91425" wrap="square" tIns="45700">
            <a:noAutofit/>
          </a:bodyPr>
          <a:lstStyle>
            <a:lvl1pPr indent="-228600" lvl="0" marL="457200" algn="r">
              <a:spcBef>
                <a:spcPts val="400"/>
              </a:spcBef>
              <a:spcAft>
                <a:spcPts val="0"/>
              </a:spcAft>
              <a:buClr>
                <a:schemeClr val="accent6"/>
              </a:buClr>
              <a:buSzPts val="2000"/>
              <a:buNone/>
              <a:defRPr sz="2000">
                <a:solidFill>
                  <a:schemeClr val="accent6"/>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34" name="Google Shape;634;p13"/>
          <p:cNvSpPr txBox="1"/>
          <p:nvPr>
            <p:ph idx="2" type="body"/>
          </p:nvPr>
        </p:nvSpPr>
        <p:spPr>
          <a:xfrm>
            <a:off x="539552" y="3601170"/>
            <a:ext cx="2088300" cy="643500"/>
          </a:xfrm>
          <a:prstGeom prst="rect">
            <a:avLst/>
          </a:prstGeom>
          <a:noFill/>
          <a:ln>
            <a:noFill/>
          </a:ln>
        </p:spPr>
        <p:txBody>
          <a:bodyPr anchorCtr="0" anchor="t" bIns="45700" lIns="91425" spcFirstLastPara="1" rIns="91425" wrap="square" tIns="45700">
            <a:noAutofit/>
          </a:bodyPr>
          <a:lstStyle>
            <a:lvl1pPr indent="-228600" lvl="0" marL="457200" algn="r">
              <a:spcBef>
                <a:spcPts val="400"/>
              </a:spcBef>
              <a:spcAft>
                <a:spcPts val="0"/>
              </a:spcAft>
              <a:buClr>
                <a:schemeClr val="accent6"/>
              </a:buClr>
              <a:buSzPts val="2000"/>
              <a:buNone/>
              <a:defRPr sz="2000">
                <a:solidFill>
                  <a:schemeClr val="accent6"/>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35" name="Google Shape;635;p13"/>
          <p:cNvSpPr txBox="1"/>
          <p:nvPr>
            <p:ph idx="3" type="body"/>
          </p:nvPr>
        </p:nvSpPr>
        <p:spPr>
          <a:xfrm>
            <a:off x="6372200" y="2233018"/>
            <a:ext cx="2088300" cy="643500"/>
          </a:xfrm>
          <a:prstGeom prst="rect">
            <a:avLst/>
          </a:prstGeom>
          <a:noFill/>
          <a:ln>
            <a:noFill/>
          </a:ln>
        </p:spPr>
        <p:txBody>
          <a:bodyPr anchorCtr="0" anchor="t" bIns="45700" lIns="91425" spcFirstLastPara="1" rIns="91425" wrap="square" tIns="45700">
            <a:noAutofit/>
          </a:bodyPr>
          <a:lstStyle>
            <a:lvl1pPr indent="-228600" lvl="0" marL="457200" algn="l">
              <a:spcBef>
                <a:spcPts val="400"/>
              </a:spcBef>
              <a:spcAft>
                <a:spcPts val="0"/>
              </a:spcAft>
              <a:buClr>
                <a:schemeClr val="accent6"/>
              </a:buClr>
              <a:buSzPts val="2000"/>
              <a:buNone/>
              <a:defRPr sz="2000">
                <a:solidFill>
                  <a:schemeClr val="accent6"/>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36" name="Google Shape;636;p13"/>
          <p:cNvSpPr txBox="1"/>
          <p:nvPr>
            <p:ph idx="4" type="body"/>
          </p:nvPr>
        </p:nvSpPr>
        <p:spPr>
          <a:xfrm>
            <a:off x="6372200" y="3601170"/>
            <a:ext cx="2088300" cy="643500"/>
          </a:xfrm>
          <a:prstGeom prst="rect">
            <a:avLst/>
          </a:prstGeom>
          <a:noFill/>
          <a:ln>
            <a:noFill/>
          </a:ln>
        </p:spPr>
        <p:txBody>
          <a:bodyPr anchorCtr="0" anchor="t" bIns="45700" lIns="91425" spcFirstLastPara="1" rIns="91425" wrap="square" tIns="45700">
            <a:noAutofit/>
          </a:bodyPr>
          <a:lstStyle>
            <a:lvl1pPr indent="-228600" lvl="0" marL="457200" algn="l">
              <a:spcBef>
                <a:spcPts val="400"/>
              </a:spcBef>
              <a:spcAft>
                <a:spcPts val="0"/>
              </a:spcAft>
              <a:buClr>
                <a:schemeClr val="accent6"/>
              </a:buClr>
              <a:buSzPts val="2000"/>
              <a:buNone/>
              <a:defRPr sz="2000">
                <a:solidFill>
                  <a:schemeClr val="accent6"/>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37" name="Google Shape;637;p13"/>
          <p:cNvSpPr txBox="1"/>
          <p:nvPr>
            <p:ph idx="5" type="body"/>
          </p:nvPr>
        </p:nvSpPr>
        <p:spPr>
          <a:xfrm>
            <a:off x="3244775" y="2049838"/>
            <a:ext cx="1104900" cy="649200"/>
          </a:xfrm>
          <a:prstGeom prst="rect">
            <a:avLst/>
          </a:prstGeom>
          <a:noFill/>
          <a:ln>
            <a:noFill/>
          </a:ln>
        </p:spPr>
        <p:txBody>
          <a:bodyPr anchorCtr="0" anchor="t" bIns="45700" lIns="91425" spcFirstLastPara="1" rIns="91425" wrap="square" tIns="45700">
            <a:noAutofit/>
          </a:bodyPr>
          <a:lstStyle>
            <a:lvl1pPr indent="-228600" lvl="0" marL="457200" algn="ctr">
              <a:spcBef>
                <a:spcPts val="800"/>
              </a:spcBef>
              <a:spcAft>
                <a:spcPts val="0"/>
              </a:spcAft>
              <a:buClr>
                <a:schemeClr val="accent5"/>
              </a:buClr>
              <a:buSzPts val="4000"/>
              <a:buNone/>
              <a:defRPr sz="40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38" name="Google Shape;638;p13"/>
          <p:cNvSpPr txBox="1"/>
          <p:nvPr>
            <p:ph idx="6" type="body"/>
          </p:nvPr>
        </p:nvSpPr>
        <p:spPr>
          <a:xfrm>
            <a:off x="4719635" y="2249140"/>
            <a:ext cx="916500" cy="649200"/>
          </a:xfrm>
          <a:prstGeom prst="rect">
            <a:avLst/>
          </a:prstGeom>
          <a:noFill/>
          <a:ln>
            <a:noFill/>
          </a:ln>
        </p:spPr>
        <p:txBody>
          <a:bodyPr anchorCtr="0" anchor="t" bIns="45700" lIns="91425" spcFirstLastPara="1" rIns="91425" wrap="square" tIns="45700">
            <a:noAutofit/>
          </a:bodyPr>
          <a:lstStyle>
            <a:lvl1pPr indent="-228600" lvl="0" marL="457200" algn="ctr">
              <a:spcBef>
                <a:spcPts val="800"/>
              </a:spcBef>
              <a:spcAft>
                <a:spcPts val="0"/>
              </a:spcAft>
              <a:buClr>
                <a:schemeClr val="accent5"/>
              </a:buClr>
              <a:buSzPts val="4000"/>
              <a:buNone/>
              <a:defRPr sz="40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39" name="Google Shape;639;p13"/>
          <p:cNvSpPr txBox="1"/>
          <p:nvPr>
            <p:ph idx="7" type="body"/>
          </p:nvPr>
        </p:nvSpPr>
        <p:spPr>
          <a:xfrm>
            <a:off x="3535721" y="3413571"/>
            <a:ext cx="916500" cy="649200"/>
          </a:xfrm>
          <a:prstGeom prst="rect">
            <a:avLst/>
          </a:prstGeom>
          <a:noFill/>
          <a:ln>
            <a:noFill/>
          </a:ln>
        </p:spPr>
        <p:txBody>
          <a:bodyPr anchorCtr="0" anchor="t" bIns="45700" lIns="91425" spcFirstLastPara="1" rIns="91425" wrap="square" tIns="45700">
            <a:noAutofit/>
          </a:bodyPr>
          <a:lstStyle>
            <a:lvl1pPr indent="-228600" lvl="0" marL="457200" algn="ctr">
              <a:spcBef>
                <a:spcPts val="800"/>
              </a:spcBef>
              <a:spcAft>
                <a:spcPts val="0"/>
              </a:spcAft>
              <a:buClr>
                <a:schemeClr val="lt1"/>
              </a:buClr>
              <a:buSzPts val="4000"/>
              <a:buNone/>
              <a:defRPr sz="40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40" name="Google Shape;640;p13"/>
          <p:cNvSpPr txBox="1"/>
          <p:nvPr>
            <p:ph idx="8" type="body"/>
          </p:nvPr>
        </p:nvSpPr>
        <p:spPr>
          <a:xfrm>
            <a:off x="4772099" y="3529162"/>
            <a:ext cx="1104900" cy="649200"/>
          </a:xfrm>
          <a:prstGeom prst="rect">
            <a:avLst/>
          </a:prstGeom>
          <a:noFill/>
          <a:ln>
            <a:noFill/>
          </a:ln>
        </p:spPr>
        <p:txBody>
          <a:bodyPr anchorCtr="0" anchor="t" bIns="45700" lIns="91425" spcFirstLastPara="1" rIns="91425" wrap="square" tIns="45700">
            <a:noAutofit/>
          </a:bodyPr>
          <a:lstStyle>
            <a:lvl1pPr indent="-228600" lvl="0" marL="457200" algn="ctr">
              <a:spcBef>
                <a:spcPts val="800"/>
              </a:spcBef>
              <a:spcAft>
                <a:spcPts val="0"/>
              </a:spcAft>
              <a:buClr>
                <a:schemeClr val="lt1"/>
              </a:buClr>
              <a:buSzPts val="4000"/>
              <a:buNone/>
              <a:defRPr sz="40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41" name="Google Shape;641;p13"/>
          <p:cNvSpPr txBox="1"/>
          <p:nvPr>
            <p:ph idx="9" type="body"/>
          </p:nvPr>
        </p:nvSpPr>
        <p:spPr>
          <a:xfrm>
            <a:off x="539552" y="1872978"/>
            <a:ext cx="2088300" cy="360000"/>
          </a:xfrm>
          <a:prstGeom prst="rect">
            <a:avLst/>
          </a:prstGeom>
          <a:noFill/>
          <a:ln>
            <a:noFill/>
          </a:ln>
        </p:spPr>
        <p:txBody>
          <a:bodyPr anchorCtr="0" anchor="t" bIns="45700" lIns="91425" spcFirstLastPara="1" rIns="91425" wrap="square" tIns="45700">
            <a:noAutofit/>
          </a:bodyPr>
          <a:lstStyle>
            <a:lvl1pPr indent="-228600" lvl="0" marL="457200" algn="r">
              <a:spcBef>
                <a:spcPts val="400"/>
              </a:spcBef>
              <a:spcAft>
                <a:spcPts val="0"/>
              </a:spcAft>
              <a:buClr>
                <a:schemeClr val="accent5"/>
              </a:buClr>
              <a:buSzPts val="2000"/>
              <a:buNone/>
              <a:defRPr b="1" sz="20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42" name="Google Shape;642;p13"/>
          <p:cNvSpPr txBox="1"/>
          <p:nvPr>
            <p:ph idx="13" type="body"/>
          </p:nvPr>
        </p:nvSpPr>
        <p:spPr>
          <a:xfrm>
            <a:off x="539552" y="3241130"/>
            <a:ext cx="2088300" cy="360000"/>
          </a:xfrm>
          <a:prstGeom prst="rect">
            <a:avLst/>
          </a:prstGeom>
          <a:noFill/>
          <a:ln>
            <a:noFill/>
          </a:ln>
        </p:spPr>
        <p:txBody>
          <a:bodyPr anchorCtr="0" anchor="t" bIns="45700" lIns="91425" spcFirstLastPara="1" rIns="91425" wrap="square" tIns="45700">
            <a:noAutofit/>
          </a:bodyPr>
          <a:lstStyle>
            <a:lvl1pPr indent="-228600" lvl="0" marL="457200" algn="r">
              <a:spcBef>
                <a:spcPts val="400"/>
              </a:spcBef>
              <a:spcAft>
                <a:spcPts val="0"/>
              </a:spcAft>
              <a:buClr>
                <a:schemeClr val="accent5"/>
              </a:buClr>
              <a:buSzPts val="2000"/>
              <a:buNone/>
              <a:defRPr b="1" sz="20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43" name="Google Shape;643;p13"/>
          <p:cNvSpPr txBox="1"/>
          <p:nvPr>
            <p:ph idx="14" type="body"/>
          </p:nvPr>
        </p:nvSpPr>
        <p:spPr>
          <a:xfrm>
            <a:off x="6372200" y="1872978"/>
            <a:ext cx="2088300" cy="360000"/>
          </a:xfrm>
          <a:prstGeom prst="rect">
            <a:avLst/>
          </a:prstGeom>
          <a:noFill/>
          <a:ln>
            <a:noFill/>
          </a:ln>
        </p:spPr>
        <p:txBody>
          <a:bodyPr anchorCtr="0" anchor="t" bIns="45700" lIns="91425" spcFirstLastPara="1" rIns="91425" wrap="square" tIns="45700">
            <a:noAutofit/>
          </a:bodyPr>
          <a:lstStyle>
            <a:lvl1pPr indent="-228600" lvl="0" marL="457200" algn="l">
              <a:spcBef>
                <a:spcPts val="400"/>
              </a:spcBef>
              <a:spcAft>
                <a:spcPts val="0"/>
              </a:spcAft>
              <a:buClr>
                <a:schemeClr val="accent5"/>
              </a:buClr>
              <a:buSzPts val="2000"/>
              <a:buNone/>
              <a:defRPr b="1" sz="20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44" name="Google Shape;644;p13"/>
          <p:cNvSpPr txBox="1"/>
          <p:nvPr>
            <p:ph idx="15" type="body"/>
          </p:nvPr>
        </p:nvSpPr>
        <p:spPr>
          <a:xfrm>
            <a:off x="6372200" y="3241130"/>
            <a:ext cx="2088300" cy="360000"/>
          </a:xfrm>
          <a:prstGeom prst="rect">
            <a:avLst/>
          </a:prstGeom>
          <a:noFill/>
          <a:ln>
            <a:noFill/>
          </a:ln>
        </p:spPr>
        <p:txBody>
          <a:bodyPr anchorCtr="0" anchor="t" bIns="45700" lIns="91425" spcFirstLastPara="1" rIns="91425" wrap="square" tIns="45700">
            <a:noAutofit/>
          </a:bodyPr>
          <a:lstStyle>
            <a:lvl1pPr indent="-228600" lvl="0" marL="457200" algn="l">
              <a:spcBef>
                <a:spcPts val="400"/>
              </a:spcBef>
              <a:spcAft>
                <a:spcPts val="0"/>
              </a:spcAft>
              <a:buClr>
                <a:schemeClr val="accent5"/>
              </a:buClr>
              <a:buSzPts val="2000"/>
              <a:buNone/>
              <a:defRPr b="1" sz="20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45" name="Google Shape;645;p13"/>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Calibri"/>
              <a:buNone/>
              <a:defRPr sz="4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6" name="Google Shape;646;p13"/>
          <p:cNvSpPr txBox="1"/>
          <p:nvPr>
            <p:ph idx="16" type="body"/>
          </p:nvPr>
        </p:nvSpPr>
        <p:spPr>
          <a:xfrm>
            <a:off x="468313" y="771550"/>
            <a:ext cx="8207400" cy="503700"/>
          </a:xfrm>
          <a:prstGeom prst="rect">
            <a:avLst/>
          </a:prstGeom>
          <a:noFill/>
          <a:ln>
            <a:noFill/>
          </a:ln>
        </p:spPr>
        <p:txBody>
          <a:bodyPr anchorCtr="0" anchor="t" bIns="45700" lIns="91425" spcFirstLastPara="1" rIns="91425" wrap="square" tIns="45700">
            <a:noAutofit/>
          </a:bodyPr>
          <a:lstStyle>
            <a:lvl1pPr indent="-228600" lvl="0" marL="457200" algn="l">
              <a:spcBef>
                <a:spcPts val="540"/>
              </a:spcBef>
              <a:spcAft>
                <a:spcPts val="0"/>
              </a:spcAft>
              <a:buClr>
                <a:schemeClr val="accent5"/>
              </a:buClr>
              <a:buSzPts val="2700"/>
              <a:buNone/>
              <a:defRPr sz="27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ncils Infographic">
  <p:cSld name="Pencils Infographic">
    <p:spTree>
      <p:nvGrpSpPr>
        <p:cNvPr id="647" name="Shape 647"/>
        <p:cNvGrpSpPr/>
        <p:nvPr/>
      </p:nvGrpSpPr>
      <p:grpSpPr>
        <a:xfrm>
          <a:off x="0" y="0"/>
          <a:ext cx="0" cy="0"/>
          <a:chOff x="0" y="0"/>
          <a:chExt cx="0" cy="0"/>
        </a:xfrm>
      </p:grpSpPr>
      <p:sp>
        <p:nvSpPr>
          <p:cNvPr id="648" name="Google Shape;648;p14"/>
          <p:cNvSpPr/>
          <p:nvPr/>
        </p:nvSpPr>
        <p:spPr>
          <a:xfrm>
            <a:off x="2977428" y="1479550"/>
            <a:ext cx="946151" cy="942975"/>
          </a:xfrm>
          <a:custGeom>
            <a:rect b="b" l="l" r="r" t="t"/>
            <a:pathLst>
              <a:path extrusionOk="0" h="311" w="312">
                <a:moveTo>
                  <a:pt x="261" y="58"/>
                </a:moveTo>
                <a:cubicBezTo>
                  <a:pt x="260" y="57"/>
                  <a:pt x="259" y="55"/>
                  <a:pt x="257" y="54"/>
                </a:cubicBezTo>
                <a:cubicBezTo>
                  <a:pt x="256" y="53"/>
                  <a:pt x="255" y="52"/>
                  <a:pt x="254" y="51"/>
                </a:cubicBezTo>
                <a:cubicBezTo>
                  <a:pt x="246" y="43"/>
                  <a:pt x="237" y="37"/>
                  <a:pt x="225" y="32"/>
                </a:cubicBezTo>
                <a:cubicBezTo>
                  <a:pt x="214" y="26"/>
                  <a:pt x="202" y="22"/>
                  <a:pt x="189" y="19"/>
                </a:cubicBezTo>
                <a:cubicBezTo>
                  <a:pt x="112" y="0"/>
                  <a:pt x="7" y="6"/>
                  <a:pt x="7" y="6"/>
                </a:cubicBezTo>
                <a:cubicBezTo>
                  <a:pt x="7" y="6"/>
                  <a:pt x="0" y="111"/>
                  <a:pt x="20" y="189"/>
                </a:cubicBezTo>
                <a:cubicBezTo>
                  <a:pt x="22" y="201"/>
                  <a:pt x="27" y="213"/>
                  <a:pt x="32" y="224"/>
                </a:cubicBezTo>
                <a:cubicBezTo>
                  <a:pt x="38" y="236"/>
                  <a:pt x="44" y="246"/>
                  <a:pt x="51" y="253"/>
                </a:cubicBezTo>
                <a:cubicBezTo>
                  <a:pt x="52" y="254"/>
                  <a:pt x="54" y="256"/>
                  <a:pt x="55" y="257"/>
                </a:cubicBezTo>
                <a:cubicBezTo>
                  <a:pt x="56" y="258"/>
                  <a:pt x="57" y="259"/>
                  <a:pt x="58" y="260"/>
                </a:cubicBezTo>
                <a:cubicBezTo>
                  <a:pt x="66" y="268"/>
                  <a:pt x="76" y="274"/>
                  <a:pt x="87" y="279"/>
                </a:cubicBezTo>
                <a:cubicBezTo>
                  <a:pt x="99" y="285"/>
                  <a:pt x="111" y="289"/>
                  <a:pt x="123" y="292"/>
                </a:cubicBezTo>
                <a:cubicBezTo>
                  <a:pt x="200" y="311"/>
                  <a:pt x="306" y="305"/>
                  <a:pt x="306" y="305"/>
                </a:cubicBezTo>
                <a:cubicBezTo>
                  <a:pt x="306" y="305"/>
                  <a:pt x="312" y="200"/>
                  <a:pt x="292" y="122"/>
                </a:cubicBezTo>
                <a:cubicBezTo>
                  <a:pt x="290" y="110"/>
                  <a:pt x="286" y="98"/>
                  <a:pt x="280" y="87"/>
                </a:cubicBezTo>
                <a:cubicBezTo>
                  <a:pt x="275" y="75"/>
                  <a:pt x="269" y="65"/>
                  <a:pt x="261" y="58"/>
                </a:cubicBezTo>
                <a:close/>
              </a:path>
            </a:pathLst>
          </a:custGeom>
          <a:solidFill>
            <a:srgbClr val="8DC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9" name="Google Shape;649;p14"/>
          <p:cNvSpPr/>
          <p:nvPr/>
        </p:nvSpPr>
        <p:spPr>
          <a:xfrm>
            <a:off x="3007591" y="1509713"/>
            <a:ext cx="885826" cy="882650"/>
          </a:xfrm>
          <a:custGeom>
            <a:rect b="b" l="l" r="r" t="t"/>
            <a:pathLst>
              <a:path extrusionOk="0" h="291" w="292">
                <a:moveTo>
                  <a:pt x="244" y="54"/>
                </a:moveTo>
                <a:cubicBezTo>
                  <a:pt x="243" y="53"/>
                  <a:pt x="242" y="52"/>
                  <a:pt x="241" y="51"/>
                </a:cubicBezTo>
                <a:cubicBezTo>
                  <a:pt x="240" y="50"/>
                  <a:pt x="239" y="48"/>
                  <a:pt x="238" y="47"/>
                </a:cubicBezTo>
                <a:cubicBezTo>
                  <a:pt x="231" y="40"/>
                  <a:pt x="221" y="34"/>
                  <a:pt x="211" y="30"/>
                </a:cubicBezTo>
                <a:cubicBezTo>
                  <a:pt x="200" y="24"/>
                  <a:pt x="189" y="20"/>
                  <a:pt x="177" y="18"/>
                </a:cubicBezTo>
                <a:cubicBezTo>
                  <a:pt x="105" y="0"/>
                  <a:pt x="6" y="6"/>
                  <a:pt x="6" y="6"/>
                </a:cubicBezTo>
                <a:cubicBezTo>
                  <a:pt x="6" y="6"/>
                  <a:pt x="0" y="104"/>
                  <a:pt x="19" y="176"/>
                </a:cubicBezTo>
                <a:cubicBezTo>
                  <a:pt x="21" y="188"/>
                  <a:pt x="25" y="199"/>
                  <a:pt x="30" y="210"/>
                </a:cubicBezTo>
                <a:cubicBezTo>
                  <a:pt x="35" y="221"/>
                  <a:pt x="41" y="230"/>
                  <a:pt x="48" y="237"/>
                </a:cubicBezTo>
                <a:cubicBezTo>
                  <a:pt x="49" y="238"/>
                  <a:pt x="50" y="239"/>
                  <a:pt x="51" y="240"/>
                </a:cubicBezTo>
                <a:cubicBezTo>
                  <a:pt x="53" y="241"/>
                  <a:pt x="54" y="243"/>
                  <a:pt x="55" y="244"/>
                </a:cubicBezTo>
                <a:cubicBezTo>
                  <a:pt x="62" y="251"/>
                  <a:pt x="71" y="257"/>
                  <a:pt x="82" y="261"/>
                </a:cubicBezTo>
                <a:cubicBezTo>
                  <a:pt x="92" y="267"/>
                  <a:pt x="104" y="271"/>
                  <a:pt x="115" y="273"/>
                </a:cubicBezTo>
                <a:cubicBezTo>
                  <a:pt x="188" y="291"/>
                  <a:pt x="286" y="285"/>
                  <a:pt x="286" y="285"/>
                </a:cubicBezTo>
                <a:cubicBezTo>
                  <a:pt x="286" y="285"/>
                  <a:pt x="292" y="187"/>
                  <a:pt x="274" y="115"/>
                </a:cubicBezTo>
                <a:cubicBezTo>
                  <a:pt x="271" y="103"/>
                  <a:pt x="268" y="92"/>
                  <a:pt x="262" y="81"/>
                </a:cubicBezTo>
                <a:cubicBezTo>
                  <a:pt x="257" y="70"/>
                  <a:pt x="251" y="61"/>
                  <a:pt x="244" y="54"/>
                </a:cubicBezTo>
                <a:close/>
              </a:path>
            </a:pathLst>
          </a:custGeom>
          <a:solidFill>
            <a:srgbClr val="AED6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650" name="Google Shape;650;p14"/>
          <p:cNvGrpSpPr/>
          <p:nvPr/>
        </p:nvGrpSpPr>
        <p:grpSpPr>
          <a:xfrm>
            <a:off x="3693391" y="2498725"/>
            <a:ext cx="431800" cy="2144713"/>
            <a:chOff x="3693391" y="2498725"/>
            <a:chExt cx="431800" cy="2144713"/>
          </a:xfrm>
        </p:grpSpPr>
        <p:sp>
          <p:nvSpPr>
            <p:cNvPr id="651" name="Google Shape;651;p14"/>
            <p:cNvSpPr/>
            <p:nvPr/>
          </p:nvSpPr>
          <p:spPr>
            <a:xfrm>
              <a:off x="3693391" y="4203700"/>
              <a:ext cx="431800" cy="439738"/>
            </a:xfrm>
            <a:custGeom>
              <a:rect b="b" l="l" r="r" t="t"/>
              <a:pathLst>
                <a:path extrusionOk="0" h="277" w="272">
                  <a:moveTo>
                    <a:pt x="0" y="48"/>
                  </a:moveTo>
                  <a:lnTo>
                    <a:pt x="0" y="0"/>
                  </a:lnTo>
                  <a:lnTo>
                    <a:pt x="272" y="0"/>
                  </a:lnTo>
                  <a:lnTo>
                    <a:pt x="272" y="48"/>
                  </a:lnTo>
                  <a:lnTo>
                    <a:pt x="203" y="162"/>
                  </a:lnTo>
                  <a:lnTo>
                    <a:pt x="170" y="218"/>
                  </a:lnTo>
                  <a:lnTo>
                    <a:pt x="136" y="277"/>
                  </a:lnTo>
                  <a:lnTo>
                    <a:pt x="101" y="218"/>
                  </a:lnTo>
                  <a:lnTo>
                    <a:pt x="67" y="162"/>
                  </a:lnTo>
                  <a:lnTo>
                    <a:pt x="0" y="48"/>
                  </a:lnTo>
                  <a:close/>
                </a:path>
              </a:pathLst>
            </a:custGeom>
            <a:solidFill>
              <a:srgbClr val="EDECC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2" name="Google Shape;652;p14"/>
            <p:cNvSpPr/>
            <p:nvPr/>
          </p:nvSpPr>
          <p:spPr>
            <a:xfrm>
              <a:off x="3979141" y="2708275"/>
              <a:ext cx="146050" cy="1571625"/>
            </a:xfrm>
            <a:custGeom>
              <a:rect b="b" l="l" r="r" t="t"/>
              <a:pathLst>
                <a:path extrusionOk="0" h="518" w="48">
                  <a:moveTo>
                    <a:pt x="0" y="518"/>
                  </a:moveTo>
                  <a:cubicBezTo>
                    <a:pt x="0" y="0"/>
                    <a:pt x="0" y="0"/>
                    <a:pt x="0" y="0"/>
                  </a:cubicBezTo>
                  <a:cubicBezTo>
                    <a:pt x="48" y="0"/>
                    <a:pt x="48" y="0"/>
                    <a:pt x="48" y="0"/>
                  </a:cubicBezTo>
                  <a:cubicBezTo>
                    <a:pt x="48" y="163"/>
                    <a:pt x="48" y="163"/>
                    <a:pt x="48" y="163"/>
                  </a:cubicBezTo>
                  <a:cubicBezTo>
                    <a:pt x="48" y="163"/>
                    <a:pt x="48" y="163"/>
                    <a:pt x="48" y="163"/>
                  </a:cubicBezTo>
                  <a:cubicBezTo>
                    <a:pt x="48" y="518"/>
                    <a:pt x="48" y="518"/>
                    <a:pt x="48" y="518"/>
                  </a:cubicBezTo>
                  <a:cubicBezTo>
                    <a:pt x="48" y="509"/>
                    <a:pt x="37" y="502"/>
                    <a:pt x="24" y="502"/>
                  </a:cubicBezTo>
                  <a:cubicBezTo>
                    <a:pt x="11" y="502"/>
                    <a:pt x="0" y="509"/>
                    <a:pt x="0" y="518"/>
                  </a:cubicBezTo>
                  <a:close/>
                </a:path>
              </a:pathLst>
            </a:custGeom>
            <a:solidFill>
              <a:srgbClr val="B7E08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3" name="Google Shape;653;p14"/>
            <p:cNvSpPr/>
            <p:nvPr/>
          </p:nvSpPr>
          <p:spPr>
            <a:xfrm>
              <a:off x="3836266" y="2708275"/>
              <a:ext cx="142875" cy="1571625"/>
            </a:xfrm>
            <a:custGeom>
              <a:rect b="b" l="l" r="r" t="t"/>
              <a:pathLst>
                <a:path extrusionOk="0" h="518" w="47">
                  <a:moveTo>
                    <a:pt x="0" y="518"/>
                  </a:moveTo>
                  <a:cubicBezTo>
                    <a:pt x="0" y="0"/>
                    <a:pt x="0" y="0"/>
                    <a:pt x="0" y="0"/>
                  </a:cubicBezTo>
                  <a:cubicBezTo>
                    <a:pt x="47" y="0"/>
                    <a:pt x="47" y="0"/>
                    <a:pt x="47" y="0"/>
                  </a:cubicBezTo>
                  <a:cubicBezTo>
                    <a:pt x="47" y="518"/>
                    <a:pt x="47" y="518"/>
                    <a:pt x="47" y="518"/>
                  </a:cubicBezTo>
                  <a:cubicBezTo>
                    <a:pt x="47" y="509"/>
                    <a:pt x="37" y="502"/>
                    <a:pt x="24" y="502"/>
                  </a:cubicBezTo>
                  <a:cubicBezTo>
                    <a:pt x="10" y="502"/>
                    <a:pt x="0" y="509"/>
                    <a:pt x="0" y="518"/>
                  </a:cubicBezTo>
                  <a:close/>
                </a:path>
              </a:pathLst>
            </a:custGeom>
            <a:solidFill>
              <a:srgbClr val="AED6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4" name="Google Shape;654;p14"/>
            <p:cNvSpPr/>
            <p:nvPr/>
          </p:nvSpPr>
          <p:spPr>
            <a:xfrm>
              <a:off x="3693391" y="2708275"/>
              <a:ext cx="142875" cy="1571625"/>
            </a:xfrm>
            <a:custGeom>
              <a:rect b="b" l="l" r="r" t="t"/>
              <a:pathLst>
                <a:path extrusionOk="0" h="518" w="47">
                  <a:moveTo>
                    <a:pt x="0" y="518"/>
                  </a:moveTo>
                  <a:cubicBezTo>
                    <a:pt x="0" y="0"/>
                    <a:pt x="0" y="0"/>
                    <a:pt x="0" y="0"/>
                  </a:cubicBezTo>
                  <a:cubicBezTo>
                    <a:pt x="47" y="0"/>
                    <a:pt x="47" y="0"/>
                    <a:pt x="47" y="0"/>
                  </a:cubicBezTo>
                  <a:cubicBezTo>
                    <a:pt x="47" y="518"/>
                    <a:pt x="47" y="518"/>
                    <a:pt x="47" y="518"/>
                  </a:cubicBezTo>
                  <a:cubicBezTo>
                    <a:pt x="47" y="509"/>
                    <a:pt x="36" y="502"/>
                    <a:pt x="23" y="502"/>
                  </a:cubicBezTo>
                  <a:cubicBezTo>
                    <a:pt x="11" y="502"/>
                    <a:pt x="1" y="508"/>
                    <a:pt x="0" y="516"/>
                  </a:cubicBezTo>
                  <a:cubicBezTo>
                    <a:pt x="0" y="517"/>
                    <a:pt x="0" y="517"/>
                    <a:pt x="0" y="517"/>
                  </a:cubicBezTo>
                  <a:cubicBezTo>
                    <a:pt x="0" y="518"/>
                    <a:pt x="0" y="518"/>
                    <a:pt x="0" y="518"/>
                  </a:cubicBezTo>
                  <a:close/>
                </a:path>
              </a:pathLst>
            </a:custGeom>
            <a:solidFill>
              <a:srgbClr val="8DC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5" name="Google Shape;655;p14"/>
            <p:cNvSpPr/>
            <p:nvPr/>
          </p:nvSpPr>
          <p:spPr>
            <a:xfrm>
              <a:off x="3693391" y="2498725"/>
              <a:ext cx="431800" cy="215900"/>
            </a:xfrm>
            <a:custGeom>
              <a:rect b="b" l="l" r="r" t="t"/>
              <a:pathLst>
                <a:path extrusionOk="0" h="71" w="142">
                  <a:moveTo>
                    <a:pt x="71" y="0"/>
                  </a:moveTo>
                  <a:cubicBezTo>
                    <a:pt x="31" y="0"/>
                    <a:pt x="0" y="32"/>
                    <a:pt x="0" y="71"/>
                  </a:cubicBezTo>
                  <a:cubicBezTo>
                    <a:pt x="142" y="71"/>
                    <a:pt x="142" y="71"/>
                    <a:pt x="142" y="71"/>
                  </a:cubicBezTo>
                  <a:cubicBezTo>
                    <a:pt x="142" y="32"/>
                    <a:pt x="110" y="0"/>
                    <a:pt x="71" y="0"/>
                  </a:cubicBezTo>
                  <a:close/>
                </a:path>
              </a:pathLst>
            </a:custGeom>
            <a:solidFill>
              <a:srgbClr val="AED6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6" name="Google Shape;656;p14"/>
            <p:cNvSpPr/>
            <p:nvPr/>
          </p:nvSpPr>
          <p:spPr>
            <a:xfrm>
              <a:off x="3853729" y="4549775"/>
              <a:ext cx="109538" cy="93663"/>
            </a:xfrm>
            <a:custGeom>
              <a:rect b="b" l="l" r="r" t="t"/>
              <a:pathLst>
                <a:path extrusionOk="0" h="59" w="69">
                  <a:moveTo>
                    <a:pt x="0" y="0"/>
                  </a:moveTo>
                  <a:lnTo>
                    <a:pt x="69" y="0"/>
                  </a:lnTo>
                  <a:lnTo>
                    <a:pt x="35" y="59"/>
                  </a:lnTo>
                  <a:lnTo>
                    <a:pt x="0" y="0"/>
                  </a:lnTo>
                  <a:close/>
                </a:path>
              </a:pathLst>
            </a:custGeom>
            <a:solidFill>
              <a:srgbClr val="AED6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57" name="Google Shape;657;p14"/>
          <p:cNvSpPr/>
          <p:nvPr/>
        </p:nvSpPr>
        <p:spPr>
          <a:xfrm>
            <a:off x="5138017" y="1476375"/>
            <a:ext cx="946151" cy="944563"/>
          </a:xfrm>
          <a:custGeom>
            <a:rect b="b" l="l" r="r" t="t"/>
            <a:pathLst>
              <a:path extrusionOk="0" h="311" w="312">
                <a:moveTo>
                  <a:pt x="51" y="58"/>
                </a:moveTo>
                <a:cubicBezTo>
                  <a:pt x="52" y="57"/>
                  <a:pt x="53" y="56"/>
                  <a:pt x="55" y="54"/>
                </a:cubicBezTo>
                <a:cubicBezTo>
                  <a:pt x="56" y="53"/>
                  <a:pt x="57" y="52"/>
                  <a:pt x="58" y="51"/>
                </a:cubicBezTo>
                <a:cubicBezTo>
                  <a:pt x="66" y="43"/>
                  <a:pt x="76" y="37"/>
                  <a:pt x="87" y="32"/>
                </a:cubicBezTo>
                <a:cubicBezTo>
                  <a:pt x="98" y="26"/>
                  <a:pt x="111" y="22"/>
                  <a:pt x="123" y="20"/>
                </a:cubicBezTo>
                <a:cubicBezTo>
                  <a:pt x="200" y="0"/>
                  <a:pt x="305" y="6"/>
                  <a:pt x="305" y="6"/>
                </a:cubicBezTo>
                <a:cubicBezTo>
                  <a:pt x="305" y="6"/>
                  <a:pt x="312" y="111"/>
                  <a:pt x="292" y="189"/>
                </a:cubicBezTo>
                <a:cubicBezTo>
                  <a:pt x="290" y="201"/>
                  <a:pt x="286" y="213"/>
                  <a:pt x="280" y="225"/>
                </a:cubicBezTo>
                <a:cubicBezTo>
                  <a:pt x="275" y="236"/>
                  <a:pt x="268" y="246"/>
                  <a:pt x="261" y="253"/>
                </a:cubicBezTo>
                <a:cubicBezTo>
                  <a:pt x="260" y="255"/>
                  <a:pt x="258" y="256"/>
                  <a:pt x="257" y="257"/>
                </a:cubicBezTo>
                <a:cubicBezTo>
                  <a:pt x="256" y="258"/>
                  <a:pt x="255" y="259"/>
                  <a:pt x="254" y="261"/>
                </a:cubicBezTo>
                <a:cubicBezTo>
                  <a:pt x="246" y="268"/>
                  <a:pt x="236" y="274"/>
                  <a:pt x="225" y="280"/>
                </a:cubicBezTo>
                <a:cubicBezTo>
                  <a:pt x="213" y="285"/>
                  <a:pt x="201" y="289"/>
                  <a:pt x="189" y="292"/>
                </a:cubicBezTo>
                <a:cubicBezTo>
                  <a:pt x="112" y="311"/>
                  <a:pt x="6" y="305"/>
                  <a:pt x="6" y="305"/>
                </a:cubicBezTo>
                <a:cubicBezTo>
                  <a:pt x="6" y="305"/>
                  <a:pt x="0" y="200"/>
                  <a:pt x="20" y="123"/>
                </a:cubicBezTo>
                <a:cubicBezTo>
                  <a:pt x="22" y="110"/>
                  <a:pt x="26" y="98"/>
                  <a:pt x="32" y="87"/>
                </a:cubicBezTo>
                <a:cubicBezTo>
                  <a:pt x="37" y="75"/>
                  <a:pt x="43" y="65"/>
                  <a:pt x="51" y="58"/>
                </a:cubicBezTo>
                <a:close/>
              </a:path>
            </a:pathLst>
          </a:custGeom>
          <a:solidFill>
            <a:srgbClr val="8DC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8" name="Google Shape;658;p14"/>
          <p:cNvSpPr/>
          <p:nvPr/>
        </p:nvSpPr>
        <p:spPr>
          <a:xfrm>
            <a:off x="5168180" y="1506538"/>
            <a:ext cx="885826" cy="882650"/>
          </a:xfrm>
          <a:custGeom>
            <a:rect b="b" l="l" r="r" t="t"/>
            <a:pathLst>
              <a:path extrusionOk="0" h="291" w="292">
                <a:moveTo>
                  <a:pt x="48" y="54"/>
                </a:moveTo>
                <a:cubicBezTo>
                  <a:pt x="49" y="53"/>
                  <a:pt x="50" y="52"/>
                  <a:pt x="51" y="51"/>
                </a:cubicBezTo>
                <a:cubicBezTo>
                  <a:pt x="52" y="50"/>
                  <a:pt x="53" y="49"/>
                  <a:pt x="54" y="47"/>
                </a:cubicBezTo>
                <a:cubicBezTo>
                  <a:pt x="61" y="40"/>
                  <a:pt x="71" y="35"/>
                  <a:pt x="81" y="30"/>
                </a:cubicBezTo>
                <a:cubicBezTo>
                  <a:pt x="92" y="24"/>
                  <a:pt x="103" y="20"/>
                  <a:pt x="115" y="18"/>
                </a:cubicBezTo>
                <a:cubicBezTo>
                  <a:pt x="187" y="0"/>
                  <a:pt x="286" y="6"/>
                  <a:pt x="286" y="6"/>
                </a:cubicBezTo>
                <a:cubicBezTo>
                  <a:pt x="286" y="6"/>
                  <a:pt x="292" y="104"/>
                  <a:pt x="273" y="177"/>
                </a:cubicBezTo>
                <a:cubicBezTo>
                  <a:pt x="271" y="188"/>
                  <a:pt x="267" y="199"/>
                  <a:pt x="262" y="210"/>
                </a:cubicBezTo>
                <a:cubicBezTo>
                  <a:pt x="257" y="221"/>
                  <a:pt x="251" y="230"/>
                  <a:pt x="244" y="237"/>
                </a:cubicBezTo>
                <a:cubicBezTo>
                  <a:pt x="243" y="238"/>
                  <a:pt x="242" y="239"/>
                  <a:pt x="241" y="240"/>
                </a:cubicBezTo>
                <a:cubicBezTo>
                  <a:pt x="240" y="242"/>
                  <a:pt x="238" y="243"/>
                  <a:pt x="237" y="244"/>
                </a:cubicBezTo>
                <a:cubicBezTo>
                  <a:pt x="230" y="251"/>
                  <a:pt x="221" y="257"/>
                  <a:pt x="210" y="262"/>
                </a:cubicBezTo>
                <a:cubicBezTo>
                  <a:pt x="200" y="267"/>
                  <a:pt x="188" y="271"/>
                  <a:pt x="177" y="273"/>
                </a:cubicBezTo>
                <a:cubicBezTo>
                  <a:pt x="105" y="291"/>
                  <a:pt x="6" y="286"/>
                  <a:pt x="6" y="286"/>
                </a:cubicBezTo>
                <a:cubicBezTo>
                  <a:pt x="6" y="286"/>
                  <a:pt x="0" y="187"/>
                  <a:pt x="18" y="115"/>
                </a:cubicBezTo>
                <a:cubicBezTo>
                  <a:pt x="21" y="103"/>
                  <a:pt x="25" y="92"/>
                  <a:pt x="30" y="81"/>
                </a:cubicBezTo>
                <a:cubicBezTo>
                  <a:pt x="35" y="70"/>
                  <a:pt x="41" y="61"/>
                  <a:pt x="48" y="54"/>
                </a:cubicBezTo>
                <a:close/>
              </a:path>
            </a:pathLst>
          </a:custGeom>
          <a:solidFill>
            <a:srgbClr val="66A0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659" name="Google Shape;659;p14"/>
          <p:cNvGrpSpPr/>
          <p:nvPr/>
        </p:nvGrpSpPr>
        <p:grpSpPr>
          <a:xfrm>
            <a:off x="4936405" y="2495550"/>
            <a:ext cx="431800" cy="2144713"/>
            <a:chOff x="4936405" y="2495550"/>
            <a:chExt cx="431800" cy="2144713"/>
          </a:xfrm>
        </p:grpSpPr>
        <p:sp>
          <p:nvSpPr>
            <p:cNvPr id="660" name="Google Shape;660;p14"/>
            <p:cNvSpPr/>
            <p:nvPr/>
          </p:nvSpPr>
          <p:spPr>
            <a:xfrm>
              <a:off x="4939580" y="4203700"/>
              <a:ext cx="428625" cy="436563"/>
            </a:xfrm>
            <a:custGeom>
              <a:rect b="b" l="l" r="r" t="t"/>
              <a:pathLst>
                <a:path extrusionOk="0" h="275" w="270">
                  <a:moveTo>
                    <a:pt x="0" y="48"/>
                  </a:moveTo>
                  <a:lnTo>
                    <a:pt x="0" y="0"/>
                  </a:lnTo>
                  <a:lnTo>
                    <a:pt x="270" y="0"/>
                  </a:lnTo>
                  <a:lnTo>
                    <a:pt x="270" y="48"/>
                  </a:lnTo>
                  <a:lnTo>
                    <a:pt x="203" y="160"/>
                  </a:lnTo>
                  <a:lnTo>
                    <a:pt x="169" y="218"/>
                  </a:lnTo>
                  <a:lnTo>
                    <a:pt x="134" y="275"/>
                  </a:lnTo>
                  <a:lnTo>
                    <a:pt x="100" y="218"/>
                  </a:lnTo>
                  <a:lnTo>
                    <a:pt x="67" y="160"/>
                  </a:lnTo>
                  <a:lnTo>
                    <a:pt x="0" y="48"/>
                  </a:lnTo>
                  <a:close/>
                </a:path>
              </a:pathLst>
            </a:custGeom>
            <a:solidFill>
              <a:srgbClr val="EDECC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1" name="Google Shape;661;p14"/>
            <p:cNvSpPr/>
            <p:nvPr/>
          </p:nvSpPr>
          <p:spPr>
            <a:xfrm>
              <a:off x="5225330" y="2708275"/>
              <a:ext cx="142875" cy="1571625"/>
            </a:xfrm>
            <a:custGeom>
              <a:rect b="b" l="l" r="r" t="t"/>
              <a:pathLst>
                <a:path extrusionOk="0" h="518" w="47">
                  <a:moveTo>
                    <a:pt x="0" y="518"/>
                  </a:moveTo>
                  <a:cubicBezTo>
                    <a:pt x="0" y="0"/>
                    <a:pt x="0" y="0"/>
                    <a:pt x="0" y="0"/>
                  </a:cubicBezTo>
                  <a:cubicBezTo>
                    <a:pt x="47" y="0"/>
                    <a:pt x="47" y="0"/>
                    <a:pt x="47" y="0"/>
                  </a:cubicBezTo>
                  <a:cubicBezTo>
                    <a:pt x="47" y="162"/>
                    <a:pt x="47" y="162"/>
                    <a:pt x="47" y="162"/>
                  </a:cubicBezTo>
                  <a:cubicBezTo>
                    <a:pt x="47" y="162"/>
                    <a:pt x="47" y="162"/>
                    <a:pt x="47" y="162"/>
                  </a:cubicBezTo>
                  <a:cubicBezTo>
                    <a:pt x="47" y="518"/>
                    <a:pt x="47" y="518"/>
                    <a:pt x="47" y="518"/>
                  </a:cubicBezTo>
                  <a:cubicBezTo>
                    <a:pt x="47" y="509"/>
                    <a:pt x="37" y="501"/>
                    <a:pt x="24" y="501"/>
                  </a:cubicBezTo>
                  <a:cubicBezTo>
                    <a:pt x="11" y="501"/>
                    <a:pt x="0" y="509"/>
                    <a:pt x="0" y="518"/>
                  </a:cubicBezTo>
                  <a:close/>
                </a:path>
              </a:pathLst>
            </a:custGeom>
            <a:solidFill>
              <a:srgbClr val="95C4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2" name="Google Shape;662;p14"/>
            <p:cNvSpPr/>
            <p:nvPr/>
          </p:nvSpPr>
          <p:spPr>
            <a:xfrm>
              <a:off x="5082455" y="2708275"/>
              <a:ext cx="142875" cy="1571625"/>
            </a:xfrm>
            <a:custGeom>
              <a:rect b="b" l="l" r="r" t="t"/>
              <a:pathLst>
                <a:path extrusionOk="0" h="518" w="47">
                  <a:moveTo>
                    <a:pt x="0" y="518"/>
                  </a:moveTo>
                  <a:cubicBezTo>
                    <a:pt x="0" y="0"/>
                    <a:pt x="0" y="0"/>
                    <a:pt x="0" y="0"/>
                  </a:cubicBezTo>
                  <a:cubicBezTo>
                    <a:pt x="47" y="0"/>
                    <a:pt x="47" y="0"/>
                    <a:pt x="47" y="0"/>
                  </a:cubicBezTo>
                  <a:cubicBezTo>
                    <a:pt x="47" y="518"/>
                    <a:pt x="47" y="518"/>
                    <a:pt x="47" y="518"/>
                  </a:cubicBezTo>
                  <a:cubicBezTo>
                    <a:pt x="47" y="509"/>
                    <a:pt x="37" y="501"/>
                    <a:pt x="24" y="501"/>
                  </a:cubicBezTo>
                  <a:cubicBezTo>
                    <a:pt x="10" y="501"/>
                    <a:pt x="0" y="509"/>
                    <a:pt x="0" y="518"/>
                  </a:cubicBezTo>
                  <a:close/>
                </a:path>
              </a:pathLst>
            </a:custGeom>
            <a:solidFill>
              <a:srgbClr val="66A0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3" name="Google Shape;663;p14"/>
            <p:cNvSpPr/>
            <p:nvPr/>
          </p:nvSpPr>
          <p:spPr>
            <a:xfrm>
              <a:off x="4936405" y="2708275"/>
              <a:ext cx="146050" cy="1571625"/>
            </a:xfrm>
            <a:custGeom>
              <a:rect b="b" l="l" r="r" t="t"/>
              <a:pathLst>
                <a:path extrusionOk="0" h="518" w="48">
                  <a:moveTo>
                    <a:pt x="0" y="518"/>
                  </a:moveTo>
                  <a:cubicBezTo>
                    <a:pt x="0" y="0"/>
                    <a:pt x="0" y="0"/>
                    <a:pt x="0" y="0"/>
                  </a:cubicBezTo>
                  <a:cubicBezTo>
                    <a:pt x="48" y="0"/>
                    <a:pt x="48" y="0"/>
                    <a:pt x="48" y="0"/>
                  </a:cubicBezTo>
                  <a:cubicBezTo>
                    <a:pt x="48" y="518"/>
                    <a:pt x="48" y="518"/>
                    <a:pt x="48" y="518"/>
                  </a:cubicBezTo>
                  <a:cubicBezTo>
                    <a:pt x="48" y="509"/>
                    <a:pt x="37" y="501"/>
                    <a:pt x="24" y="501"/>
                  </a:cubicBezTo>
                  <a:cubicBezTo>
                    <a:pt x="12" y="501"/>
                    <a:pt x="2" y="507"/>
                    <a:pt x="1" y="515"/>
                  </a:cubicBezTo>
                  <a:cubicBezTo>
                    <a:pt x="1" y="516"/>
                    <a:pt x="1" y="516"/>
                    <a:pt x="1" y="516"/>
                  </a:cubicBezTo>
                  <a:cubicBezTo>
                    <a:pt x="0" y="517"/>
                    <a:pt x="0" y="517"/>
                    <a:pt x="0" y="518"/>
                  </a:cubicBezTo>
                  <a:close/>
                </a:path>
              </a:pathLst>
            </a:custGeom>
            <a:solidFill>
              <a:srgbClr val="52873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4" name="Google Shape;664;p14"/>
            <p:cNvSpPr/>
            <p:nvPr/>
          </p:nvSpPr>
          <p:spPr>
            <a:xfrm>
              <a:off x="4936405" y="2495550"/>
              <a:ext cx="431800" cy="215900"/>
            </a:xfrm>
            <a:custGeom>
              <a:rect b="b" l="l" r="r" t="t"/>
              <a:pathLst>
                <a:path extrusionOk="0" h="71" w="142">
                  <a:moveTo>
                    <a:pt x="71" y="0"/>
                  </a:moveTo>
                  <a:cubicBezTo>
                    <a:pt x="32" y="0"/>
                    <a:pt x="0" y="32"/>
                    <a:pt x="0" y="71"/>
                  </a:cubicBezTo>
                  <a:cubicBezTo>
                    <a:pt x="142" y="71"/>
                    <a:pt x="142" y="71"/>
                    <a:pt x="142" y="71"/>
                  </a:cubicBezTo>
                  <a:cubicBezTo>
                    <a:pt x="142" y="32"/>
                    <a:pt x="111" y="0"/>
                    <a:pt x="71" y="0"/>
                  </a:cubicBezTo>
                  <a:close/>
                </a:path>
              </a:pathLst>
            </a:custGeom>
            <a:solidFill>
              <a:srgbClr val="66A0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5" name="Google Shape;665;p14"/>
            <p:cNvSpPr/>
            <p:nvPr/>
          </p:nvSpPr>
          <p:spPr>
            <a:xfrm>
              <a:off x="5098330" y="4549775"/>
              <a:ext cx="109538" cy="90488"/>
            </a:xfrm>
            <a:custGeom>
              <a:rect b="b" l="l" r="r" t="t"/>
              <a:pathLst>
                <a:path extrusionOk="0" h="57" w="69">
                  <a:moveTo>
                    <a:pt x="0" y="0"/>
                  </a:moveTo>
                  <a:lnTo>
                    <a:pt x="69" y="0"/>
                  </a:lnTo>
                  <a:lnTo>
                    <a:pt x="34" y="57"/>
                  </a:lnTo>
                  <a:lnTo>
                    <a:pt x="0" y="0"/>
                  </a:lnTo>
                  <a:close/>
                </a:path>
              </a:pathLst>
            </a:custGeom>
            <a:solidFill>
              <a:srgbClr val="66A0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66" name="Google Shape;666;p14"/>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7" name="Google Shape;667;p14"/>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8" name="Google Shape;668;p14"/>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sp>
        <p:nvSpPr>
          <p:cNvPr id="669" name="Google Shape;669;p14"/>
          <p:cNvSpPr txBox="1"/>
          <p:nvPr>
            <p:ph idx="1" type="body"/>
          </p:nvPr>
        </p:nvSpPr>
        <p:spPr>
          <a:xfrm>
            <a:off x="467544" y="2665066"/>
            <a:ext cx="2592300" cy="1756800"/>
          </a:xfrm>
          <a:prstGeom prst="rect">
            <a:avLst/>
          </a:prstGeom>
          <a:noFill/>
          <a:ln>
            <a:noFill/>
          </a:ln>
        </p:spPr>
        <p:txBody>
          <a:bodyPr anchorCtr="0" anchor="t" bIns="45700" lIns="91425" spcFirstLastPara="1" rIns="91425" wrap="square" tIns="45700">
            <a:noAutofit/>
          </a:bodyPr>
          <a:lstStyle>
            <a:lvl1pPr indent="-228600" lvl="0" marL="457200" algn="r">
              <a:spcBef>
                <a:spcPts val="360"/>
              </a:spcBef>
              <a:spcAft>
                <a:spcPts val="0"/>
              </a:spcAft>
              <a:buClr>
                <a:schemeClr val="accent6"/>
              </a:buClr>
              <a:buSzPts val="1800"/>
              <a:buNone/>
              <a:defRPr sz="1800">
                <a:solidFill>
                  <a:schemeClr val="accent6"/>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70" name="Google Shape;670;p14"/>
          <p:cNvSpPr txBox="1"/>
          <p:nvPr>
            <p:ph idx="2" type="body"/>
          </p:nvPr>
        </p:nvSpPr>
        <p:spPr>
          <a:xfrm>
            <a:off x="467544" y="2305026"/>
            <a:ext cx="2592300" cy="360000"/>
          </a:xfrm>
          <a:prstGeom prst="rect">
            <a:avLst/>
          </a:prstGeom>
          <a:noFill/>
          <a:ln>
            <a:noFill/>
          </a:ln>
        </p:spPr>
        <p:txBody>
          <a:bodyPr anchorCtr="0" anchor="t" bIns="45700" lIns="91425" spcFirstLastPara="1" rIns="91425" wrap="square" tIns="45700">
            <a:noAutofit/>
          </a:bodyPr>
          <a:lstStyle>
            <a:lvl1pPr indent="-228600" lvl="0" marL="457200" algn="r">
              <a:spcBef>
                <a:spcPts val="440"/>
              </a:spcBef>
              <a:spcAft>
                <a:spcPts val="0"/>
              </a:spcAft>
              <a:buClr>
                <a:schemeClr val="accent5"/>
              </a:buClr>
              <a:buSzPts val="2200"/>
              <a:buNone/>
              <a:defRPr b="0" sz="22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71" name="Google Shape;671;p14"/>
          <p:cNvSpPr txBox="1"/>
          <p:nvPr>
            <p:ph idx="3" type="body"/>
          </p:nvPr>
        </p:nvSpPr>
        <p:spPr>
          <a:xfrm>
            <a:off x="6012160" y="2665066"/>
            <a:ext cx="2592300" cy="1756800"/>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Clr>
                <a:schemeClr val="accent6"/>
              </a:buClr>
              <a:buSzPts val="1800"/>
              <a:buNone/>
              <a:defRPr sz="1800">
                <a:solidFill>
                  <a:schemeClr val="accent6"/>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72" name="Google Shape;672;p14"/>
          <p:cNvSpPr txBox="1"/>
          <p:nvPr>
            <p:ph idx="4" type="body"/>
          </p:nvPr>
        </p:nvSpPr>
        <p:spPr>
          <a:xfrm>
            <a:off x="6012160" y="2305026"/>
            <a:ext cx="2592300" cy="360000"/>
          </a:xfrm>
          <a:prstGeom prst="rect">
            <a:avLst/>
          </a:prstGeom>
          <a:noFill/>
          <a:ln>
            <a:noFill/>
          </a:ln>
        </p:spPr>
        <p:txBody>
          <a:bodyPr anchorCtr="0" anchor="t" bIns="45700" lIns="91425" spcFirstLastPara="1" rIns="91425" wrap="square" tIns="45700">
            <a:noAutofit/>
          </a:bodyPr>
          <a:lstStyle>
            <a:lvl1pPr indent="-228600" lvl="0" marL="457200" algn="l">
              <a:spcBef>
                <a:spcPts val="440"/>
              </a:spcBef>
              <a:spcAft>
                <a:spcPts val="0"/>
              </a:spcAft>
              <a:buClr>
                <a:schemeClr val="accent5"/>
              </a:buClr>
              <a:buSzPts val="2200"/>
              <a:buNone/>
              <a:defRPr b="0" sz="22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73" name="Google Shape;673;p14"/>
          <p:cNvSpPr txBox="1"/>
          <p:nvPr>
            <p:ph idx="5" type="body"/>
          </p:nvPr>
        </p:nvSpPr>
        <p:spPr>
          <a:xfrm>
            <a:off x="3131840" y="1635646"/>
            <a:ext cx="575700" cy="647700"/>
          </a:xfrm>
          <a:prstGeom prst="rect">
            <a:avLst/>
          </a:prstGeom>
          <a:noFill/>
          <a:ln>
            <a:noFill/>
          </a:ln>
        </p:spPr>
        <p:txBody>
          <a:bodyPr anchorCtr="0" anchor="t" bIns="45700" lIns="91425" spcFirstLastPara="1" rIns="91425" wrap="square" tIns="45700">
            <a:normAutofit/>
          </a:bodyPr>
          <a:lstStyle>
            <a:lvl1pPr indent="-228600" lvl="0" marL="457200" algn="ctr">
              <a:spcBef>
                <a:spcPts val="640"/>
              </a:spcBef>
              <a:spcAft>
                <a:spcPts val="0"/>
              </a:spcAft>
              <a:buClr>
                <a:schemeClr val="lt1"/>
              </a:buClr>
              <a:buSzPts val="3200"/>
              <a:buNone/>
              <a:defRPr>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74" name="Google Shape;674;p14"/>
          <p:cNvSpPr txBox="1"/>
          <p:nvPr>
            <p:ph idx="6" type="body"/>
          </p:nvPr>
        </p:nvSpPr>
        <p:spPr>
          <a:xfrm>
            <a:off x="5292576" y="1635646"/>
            <a:ext cx="575700" cy="647700"/>
          </a:xfrm>
          <a:prstGeom prst="rect">
            <a:avLst/>
          </a:prstGeom>
          <a:noFill/>
          <a:ln>
            <a:noFill/>
          </a:ln>
        </p:spPr>
        <p:txBody>
          <a:bodyPr anchorCtr="0" anchor="t" bIns="45700" lIns="91425" spcFirstLastPara="1" rIns="91425" wrap="square" tIns="45700">
            <a:normAutofit/>
          </a:bodyPr>
          <a:lstStyle>
            <a:lvl1pPr indent="-228600" lvl="0" marL="457200" algn="ctr">
              <a:spcBef>
                <a:spcPts val="640"/>
              </a:spcBef>
              <a:spcAft>
                <a:spcPts val="0"/>
              </a:spcAft>
              <a:buClr>
                <a:schemeClr val="lt1"/>
              </a:buClr>
              <a:buSzPts val="3200"/>
              <a:buNone/>
              <a:defRPr>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75" name="Google Shape;675;p14"/>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Calibri"/>
              <a:buNone/>
              <a:defRPr sz="4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6" name="Google Shape;676;p14"/>
          <p:cNvSpPr txBox="1"/>
          <p:nvPr>
            <p:ph idx="7" type="body"/>
          </p:nvPr>
        </p:nvSpPr>
        <p:spPr>
          <a:xfrm>
            <a:off x="468313" y="771550"/>
            <a:ext cx="8207400" cy="503700"/>
          </a:xfrm>
          <a:prstGeom prst="rect">
            <a:avLst/>
          </a:prstGeom>
          <a:noFill/>
          <a:ln>
            <a:noFill/>
          </a:ln>
        </p:spPr>
        <p:txBody>
          <a:bodyPr anchorCtr="0" anchor="t" bIns="45700" lIns="91425" spcFirstLastPara="1" rIns="91425" wrap="square" tIns="45700">
            <a:noAutofit/>
          </a:bodyPr>
          <a:lstStyle>
            <a:lvl1pPr indent="-228600" lvl="0" marL="457200" algn="l">
              <a:spcBef>
                <a:spcPts val="540"/>
              </a:spcBef>
              <a:spcAft>
                <a:spcPts val="0"/>
              </a:spcAft>
              <a:buClr>
                <a:schemeClr val="accent5"/>
              </a:buClr>
              <a:buSzPts val="2700"/>
              <a:buNone/>
              <a:defRPr sz="27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Step Process ">
  <p:cSld name="4 Step Process ">
    <p:spTree>
      <p:nvGrpSpPr>
        <p:cNvPr id="677" name="Shape 677"/>
        <p:cNvGrpSpPr/>
        <p:nvPr/>
      </p:nvGrpSpPr>
      <p:grpSpPr>
        <a:xfrm>
          <a:off x="0" y="0"/>
          <a:ext cx="0" cy="0"/>
          <a:chOff x="0" y="0"/>
          <a:chExt cx="0" cy="0"/>
        </a:xfrm>
      </p:grpSpPr>
      <p:sp>
        <p:nvSpPr>
          <p:cNvPr id="678" name="Google Shape;678;p15"/>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Calibri"/>
              <a:buNone/>
              <a:defRPr sz="4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9" name="Google Shape;679;p1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0" name="Google Shape;680;p15"/>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1" name="Google Shape;681;p15"/>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grpSp>
        <p:nvGrpSpPr>
          <p:cNvPr id="682" name="Google Shape;682;p15"/>
          <p:cNvGrpSpPr/>
          <p:nvPr/>
        </p:nvGrpSpPr>
        <p:grpSpPr>
          <a:xfrm>
            <a:off x="3032271" y="1473064"/>
            <a:ext cx="3079737" cy="3087574"/>
            <a:chOff x="3080523" y="1481722"/>
            <a:chExt cx="3062282" cy="3070074"/>
          </a:xfrm>
        </p:grpSpPr>
        <p:sp>
          <p:nvSpPr>
            <p:cNvPr id="683" name="Google Shape;683;p15"/>
            <p:cNvSpPr/>
            <p:nvPr/>
          </p:nvSpPr>
          <p:spPr>
            <a:xfrm>
              <a:off x="4607767" y="1481722"/>
              <a:ext cx="1535038" cy="1772842"/>
            </a:xfrm>
            <a:custGeom>
              <a:rect b="b" l="l" r="r" t="t"/>
              <a:pathLst>
                <a:path extrusionOk="0" h="1590" w="1377">
                  <a:moveTo>
                    <a:pt x="1377" y="1357"/>
                  </a:moveTo>
                  <a:cubicBezTo>
                    <a:pt x="1144" y="1590"/>
                    <a:pt x="1144" y="1590"/>
                    <a:pt x="1144" y="1590"/>
                  </a:cubicBezTo>
                  <a:cubicBezTo>
                    <a:pt x="911" y="1357"/>
                    <a:pt x="911" y="1357"/>
                    <a:pt x="911" y="1357"/>
                  </a:cubicBezTo>
                  <a:cubicBezTo>
                    <a:pt x="900" y="863"/>
                    <a:pt x="496" y="466"/>
                    <a:pt x="0" y="466"/>
                  </a:cubicBezTo>
                  <a:cubicBezTo>
                    <a:pt x="233" y="233"/>
                    <a:pt x="233" y="233"/>
                    <a:pt x="233" y="233"/>
                  </a:cubicBezTo>
                  <a:cubicBezTo>
                    <a:pt x="0" y="0"/>
                    <a:pt x="0" y="0"/>
                    <a:pt x="0" y="0"/>
                  </a:cubicBezTo>
                  <a:cubicBezTo>
                    <a:pt x="368" y="0"/>
                    <a:pt x="713" y="143"/>
                    <a:pt x="973" y="403"/>
                  </a:cubicBezTo>
                  <a:cubicBezTo>
                    <a:pt x="1229" y="658"/>
                    <a:pt x="1371" y="996"/>
                    <a:pt x="1377" y="1357"/>
                  </a:cubicBezTo>
                  <a:close/>
                </a:path>
              </a:pathLst>
            </a:custGeom>
            <a:solidFill>
              <a:schemeClr val="accent4"/>
            </a:solidFill>
            <a:ln cap="flat" cmpd="sng" w="1905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4" name="Google Shape;684;p15"/>
            <p:cNvSpPr/>
            <p:nvPr/>
          </p:nvSpPr>
          <p:spPr>
            <a:xfrm>
              <a:off x="4347314" y="2994110"/>
              <a:ext cx="1795488" cy="1557686"/>
            </a:xfrm>
            <a:custGeom>
              <a:rect b="b" l="l" r="r" t="t"/>
              <a:pathLst>
                <a:path extrusionOk="0" h="1397" w="1610">
                  <a:moveTo>
                    <a:pt x="1610" y="20"/>
                  </a:moveTo>
                  <a:cubicBezTo>
                    <a:pt x="1610" y="387"/>
                    <a:pt x="1466" y="733"/>
                    <a:pt x="1206" y="993"/>
                  </a:cubicBezTo>
                  <a:cubicBezTo>
                    <a:pt x="946" y="1253"/>
                    <a:pt x="601" y="1397"/>
                    <a:pt x="233" y="1397"/>
                  </a:cubicBezTo>
                  <a:cubicBezTo>
                    <a:pt x="233" y="1396"/>
                    <a:pt x="233" y="1396"/>
                    <a:pt x="233" y="1396"/>
                  </a:cubicBezTo>
                  <a:cubicBezTo>
                    <a:pt x="0" y="1163"/>
                    <a:pt x="0" y="1163"/>
                    <a:pt x="0" y="1163"/>
                  </a:cubicBezTo>
                  <a:cubicBezTo>
                    <a:pt x="233" y="930"/>
                    <a:pt x="233" y="930"/>
                    <a:pt x="233" y="930"/>
                  </a:cubicBezTo>
                  <a:cubicBezTo>
                    <a:pt x="233" y="931"/>
                    <a:pt x="233" y="931"/>
                    <a:pt x="233" y="931"/>
                  </a:cubicBezTo>
                  <a:cubicBezTo>
                    <a:pt x="735" y="931"/>
                    <a:pt x="1144" y="522"/>
                    <a:pt x="1144" y="20"/>
                  </a:cubicBezTo>
                  <a:cubicBezTo>
                    <a:pt x="1144" y="13"/>
                    <a:pt x="1144" y="6"/>
                    <a:pt x="1144" y="0"/>
                  </a:cubicBezTo>
                  <a:cubicBezTo>
                    <a:pt x="1377" y="233"/>
                    <a:pt x="1377" y="233"/>
                    <a:pt x="1377" y="233"/>
                  </a:cubicBezTo>
                  <a:cubicBezTo>
                    <a:pt x="1610" y="0"/>
                    <a:pt x="1610" y="0"/>
                    <a:pt x="1610" y="0"/>
                  </a:cubicBezTo>
                  <a:cubicBezTo>
                    <a:pt x="1610" y="6"/>
                    <a:pt x="1610" y="13"/>
                    <a:pt x="1610" y="20"/>
                  </a:cubicBezTo>
                  <a:close/>
                </a:path>
              </a:pathLst>
            </a:custGeom>
            <a:solidFill>
              <a:schemeClr val="accent5"/>
            </a:solidFill>
            <a:ln cap="flat" cmpd="sng" w="1905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5" name="Google Shape;685;p15"/>
            <p:cNvSpPr/>
            <p:nvPr/>
          </p:nvSpPr>
          <p:spPr>
            <a:xfrm>
              <a:off x="3080867" y="1481722"/>
              <a:ext cx="1794232" cy="1512387"/>
            </a:xfrm>
            <a:custGeom>
              <a:rect b="b" l="l" r="r" t="t"/>
              <a:pathLst>
                <a:path extrusionOk="0" h="1357" w="1610">
                  <a:moveTo>
                    <a:pt x="1610" y="233"/>
                  </a:moveTo>
                  <a:cubicBezTo>
                    <a:pt x="1377" y="466"/>
                    <a:pt x="1377" y="466"/>
                    <a:pt x="1377" y="466"/>
                  </a:cubicBezTo>
                  <a:cubicBezTo>
                    <a:pt x="881" y="466"/>
                    <a:pt x="476" y="864"/>
                    <a:pt x="466" y="1357"/>
                  </a:cubicBezTo>
                  <a:cubicBezTo>
                    <a:pt x="233" y="1124"/>
                    <a:pt x="233" y="1124"/>
                    <a:pt x="233" y="1124"/>
                  </a:cubicBezTo>
                  <a:cubicBezTo>
                    <a:pt x="0" y="1357"/>
                    <a:pt x="0" y="1357"/>
                    <a:pt x="0" y="1357"/>
                  </a:cubicBezTo>
                  <a:cubicBezTo>
                    <a:pt x="5" y="996"/>
                    <a:pt x="148" y="658"/>
                    <a:pt x="403" y="403"/>
                  </a:cubicBezTo>
                  <a:cubicBezTo>
                    <a:pt x="663" y="143"/>
                    <a:pt x="1009" y="0"/>
                    <a:pt x="1377" y="0"/>
                  </a:cubicBezTo>
                  <a:lnTo>
                    <a:pt x="1610" y="233"/>
                  </a:lnTo>
                  <a:close/>
                </a:path>
              </a:pathLst>
            </a:custGeom>
            <a:solidFill>
              <a:schemeClr val="accent1"/>
            </a:solidFill>
            <a:ln cap="flat" cmpd="sng" w="1905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6" name="Google Shape;686;p15"/>
            <p:cNvSpPr/>
            <p:nvPr/>
          </p:nvSpPr>
          <p:spPr>
            <a:xfrm>
              <a:off x="3080523" y="2734916"/>
              <a:ext cx="1535038" cy="1816880"/>
            </a:xfrm>
            <a:custGeom>
              <a:rect b="b" l="l" r="r" t="t"/>
              <a:pathLst>
                <a:path extrusionOk="0" h="1630" w="1377">
                  <a:moveTo>
                    <a:pt x="1377" y="1629"/>
                  </a:moveTo>
                  <a:cubicBezTo>
                    <a:pt x="1377" y="1630"/>
                    <a:pt x="1377" y="1630"/>
                    <a:pt x="1377" y="1630"/>
                  </a:cubicBezTo>
                  <a:cubicBezTo>
                    <a:pt x="1009" y="1630"/>
                    <a:pt x="663" y="1486"/>
                    <a:pt x="403" y="1226"/>
                  </a:cubicBezTo>
                  <a:cubicBezTo>
                    <a:pt x="143" y="966"/>
                    <a:pt x="0" y="620"/>
                    <a:pt x="0" y="253"/>
                  </a:cubicBezTo>
                  <a:cubicBezTo>
                    <a:pt x="0" y="246"/>
                    <a:pt x="0" y="239"/>
                    <a:pt x="0" y="233"/>
                  </a:cubicBezTo>
                  <a:cubicBezTo>
                    <a:pt x="233" y="0"/>
                    <a:pt x="233" y="0"/>
                    <a:pt x="233" y="0"/>
                  </a:cubicBezTo>
                  <a:cubicBezTo>
                    <a:pt x="466" y="233"/>
                    <a:pt x="466" y="233"/>
                    <a:pt x="466" y="233"/>
                  </a:cubicBezTo>
                  <a:cubicBezTo>
                    <a:pt x="466" y="239"/>
                    <a:pt x="466" y="246"/>
                    <a:pt x="466" y="253"/>
                  </a:cubicBezTo>
                  <a:cubicBezTo>
                    <a:pt x="466" y="755"/>
                    <a:pt x="874" y="1163"/>
                    <a:pt x="1376" y="1164"/>
                  </a:cubicBezTo>
                  <a:cubicBezTo>
                    <a:pt x="1144" y="1396"/>
                    <a:pt x="1144" y="1396"/>
                    <a:pt x="1144" y="1396"/>
                  </a:cubicBezTo>
                  <a:lnTo>
                    <a:pt x="1377" y="1629"/>
                  </a:lnTo>
                  <a:close/>
                </a:path>
              </a:pathLst>
            </a:custGeom>
            <a:solidFill>
              <a:srgbClr val="497341"/>
            </a:solidFill>
            <a:ln cap="flat" cmpd="sng" w="1905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87" name="Google Shape;687;p15"/>
          <p:cNvSpPr txBox="1"/>
          <p:nvPr>
            <p:ph idx="1" type="body"/>
          </p:nvPr>
        </p:nvSpPr>
        <p:spPr>
          <a:xfrm>
            <a:off x="539552" y="1985446"/>
            <a:ext cx="2232300" cy="765900"/>
          </a:xfrm>
          <a:prstGeom prst="rect">
            <a:avLst/>
          </a:prstGeom>
          <a:noFill/>
          <a:ln>
            <a:noFill/>
          </a:ln>
        </p:spPr>
        <p:txBody>
          <a:bodyPr anchorCtr="0" anchor="t" bIns="45700" lIns="91425" spcFirstLastPara="1" rIns="91425" wrap="square" tIns="45700">
            <a:normAutofit/>
          </a:bodyPr>
          <a:lstStyle>
            <a:lvl1pPr indent="-228600" lvl="0" marL="457200" algn="ctr">
              <a:spcBef>
                <a:spcPts val="360"/>
              </a:spcBef>
              <a:spcAft>
                <a:spcPts val="0"/>
              </a:spcAft>
              <a:buClr>
                <a:srgbClr val="484848"/>
              </a:buClr>
              <a:buSzPts val="1800"/>
              <a:buNone/>
              <a:defRPr sz="1800">
                <a:solidFill>
                  <a:srgbClr val="484848"/>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88" name="Google Shape;688;p15"/>
          <p:cNvSpPr txBox="1"/>
          <p:nvPr>
            <p:ph idx="2" type="body"/>
          </p:nvPr>
        </p:nvSpPr>
        <p:spPr>
          <a:xfrm>
            <a:off x="539552" y="1607895"/>
            <a:ext cx="2232300" cy="3708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rgbClr val="4C8E91"/>
              </a:buClr>
              <a:buSzPts val="2000"/>
              <a:buNone/>
              <a:defRPr sz="2000">
                <a:solidFill>
                  <a:srgbClr val="4C8E9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89" name="Google Shape;689;p15"/>
          <p:cNvSpPr txBox="1"/>
          <p:nvPr>
            <p:ph idx="3" type="body"/>
          </p:nvPr>
        </p:nvSpPr>
        <p:spPr>
          <a:xfrm>
            <a:off x="539552" y="3723878"/>
            <a:ext cx="2232300" cy="765900"/>
          </a:xfrm>
          <a:prstGeom prst="rect">
            <a:avLst/>
          </a:prstGeom>
          <a:noFill/>
          <a:ln>
            <a:noFill/>
          </a:ln>
        </p:spPr>
        <p:txBody>
          <a:bodyPr anchorCtr="0" anchor="t" bIns="45700" lIns="91425" spcFirstLastPara="1" rIns="91425" wrap="square" tIns="45700">
            <a:normAutofit/>
          </a:bodyPr>
          <a:lstStyle>
            <a:lvl1pPr indent="-228600" lvl="0" marL="457200" algn="ctr">
              <a:spcBef>
                <a:spcPts val="360"/>
              </a:spcBef>
              <a:spcAft>
                <a:spcPts val="0"/>
              </a:spcAft>
              <a:buClr>
                <a:srgbClr val="484848"/>
              </a:buClr>
              <a:buSzPts val="1800"/>
              <a:buNone/>
              <a:defRPr sz="1800">
                <a:solidFill>
                  <a:srgbClr val="484848"/>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90" name="Google Shape;690;p15"/>
          <p:cNvSpPr txBox="1"/>
          <p:nvPr>
            <p:ph idx="4" type="body"/>
          </p:nvPr>
        </p:nvSpPr>
        <p:spPr>
          <a:xfrm>
            <a:off x="539552" y="3346327"/>
            <a:ext cx="2232300" cy="3708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rgbClr val="4C7836"/>
              </a:buClr>
              <a:buSzPts val="2000"/>
              <a:buNone/>
              <a:defRPr sz="2000">
                <a:solidFill>
                  <a:srgbClr val="4C7836"/>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91" name="Google Shape;691;p15"/>
          <p:cNvSpPr txBox="1"/>
          <p:nvPr>
            <p:ph idx="5" type="body"/>
          </p:nvPr>
        </p:nvSpPr>
        <p:spPr>
          <a:xfrm>
            <a:off x="6372200" y="1985446"/>
            <a:ext cx="2232300" cy="765900"/>
          </a:xfrm>
          <a:prstGeom prst="rect">
            <a:avLst/>
          </a:prstGeom>
          <a:noFill/>
          <a:ln>
            <a:noFill/>
          </a:ln>
        </p:spPr>
        <p:txBody>
          <a:bodyPr anchorCtr="0" anchor="t" bIns="45700" lIns="91425" spcFirstLastPara="1" rIns="91425" wrap="square" tIns="45700">
            <a:normAutofit/>
          </a:bodyPr>
          <a:lstStyle>
            <a:lvl1pPr indent="-228600" lvl="0" marL="457200" algn="ctr">
              <a:spcBef>
                <a:spcPts val="360"/>
              </a:spcBef>
              <a:spcAft>
                <a:spcPts val="0"/>
              </a:spcAft>
              <a:buClr>
                <a:srgbClr val="484848"/>
              </a:buClr>
              <a:buSzPts val="1800"/>
              <a:buNone/>
              <a:defRPr sz="1800">
                <a:solidFill>
                  <a:srgbClr val="484848"/>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92" name="Google Shape;692;p15"/>
          <p:cNvSpPr txBox="1"/>
          <p:nvPr>
            <p:ph idx="6" type="body"/>
          </p:nvPr>
        </p:nvSpPr>
        <p:spPr>
          <a:xfrm>
            <a:off x="6372200" y="1607895"/>
            <a:ext cx="2232300" cy="3708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rgbClr val="89BC34"/>
              </a:buClr>
              <a:buSzPts val="2000"/>
              <a:buNone/>
              <a:defRPr sz="2000">
                <a:solidFill>
                  <a:srgbClr val="89BC34"/>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93" name="Google Shape;693;p15"/>
          <p:cNvSpPr txBox="1"/>
          <p:nvPr>
            <p:ph idx="7" type="body"/>
          </p:nvPr>
        </p:nvSpPr>
        <p:spPr>
          <a:xfrm>
            <a:off x="6372200" y="3723878"/>
            <a:ext cx="2232300" cy="765900"/>
          </a:xfrm>
          <a:prstGeom prst="rect">
            <a:avLst/>
          </a:prstGeom>
          <a:noFill/>
          <a:ln>
            <a:noFill/>
          </a:ln>
        </p:spPr>
        <p:txBody>
          <a:bodyPr anchorCtr="0" anchor="t" bIns="45700" lIns="91425" spcFirstLastPara="1" rIns="91425" wrap="square" tIns="45700">
            <a:normAutofit/>
          </a:bodyPr>
          <a:lstStyle>
            <a:lvl1pPr indent="-228600" lvl="0" marL="457200" algn="ctr">
              <a:spcBef>
                <a:spcPts val="360"/>
              </a:spcBef>
              <a:spcAft>
                <a:spcPts val="0"/>
              </a:spcAft>
              <a:buClr>
                <a:srgbClr val="484848"/>
              </a:buClr>
              <a:buSzPts val="1800"/>
              <a:buNone/>
              <a:defRPr sz="1800">
                <a:solidFill>
                  <a:srgbClr val="484848"/>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94" name="Google Shape;694;p15"/>
          <p:cNvSpPr txBox="1"/>
          <p:nvPr>
            <p:ph idx="8" type="body"/>
          </p:nvPr>
        </p:nvSpPr>
        <p:spPr>
          <a:xfrm>
            <a:off x="6372200" y="3346327"/>
            <a:ext cx="2232300" cy="3708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rgbClr val="4C7836"/>
              </a:buClr>
              <a:buSzPts val="2000"/>
              <a:buNone/>
              <a:defRPr sz="2000">
                <a:solidFill>
                  <a:srgbClr val="4C7836"/>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95" name="Google Shape;695;p15"/>
          <p:cNvSpPr txBox="1"/>
          <p:nvPr>
            <p:ph idx="9" type="body"/>
          </p:nvPr>
        </p:nvSpPr>
        <p:spPr>
          <a:xfrm>
            <a:off x="468313" y="771550"/>
            <a:ext cx="8207400" cy="503700"/>
          </a:xfrm>
          <a:prstGeom prst="rect">
            <a:avLst/>
          </a:prstGeom>
          <a:noFill/>
          <a:ln>
            <a:noFill/>
          </a:ln>
        </p:spPr>
        <p:txBody>
          <a:bodyPr anchorCtr="0" anchor="t" bIns="45700" lIns="91425" spcFirstLastPara="1" rIns="91425" wrap="square" tIns="45700">
            <a:noAutofit/>
          </a:bodyPr>
          <a:lstStyle>
            <a:lvl1pPr indent="-228600" lvl="0" marL="457200" algn="l">
              <a:spcBef>
                <a:spcPts val="540"/>
              </a:spcBef>
              <a:spcAft>
                <a:spcPts val="0"/>
              </a:spcAft>
              <a:buClr>
                <a:schemeClr val="accent5"/>
              </a:buClr>
              <a:buSzPts val="2700"/>
              <a:buNone/>
              <a:defRPr sz="27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696" name="Google Shape;696;p15"/>
          <p:cNvGrpSpPr/>
          <p:nvPr/>
        </p:nvGrpSpPr>
        <p:grpSpPr>
          <a:xfrm>
            <a:off x="4067944" y="2226713"/>
            <a:ext cx="978247" cy="1316174"/>
            <a:chOff x="6042025" y="1973214"/>
            <a:chExt cx="978247" cy="1316174"/>
          </a:xfrm>
        </p:grpSpPr>
        <p:grpSp>
          <p:nvGrpSpPr>
            <p:cNvPr id="697" name="Google Shape;697;p15"/>
            <p:cNvGrpSpPr/>
            <p:nvPr/>
          </p:nvGrpSpPr>
          <p:grpSpPr>
            <a:xfrm>
              <a:off x="6042025" y="2419348"/>
              <a:ext cx="476250" cy="695801"/>
              <a:chOff x="3806" y="1524"/>
              <a:chExt cx="300" cy="438"/>
            </a:xfrm>
          </p:grpSpPr>
          <p:sp>
            <p:nvSpPr>
              <p:cNvPr id="698" name="Google Shape;698;p15"/>
              <p:cNvSpPr/>
              <p:nvPr/>
            </p:nvSpPr>
            <p:spPr>
              <a:xfrm>
                <a:off x="3806" y="1524"/>
                <a:ext cx="126" cy="327"/>
              </a:xfrm>
              <a:custGeom>
                <a:rect b="b" l="l" r="r" t="t"/>
                <a:pathLst>
                  <a:path extrusionOk="0" h="761" w="293">
                    <a:moveTo>
                      <a:pt x="293" y="0"/>
                    </a:moveTo>
                    <a:cubicBezTo>
                      <a:pt x="293" y="761"/>
                      <a:pt x="293" y="761"/>
                      <a:pt x="293" y="761"/>
                    </a:cubicBezTo>
                    <a:cubicBezTo>
                      <a:pt x="131" y="761"/>
                      <a:pt x="0" y="630"/>
                      <a:pt x="0" y="468"/>
                    </a:cubicBezTo>
                    <a:cubicBezTo>
                      <a:pt x="0" y="307"/>
                      <a:pt x="131" y="0"/>
                      <a:pt x="293" y="0"/>
                    </a:cubicBezTo>
                    <a:close/>
                  </a:path>
                </a:pathLst>
              </a:custGeom>
              <a:solidFill>
                <a:srgbClr val="A6D35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sz="1800">
                  <a:solidFill>
                    <a:schemeClr val="dk1"/>
                  </a:solidFill>
                  <a:latin typeface="Calibri"/>
                  <a:ea typeface="Calibri"/>
                  <a:cs typeface="Calibri"/>
                  <a:sym typeface="Calibri"/>
                </a:endParaRPr>
              </a:p>
            </p:txBody>
          </p:sp>
          <p:sp>
            <p:nvSpPr>
              <p:cNvPr id="699" name="Google Shape;699;p15"/>
              <p:cNvSpPr/>
              <p:nvPr/>
            </p:nvSpPr>
            <p:spPr>
              <a:xfrm>
                <a:off x="3932" y="1524"/>
                <a:ext cx="126" cy="327"/>
              </a:xfrm>
              <a:custGeom>
                <a:rect b="b" l="l" r="r" t="t"/>
                <a:pathLst>
                  <a:path extrusionOk="0" h="761" w="293">
                    <a:moveTo>
                      <a:pt x="293" y="468"/>
                    </a:moveTo>
                    <a:cubicBezTo>
                      <a:pt x="293" y="630"/>
                      <a:pt x="162" y="761"/>
                      <a:pt x="0" y="761"/>
                    </a:cubicBezTo>
                    <a:cubicBezTo>
                      <a:pt x="0" y="0"/>
                      <a:pt x="0" y="0"/>
                      <a:pt x="0" y="0"/>
                    </a:cubicBezTo>
                    <a:cubicBezTo>
                      <a:pt x="162" y="0"/>
                      <a:pt x="293" y="307"/>
                      <a:pt x="293" y="468"/>
                    </a:cubicBezTo>
                    <a:close/>
                  </a:path>
                </a:pathLst>
              </a:custGeom>
              <a:solidFill>
                <a:srgbClr val="83B5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sz="1800">
                  <a:solidFill>
                    <a:schemeClr val="dk1"/>
                  </a:solidFill>
                  <a:latin typeface="Calibri"/>
                  <a:ea typeface="Calibri"/>
                  <a:cs typeface="Calibri"/>
                  <a:sym typeface="Calibri"/>
                </a:endParaRPr>
              </a:p>
            </p:txBody>
          </p:sp>
          <p:sp>
            <p:nvSpPr>
              <p:cNvPr id="700" name="Google Shape;700;p15"/>
              <p:cNvSpPr/>
              <p:nvPr/>
            </p:nvSpPr>
            <p:spPr>
              <a:xfrm>
                <a:off x="3806" y="1938"/>
                <a:ext cx="300" cy="0"/>
              </a:xfrm>
              <a:prstGeom prst="ellipse">
                <a:avLst/>
              </a:prstGeom>
              <a:solidFill>
                <a:srgbClr val="66A0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sz="1800">
                  <a:solidFill>
                    <a:schemeClr val="dk1"/>
                  </a:solidFill>
                  <a:latin typeface="Calibri"/>
                  <a:ea typeface="Calibri"/>
                  <a:cs typeface="Calibri"/>
                  <a:sym typeface="Calibri"/>
                </a:endParaRPr>
              </a:p>
            </p:txBody>
          </p:sp>
          <p:sp>
            <p:nvSpPr>
              <p:cNvPr id="701" name="Google Shape;701;p15"/>
              <p:cNvSpPr/>
              <p:nvPr/>
            </p:nvSpPr>
            <p:spPr>
              <a:xfrm>
                <a:off x="3930" y="1796"/>
                <a:ext cx="7" cy="166"/>
              </a:xfrm>
              <a:custGeom>
                <a:rect b="b" l="l" r="r" t="t"/>
                <a:pathLst>
                  <a:path extrusionOk="0" h="388" w="16">
                    <a:moveTo>
                      <a:pt x="16" y="0"/>
                    </a:moveTo>
                    <a:cubicBezTo>
                      <a:pt x="16" y="388"/>
                      <a:pt x="16" y="388"/>
                      <a:pt x="16" y="388"/>
                    </a:cubicBezTo>
                    <a:cubicBezTo>
                      <a:pt x="0" y="388"/>
                      <a:pt x="0" y="388"/>
                      <a:pt x="0" y="388"/>
                    </a:cubicBezTo>
                    <a:cubicBezTo>
                      <a:pt x="0" y="6"/>
                      <a:pt x="0" y="6"/>
                      <a:pt x="0" y="6"/>
                    </a:cubicBezTo>
                    <a:cubicBezTo>
                      <a:pt x="1" y="5"/>
                      <a:pt x="3" y="4"/>
                      <a:pt x="5" y="3"/>
                    </a:cubicBezTo>
                    <a:cubicBezTo>
                      <a:pt x="6" y="2"/>
                      <a:pt x="8" y="1"/>
                      <a:pt x="10" y="0"/>
                    </a:cubicBezTo>
                    <a:lnTo>
                      <a:pt x="16" y="0"/>
                    </a:lnTo>
                    <a:close/>
                  </a:path>
                </a:pathLst>
              </a:custGeom>
              <a:solidFill>
                <a:srgbClr val="7C69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sz="1800">
                  <a:solidFill>
                    <a:schemeClr val="dk1"/>
                  </a:solidFill>
                  <a:latin typeface="Calibri"/>
                  <a:ea typeface="Calibri"/>
                  <a:cs typeface="Calibri"/>
                  <a:sym typeface="Calibri"/>
                </a:endParaRPr>
              </a:p>
            </p:txBody>
          </p:sp>
          <p:sp>
            <p:nvSpPr>
              <p:cNvPr id="702" name="Google Shape;702;p15"/>
              <p:cNvSpPr/>
              <p:nvPr/>
            </p:nvSpPr>
            <p:spPr>
              <a:xfrm>
                <a:off x="3932" y="1786"/>
                <a:ext cx="17" cy="176"/>
              </a:xfrm>
              <a:custGeom>
                <a:rect b="b" l="l" r="r" t="t"/>
                <a:pathLst>
                  <a:path extrusionOk="0" h="410" w="39">
                    <a:moveTo>
                      <a:pt x="39" y="0"/>
                    </a:moveTo>
                    <a:cubicBezTo>
                      <a:pt x="39" y="410"/>
                      <a:pt x="39" y="410"/>
                      <a:pt x="39" y="410"/>
                    </a:cubicBezTo>
                    <a:cubicBezTo>
                      <a:pt x="0" y="410"/>
                      <a:pt x="0" y="410"/>
                      <a:pt x="0" y="410"/>
                    </a:cubicBezTo>
                    <a:cubicBezTo>
                      <a:pt x="0" y="25"/>
                      <a:pt x="0" y="25"/>
                      <a:pt x="0" y="25"/>
                    </a:cubicBezTo>
                    <a:cubicBezTo>
                      <a:pt x="1" y="24"/>
                      <a:pt x="3" y="23"/>
                      <a:pt x="5" y="22"/>
                    </a:cubicBezTo>
                    <a:cubicBezTo>
                      <a:pt x="18" y="15"/>
                      <a:pt x="29" y="7"/>
                      <a:pt x="39" y="0"/>
                    </a:cubicBezTo>
                    <a:close/>
                  </a:path>
                </a:pathLst>
              </a:custGeom>
              <a:solidFill>
                <a:srgbClr val="6D582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sz="1800">
                  <a:solidFill>
                    <a:schemeClr val="dk1"/>
                  </a:solidFill>
                  <a:latin typeface="Calibri"/>
                  <a:ea typeface="Calibri"/>
                  <a:cs typeface="Calibri"/>
                  <a:sym typeface="Calibri"/>
                </a:endParaRPr>
              </a:p>
            </p:txBody>
          </p:sp>
          <p:sp>
            <p:nvSpPr>
              <p:cNvPr id="703" name="Google Shape;703;p15"/>
              <p:cNvSpPr/>
              <p:nvPr/>
            </p:nvSpPr>
            <p:spPr>
              <a:xfrm>
                <a:off x="3915" y="1797"/>
                <a:ext cx="17" cy="165"/>
              </a:xfrm>
              <a:custGeom>
                <a:rect b="b" l="l" r="r" t="t"/>
                <a:pathLst>
                  <a:path extrusionOk="0" h="385" w="39">
                    <a:moveTo>
                      <a:pt x="39" y="0"/>
                    </a:moveTo>
                    <a:cubicBezTo>
                      <a:pt x="39" y="385"/>
                      <a:pt x="39" y="385"/>
                      <a:pt x="39" y="385"/>
                    </a:cubicBezTo>
                    <a:cubicBezTo>
                      <a:pt x="0" y="385"/>
                      <a:pt x="0" y="385"/>
                      <a:pt x="0" y="385"/>
                    </a:cubicBezTo>
                    <a:cubicBezTo>
                      <a:pt x="0" y="19"/>
                      <a:pt x="0" y="19"/>
                      <a:pt x="0" y="19"/>
                    </a:cubicBezTo>
                    <a:cubicBezTo>
                      <a:pt x="12" y="14"/>
                      <a:pt x="23" y="9"/>
                      <a:pt x="34" y="3"/>
                    </a:cubicBezTo>
                    <a:cubicBezTo>
                      <a:pt x="35" y="2"/>
                      <a:pt x="37" y="1"/>
                      <a:pt x="39" y="0"/>
                    </a:cubicBezTo>
                    <a:close/>
                  </a:path>
                </a:pathLst>
              </a:custGeom>
              <a:solidFill>
                <a:srgbClr val="7C69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sz="1800">
                  <a:solidFill>
                    <a:schemeClr val="dk1"/>
                  </a:solidFill>
                  <a:latin typeface="Calibri"/>
                  <a:ea typeface="Calibri"/>
                  <a:cs typeface="Calibri"/>
                  <a:sym typeface="Calibri"/>
                </a:endParaRPr>
              </a:p>
            </p:txBody>
          </p:sp>
          <p:sp>
            <p:nvSpPr>
              <p:cNvPr id="704" name="Google Shape;704;p15"/>
              <p:cNvSpPr/>
              <p:nvPr/>
            </p:nvSpPr>
            <p:spPr>
              <a:xfrm>
                <a:off x="3864" y="1804"/>
                <a:ext cx="60" cy="31"/>
              </a:xfrm>
              <a:custGeom>
                <a:rect b="b" l="l" r="r" t="t"/>
                <a:pathLst>
                  <a:path extrusionOk="0" h="72" w="140">
                    <a:moveTo>
                      <a:pt x="140" y="30"/>
                    </a:moveTo>
                    <a:cubicBezTo>
                      <a:pt x="128" y="31"/>
                      <a:pt x="116" y="31"/>
                      <a:pt x="103" y="30"/>
                    </a:cubicBezTo>
                    <a:cubicBezTo>
                      <a:pt x="91" y="30"/>
                      <a:pt x="79" y="29"/>
                      <a:pt x="67" y="28"/>
                    </a:cubicBezTo>
                    <a:cubicBezTo>
                      <a:pt x="54" y="26"/>
                      <a:pt x="42" y="24"/>
                      <a:pt x="31" y="20"/>
                    </a:cubicBezTo>
                    <a:cubicBezTo>
                      <a:pt x="19" y="16"/>
                      <a:pt x="8" y="10"/>
                      <a:pt x="0" y="0"/>
                    </a:cubicBezTo>
                    <a:cubicBezTo>
                      <a:pt x="4" y="12"/>
                      <a:pt x="15" y="22"/>
                      <a:pt x="26" y="29"/>
                    </a:cubicBezTo>
                    <a:cubicBezTo>
                      <a:pt x="37" y="37"/>
                      <a:pt x="49" y="43"/>
                      <a:pt x="61" y="48"/>
                    </a:cubicBezTo>
                    <a:cubicBezTo>
                      <a:pt x="73" y="54"/>
                      <a:pt x="85" y="58"/>
                      <a:pt x="98" y="62"/>
                    </a:cubicBezTo>
                    <a:cubicBezTo>
                      <a:pt x="111" y="66"/>
                      <a:pt x="123" y="69"/>
                      <a:pt x="137" y="72"/>
                    </a:cubicBezTo>
                    <a:lnTo>
                      <a:pt x="140" y="30"/>
                    </a:lnTo>
                    <a:close/>
                  </a:path>
                </a:pathLst>
              </a:custGeom>
              <a:solidFill>
                <a:srgbClr val="7C69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sz="1800">
                  <a:solidFill>
                    <a:schemeClr val="dk1"/>
                  </a:solidFill>
                  <a:latin typeface="Calibri"/>
                  <a:ea typeface="Calibri"/>
                  <a:cs typeface="Calibri"/>
                  <a:sym typeface="Calibri"/>
                </a:endParaRPr>
              </a:p>
            </p:txBody>
          </p:sp>
        </p:grpSp>
        <p:pic>
          <p:nvPicPr>
            <p:cNvPr id="705" name="Google Shape;705;p15"/>
            <p:cNvPicPr preferRelativeResize="0"/>
            <p:nvPr/>
          </p:nvPicPr>
          <p:blipFill rotWithShape="1">
            <a:blip r:embed="rId2">
              <a:alphaModFix/>
            </a:blip>
            <a:srcRect b="0" l="0" r="0" t="0"/>
            <a:stretch/>
          </p:blipFill>
          <p:spPr>
            <a:xfrm>
              <a:off x="6294295" y="1973214"/>
              <a:ext cx="725977" cy="1316174"/>
            </a:xfrm>
            <a:prstGeom prst="rect">
              <a:avLst/>
            </a:prstGeom>
            <a:noFill/>
            <a:ln>
              <a:noFill/>
            </a:ln>
          </p:spPr>
        </p:pic>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uzzle Process">
  <p:cSld name="Puzzle Process">
    <p:spTree>
      <p:nvGrpSpPr>
        <p:cNvPr id="706" name="Shape 706"/>
        <p:cNvGrpSpPr/>
        <p:nvPr/>
      </p:nvGrpSpPr>
      <p:grpSpPr>
        <a:xfrm>
          <a:off x="0" y="0"/>
          <a:ext cx="0" cy="0"/>
          <a:chOff x="0" y="0"/>
          <a:chExt cx="0" cy="0"/>
        </a:xfrm>
      </p:grpSpPr>
      <p:sp>
        <p:nvSpPr>
          <p:cNvPr id="707" name="Google Shape;707;p16"/>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8" name="Google Shape;708;p16"/>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9" name="Google Shape;709;p16"/>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sp>
        <p:nvSpPr>
          <p:cNvPr id="710" name="Google Shape;710;p16"/>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Calibri"/>
              <a:buNone/>
              <a:defRPr sz="4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1" name="Google Shape;711;p16"/>
          <p:cNvSpPr txBox="1"/>
          <p:nvPr>
            <p:ph idx="1" type="body"/>
          </p:nvPr>
        </p:nvSpPr>
        <p:spPr>
          <a:xfrm>
            <a:off x="468313" y="771550"/>
            <a:ext cx="8207400" cy="503700"/>
          </a:xfrm>
          <a:prstGeom prst="rect">
            <a:avLst/>
          </a:prstGeom>
          <a:noFill/>
          <a:ln>
            <a:noFill/>
          </a:ln>
        </p:spPr>
        <p:txBody>
          <a:bodyPr anchorCtr="0" anchor="t" bIns="45700" lIns="91425" spcFirstLastPara="1" rIns="91425" wrap="square" tIns="45700">
            <a:noAutofit/>
          </a:bodyPr>
          <a:lstStyle>
            <a:lvl1pPr indent="-228600" lvl="0" marL="457200" algn="l">
              <a:spcBef>
                <a:spcPts val="540"/>
              </a:spcBef>
              <a:spcAft>
                <a:spcPts val="0"/>
              </a:spcAft>
              <a:buClr>
                <a:schemeClr val="accent5"/>
              </a:buClr>
              <a:buSzPts val="2700"/>
              <a:buNone/>
              <a:defRPr sz="27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2" name="Google Shape;712;p16"/>
          <p:cNvSpPr/>
          <p:nvPr/>
        </p:nvSpPr>
        <p:spPr>
          <a:xfrm>
            <a:off x="2779238" y="1244228"/>
            <a:ext cx="3561206" cy="3559768"/>
          </a:xfrm>
          <a:custGeom>
            <a:rect b="b" l="l" r="r" t="t"/>
            <a:pathLst>
              <a:path extrusionOk="0" h="4950" w="4952">
                <a:moveTo>
                  <a:pt x="4952" y="2474"/>
                </a:moveTo>
                <a:lnTo>
                  <a:pt x="4952" y="2474"/>
                </a:lnTo>
                <a:lnTo>
                  <a:pt x="4952" y="2539"/>
                </a:lnTo>
                <a:lnTo>
                  <a:pt x="4949" y="2603"/>
                </a:lnTo>
                <a:lnTo>
                  <a:pt x="4944" y="2666"/>
                </a:lnTo>
                <a:lnTo>
                  <a:pt x="4939" y="2728"/>
                </a:lnTo>
                <a:lnTo>
                  <a:pt x="4931" y="2789"/>
                </a:lnTo>
                <a:lnTo>
                  <a:pt x="4923" y="2851"/>
                </a:lnTo>
                <a:lnTo>
                  <a:pt x="4914" y="2913"/>
                </a:lnTo>
                <a:lnTo>
                  <a:pt x="4901" y="2973"/>
                </a:lnTo>
                <a:lnTo>
                  <a:pt x="4889" y="3033"/>
                </a:lnTo>
                <a:lnTo>
                  <a:pt x="4874" y="3094"/>
                </a:lnTo>
                <a:lnTo>
                  <a:pt x="4859" y="3152"/>
                </a:lnTo>
                <a:lnTo>
                  <a:pt x="4841" y="3211"/>
                </a:lnTo>
                <a:lnTo>
                  <a:pt x="4822" y="3269"/>
                </a:lnTo>
                <a:lnTo>
                  <a:pt x="4801" y="3326"/>
                </a:lnTo>
                <a:lnTo>
                  <a:pt x="4781" y="3382"/>
                </a:lnTo>
                <a:lnTo>
                  <a:pt x="4757" y="3439"/>
                </a:lnTo>
                <a:lnTo>
                  <a:pt x="4733" y="3493"/>
                </a:lnTo>
                <a:lnTo>
                  <a:pt x="4708" y="3548"/>
                </a:lnTo>
                <a:lnTo>
                  <a:pt x="4681" y="3602"/>
                </a:lnTo>
                <a:lnTo>
                  <a:pt x="4653" y="3654"/>
                </a:lnTo>
                <a:lnTo>
                  <a:pt x="4624" y="3707"/>
                </a:lnTo>
                <a:lnTo>
                  <a:pt x="4594" y="3759"/>
                </a:lnTo>
                <a:lnTo>
                  <a:pt x="4562" y="3810"/>
                </a:lnTo>
                <a:lnTo>
                  <a:pt x="4529" y="3859"/>
                </a:lnTo>
                <a:lnTo>
                  <a:pt x="4496" y="3908"/>
                </a:lnTo>
                <a:lnTo>
                  <a:pt x="4461" y="3955"/>
                </a:lnTo>
                <a:lnTo>
                  <a:pt x="4424" y="4003"/>
                </a:lnTo>
                <a:lnTo>
                  <a:pt x="4386" y="4049"/>
                </a:lnTo>
                <a:lnTo>
                  <a:pt x="4348" y="4095"/>
                </a:lnTo>
                <a:lnTo>
                  <a:pt x="4309" y="4139"/>
                </a:lnTo>
                <a:lnTo>
                  <a:pt x="4269" y="4183"/>
                </a:lnTo>
                <a:lnTo>
                  <a:pt x="4226" y="4225"/>
                </a:lnTo>
                <a:lnTo>
                  <a:pt x="4185" y="4267"/>
                </a:lnTo>
                <a:lnTo>
                  <a:pt x="4141" y="4307"/>
                </a:lnTo>
                <a:lnTo>
                  <a:pt x="4096" y="4346"/>
                </a:lnTo>
                <a:lnTo>
                  <a:pt x="4050" y="4385"/>
                </a:lnTo>
                <a:lnTo>
                  <a:pt x="4004" y="4423"/>
                </a:lnTo>
                <a:lnTo>
                  <a:pt x="3957" y="4459"/>
                </a:lnTo>
                <a:lnTo>
                  <a:pt x="3909" y="4494"/>
                </a:lnTo>
                <a:lnTo>
                  <a:pt x="3860" y="4527"/>
                </a:lnTo>
                <a:lnTo>
                  <a:pt x="3811" y="4560"/>
                </a:lnTo>
                <a:lnTo>
                  <a:pt x="3760" y="4592"/>
                </a:lnTo>
                <a:lnTo>
                  <a:pt x="3708" y="4622"/>
                </a:lnTo>
                <a:lnTo>
                  <a:pt x="3656" y="4651"/>
                </a:lnTo>
                <a:lnTo>
                  <a:pt x="3603" y="4679"/>
                </a:lnTo>
                <a:lnTo>
                  <a:pt x="3550" y="4706"/>
                </a:lnTo>
                <a:lnTo>
                  <a:pt x="3494" y="4731"/>
                </a:lnTo>
                <a:lnTo>
                  <a:pt x="3440" y="4755"/>
                </a:lnTo>
                <a:lnTo>
                  <a:pt x="3383" y="4779"/>
                </a:lnTo>
                <a:lnTo>
                  <a:pt x="3328" y="4800"/>
                </a:lnTo>
                <a:lnTo>
                  <a:pt x="3271" y="4820"/>
                </a:lnTo>
                <a:lnTo>
                  <a:pt x="3212" y="4839"/>
                </a:lnTo>
                <a:lnTo>
                  <a:pt x="3153" y="4857"/>
                </a:lnTo>
                <a:lnTo>
                  <a:pt x="3095" y="4872"/>
                </a:lnTo>
                <a:lnTo>
                  <a:pt x="3035" y="4887"/>
                </a:lnTo>
                <a:lnTo>
                  <a:pt x="2974" y="4899"/>
                </a:lnTo>
                <a:lnTo>
                  <a:pt x="2914" y="4912"/>
                </a:lnTo>
                <a:lnTo>
                  <a:pt x="2852" y="4921"/>
                </a:lnTo>
                <a:lnTo>
                  <a:pt x="2791" y="4929"/>
                </a:lnTo>
                <a:lnTo>
                  <a:pt x="2729" y="4937"/>
                </a:lnTo>
                <a:lnTo>
                  <a:pt x="2667" y="4942"/>
                </a:lnTo>
                <a:lnTo>
                  <a:pt x="2604" y="4947"/>
                </a:lnTo>
                <a:lnTo>
                  <a:pt x="2540" y="4950"/>
                </a:lnTo>
                <a:lnTo>
                  <a:pt x="2475" y="4950"/>
                </a:lnTo>
                <a:lnTo>
                  <a:pt x="2475" y="4950"/>
                </a:lnTo>
                <a:lnTo>
                  <a:pt x="2412" y="4950"/>
                </a:lnTo>
                <a:lnTo>
                  <a:pt x="2348" y="4947"/>
                </a:lnTo>
                <a:lnTo>
                  <a:pt x="2285" y="4942"/>
                </a:lnTo>
                <a:lnTo>
                  <a:pt x="2223" y="4937"/>
                </a:lnTo>
                <a:lnTo>
                  <a:pt x="2160" y="4929"/>
                </a:lnTo>
                <a:lnTo>
                  <a:pt x="2098" y="4921"/>
                </a:lnTo>
                <a:lnTo>
                  <a:pt x="2038" y="4912"/>
                </a:lnTo>
                <a:lnTo>
                  <a:pt x="1976" y="4899"/>
                </a:lnTo>
                <a:lnTo>
                  <a:pt x="1916" y="4887"/>
                </a:lnTo>
                <a:lnTo>
                  <a:pt x="1857" y="4872"/>
                </a:lnTo>
                <a:lnTo>
                  <a:pt x="1799" y="4857"/>
                </a:lnTo>
                <a:lnTo>
                  <a:pt x="1740" y="4839"/>
                </a:lnTo>
                <a:lnTo>
                  <a:pt x="1681" y="4820"/>
                </a:lnTo>
                <a:lnTo>
                  <a:pt x="1624" y="4800"/>
                </a:lnTo>
                <a:lnTo>
                  <a:pt x="1567" y="4779"/>
                </a:lnTo>
                <a:lnTo>
                  <a:pt x="1512" y="4755"/>
                </a:lnTo>
                <a:lnTo>
                  <a:pt x="1456" y="4731"/>
                </a:lnTo>
                <a:lnTo>
                  <a:pt x="1402" y="4706"/>
                </a:lnTo>
                <a:lnTo>
                  <a:pt x="1349" y="4679"/>
                </a:lnTo>
                <a:lnTo>
                  <a:pt x="1296" y="4651"/>
                </a:lnTo>
                <a:lnTo>
                  <a:pt x="1244" y="4622"/>
                </a:lnTo>
                <a:lnTo>
                  <a:pt x="1192" y="4592"/>
                </a:lnTo>
                <a:lnTo>
                  <a:pt x="1141" y="4560"/>
                </a:lnTo>
                <a:lnTo>
                  <a:pt x="1092" y="4527"/>
                </a:lnTo>
                <a:lnTo>
                  <a:pt x="1043" y="4494"/>
                </a:lnTo>
                <a:lnTo>
                  <a:pt x="994" y="4459"/>
                </a:lnTo>
                <a:lnTo>
                  <a:pt x="948" y="4423"/>
                </a:lnTo>
                <a:lnTo>
                  <a:pt x="900" y="4385"/>
                </a:lnTo>
                <a:lnTo>
                  <a:pt x="856" y="4346"/>
                </a:lnTo>
                <a:lnTo>
                  <a:pt x="811" y="4307"/>
                </a:lnTo>
                <a:lnTo>
                  <a:pt x="767" y="4267"/>
                </a:lnTo>
                <a:lnTo>
                  <a:pt x="724" y="4225"/>
                </a:lnTo>
                <a:lnTo>
                  <a:pt x="683" y="4183"/>
                </a:lnTo>
                <a:lnTo>
                  <a:pt x="643" y="4139"/>
                </a:lnTo>
                <a:lnTo>
                  <a:pt x="604" y="4095"/>
                </a:lnTo>
                <a:lnTo>
                  <a:pt x="566" y="4049"/>
                </a:lnTo>
                <a:lnTo>
                  <a:pt x="528" y="4003"/>
                </a:lnTo>
                <a:lnTo>
                  <a:pt x="491" y="3955"/>
                </a:lnTo>
                <a:lnTo>
                  <a:pt x="456" y="3908"/>
                </a:lnTo>
                <a:lnTo>
                  <a:pt x="423" y="3859"/>
                </a:lnTo>
                <a:lnTo>
                  <a:pt x="390" y="3810"/>
                </a:lnTo>
                <a:lnTo>
                  <a:pt x="358" y="3759"/>
                </a:lnTo>
                <a:lnTo>
                  <a:pt x="328" y="3707"/>
                </a:lnTo>
                <a:lnTo>
                  <a:pt x="298" y="3654"/>
                </a:lnTo>
                <a:lnTo>
                  <a:pt x="271" y="3602"/>
                </a:lnTo>
                <a:lnTo>
                  <a:pt x="244" y="3548"/>
                </a:lnTo>
                <a:lnTo>
                  <a:pt x="219" y="3493"/>
                </a:lnTo>
                <a:lnTo>
                  <a:pt x="195" y="3439"/>
                </a:lnTo>
                <a:lnTo>
                  <a:pt x="171" y="3382"/>
                </a:lnTo>
                <a:lnTo>
                  <a:pt x="151" y="3326"/>
                </a:lnTo>
                <a:lnTo>
                  <a:pt x="130" y="3269"/>
                </a:lnTo>
                <a:lnTo>
                  <a:pt x="111" y="3211"/>
                </a:lnTo>
                <a:lnTo>
                  <a:pt x="93" y="3152"/>
                </a:lnTo>
                <a:lnTo>
                  <a:pt x="78" y="3094"/>
                </a:lnTo>
                <a:lnTo>
                  <a:pt x="63" y="3033"/>
                </a:lnTo>
                <a:lnTo>
                  <a:pt x="49" y="2973"/>
                </a:lnTo>
                <a:lnTo>
                  <a:pt x="38" y="2913"/>
                </a:lnTo>
                <a:lnTo>
                  <a:pt x="29" y="2851"/>
                </a:lnTo>
                <a:lnTo>
                  <a:pt x="19" y="2789"/>
                </a:lnTo>
                <a:lnTo>
                  <a:pt x="13" y="2728"/>
                </a:lnTo>
                <a:lnTo>
                  <a:pt x="6" y="2666"/>
                </a:lnTo>
                <a:lnTo>
                  <a:pt x="3" y="2603"/>
                </a:lnTo>
                <a:lnTo>
                  <a:pt x="0" y="2539"/>
                </a:lnTo>
                <a:lnTo>
                  <a:pt x="0" y="2474"/>
                </a:lnTo>
                <a:lnTo>
                  <a:pt x="0" y="2474"/>
                </a:lnTo>
                <a:lnTo>
                  <a:pt x="0" y="2411"/>
                </a:lnTo>
                <a:lnTo>
                  <a:pt x="3" y="2347"/>
                </a:lnTo>
                <a:lnTo>
                  <a:pt x="6" y="2284"/>
                </a:lnTo>
                <a:lnTo>
                  <a:pt x="13" y="2222"/>
                </a:lnTo>
                <a:lnTo>
                  <a:pt x="19" y="2159"/>
                </a:lnTo>
                <a:lnTo>
                  <a:pt x="29" y="2097"/>
                </a:lnTo>
                <a:lnTo>
                  <a:pt x="38" y="2037"/>
                </a:lnTo>
                <a:lnTo>
                  <a:pt x="49" y="1975"/>
                </a:lnTo>
                <a:lnTo>
                  <a:pt x="63" y="1915"/>
                </a:lnTo>
                <a:lnTo>
                  <a:pt x="78" y="1856"/>
                </a:lnTo>
                <a:lnTo>
                  <a:pt x="93" y="1798"/>
                </a:lnTo>
                <a:lnTo>
                  <a:pt x="111" y="1739"/>
                </a:lnTo>
                <a:lnTo>
                  <a:pt x="130" y="1681"/>
                </a:lnTo>
                <a:lnTo>
                  <a:pt x="151" y="1624"/>
                </a:lnTo>
                <a:lnTo>
                  <a:pt x="171" y="1567"/>
                </a:lnTo>
                <a:lnTo>
                  <a:pt x="195" y="1511"/>
                </a:lnTo>
                <a:lnTo>
                  <a:pt x="219" y="1456"/>
                </a:lnTo>
                <a:lnTo>
                  <a:pt x="244" y="1402"/>
                </a:lnTo>
                <a:lnTo>
                  <a:pt x="271" y="1348"/>
                </a:lnTo>
                <a:lnTo>
                  <a:pt x="298" y="1296"/>
                </a:lnTo>
                <a:lnTo>
                  <a:pt x="328" y="1243"/>
                </a:lnTo>
                <a:lnTo>
                  <a:pt x="358" y="1191"/>
                </a:lnTo>
                <a:lnTo>
                  <a:pt x="390" y="1140"/>
                </a:lnTo>
                <a:lnTo>
                  <a:pt x="423" y="1091"/>
                </a:lnTo>
                <a:lnTo>
                  <a:pt x="456" y="1042"/>
                </a:lnTo>
                <a:lnTo>
                  <a:pt x="491" y="993"/>
                </a:lnTo>
                <a:lnTo>
                  <a:pt x="528" y="947"/>
                </a:lnTo>
                <a:lnTo>
                  <a:pt x="566" y="900"/>
                </a:lnTo>
                <a:lnTo>
                  <a:pt x="604" y="855"/>
                </a:lnTo>
                <a:lnTo>
                  <a:pt x="643" y="811"/>
                </a:lnTo>
                <a:lnTo>
                  <a:pt x="683" y="767"/>
                </a:lnTo>
                <a:lnTo>
                  <a:pt x="724" y="724"/>
                </a:lnTo>
                <a:lnTo>
                  <a:pt x="767" y="683"/>
                </a:lnTo>
                <a:lnTo>
                  <a:pt x="811" y="643"/>
                </a:lnTo>
                <a:lnTo>
                  <a:pt x="856" y="604"/>
                </a:lnTo>
                <a:lnTo>
                  <a:pt x="900" y="565"/>
                </a:lnTo>
                <a:lnTo>
                  <a:pt x="948" y="527"/>
                </a:lnTo>
                <a:lnTo>
                  <a:pt x="994" y="491"/>
                </a:lnTo>
                <a:lnTo>
                  <a:pt x="1043" y="456"/>
                </a:lnTo>
                <a:lnTo>
                  <a:pt x="1092" y="423"/>
                </a:lnTo>
                <a:lnTo>
                  <a:pt x="1141" y="390"/>
                </a:lnTo>
                <a:lnTo>
                  <a:pt x="1192" y="358"/>
                </a:lnTo>
                <a:lnTo>
                  <a:pt x="1244" y="328"/>
                </a:lnTo>
                <a:lnTo>
                  <a:pt x="1296" y="298"/>
                </a:lnTo>
                <a:lnTo>
                  <a:pt x="1349" y="271"/>
                </a:lnTo>
                <a:lnTo>
                  <a:pt x="1402" y="244"/>
                </a:lnTo>
                <a:lnTo>
                  <a:pt x="1456" y="219"/>
                </a:lnTo>
                <a:lnTo>
                  <a:pt x="1512" y="195"/>
                </a:lnTo>
                <a:lnTo>
                  <a:pt x="1567" y="171"/>
                </a:lnTo>
                <a:lnTo>
                  <a:pt x="1624" y="150"/>
                </a:lnTo>
                <a:lnTo>
                  <a:pt x="1681" y="130"/>
                </a:lnTo>
                <a:lnTo>
                  <a:pt x="1740" y="111"/>
                </a:lnTo>
                <a:lnTo>
                  <a:pt x="1799" y="93"/>
                </a:lnTo>
                <a:lnTo>
                  <a:pt x="1857" y="78"/>
                </a:lnTo>
                <a:lnTo>
                  <a:pt x="1916" y="63"/>
                </a:lnTo>
                <a:lnTo>
                  <a:pt x="1976" y="49"/>
                </a:lnTo>
                <a:lnTo>
                  <a:pt x="2038" y="38"/>
                </a:lnTo>
                <a:lnTo>
                  <a:pt x="2098" y="29"/>
                </a:lnTo>
                <a:lnTo>
                  <a:pt x="2160" y="19"/>
                </a:lnTo>
                <a:lnTo>
                  <a:pt x="2223" y="13"/>
                </a:lnTo>
                <a:lnTo>
                  <a:pt x="2285" y="6"/>
                </a:lnTo>
                <a:lnTo>
                  <a:pt x="2348" y="3"/>
                </a:lnTo>
                <a:lnTo>
                  <a:pt x="2412" y="0"/>
                </a:lnTo>
                <a:lnTo>
                  <a:pt x="2475" y="0"/>
                </a:lnTo>
                <a:lnTo>
                  <a:pt x="2475" y="0"/>
                </a:lnTo>
                <a:lnTo>
                  <a:pt x="2540" y="0"/>
                </a:lnTo>
                <a:lnTo>
                  <a:pt x="2604" y="3"/>
                </a:lnTo>
                <a:lnTo>
                  <a:pt x="2667" y="6"/>
                </a:lnTo>
                <a:lnTo>
                  <a:pt x="2729" y="13"/>
                </a:lnTo>
                <a:lnTo>
                  <a:pt x="2791" y="19"/>
                </a:lnTo>
                <a:lnTo>
                  <a:pt x="2852" y="29"/>
                </a:lnTo>
                <a:lnTo>
                  <a:pt x="2914" y="38"/>
                </a:lnTo>
                <a:lnTo>
                  <a:pt x="2974" y="49"/>
                </a:lnTo>
                <a:lnTo>
                  <a:pt x="3035" y="63"/>
                </a:lnTo>
                <a:lnTo>
                  <a:pt x="3095" y="78"/>
                </a:lnTo>
                <a:lnTo>
                  <a:pt x="3153" y="93"/>
                </a:lnTo>
                <a:lnTo>
                  <a:pt x="3212" y="111"/>
                </a:lnTo>
                <a:lnTo>
                  <a:pt x="3271" y="130"/>
                </a:lnTo>
                <a:lnTo>
                  <a:pt x="3328" y="150"/>
                </a:lnTo>
                <a:lnTo>
                  <a:pt x="3383" y="171"/>
                </a:lnTo>
                <a:lnTo>
                  <a:pt x="3440" y="195"/>
                </a:lnTo>
                <a:lnTo>
                  <a:pt x="3494" y="219"/>
                </a:lnTo>
                <a:lnTo>
                  <a:pt x="3550" y="244"/>
                </a:lnTo>
                <a:lnTo>
                  <a:pt x="3603" y="271"/>
                </a:lnTo>
                <a:lnTo>
                  <a:pt x="3656" y="298"/>
                </a:lnTo>
                <a:lnTo>
                  <a:pt x="3708" y="328"/>
                </a:lnTo>
                <a:lnTo>
                  <a:pt x="3760" y="358"/>
                </a:lnTo>
                <a:lnTo>
                  <a:pt x="3811" y="390"/>
                </a:lnTo>
                <a:lnTo>
                  <a:pt x="3860" y="423"/>
                </a:lnTo>
                <a:lnTo>
                  <a:pt x="3909" y="456"/>
                </a:lnTo>
                <a:lnTo>
                  <a:pt x="3957" y="491"/>
                </a:lnTo>
                <a:lnTo>
                  <a:pt x="4004" y="527"/>
                </a:lnTo>
                <a:lnTo>
                  <a:pt x="4050" y="565"/>
                </a:lnTo>
                <a:lnTo>
                  <a:pt x="4096" y="604"/>
                </a:lnTo>
                <a:lnTo>
                  <a:pt x="4141" y="643"/>
                </a:lnTo>
                <a:lnTo>
                  <a:pt x="4185" y="683"/>
                </a:lnTo>
                <a:lnTo>
                  <a:pt x="4226" y="724"/>
                </a:lnTo>
                <a:lnTo>
                  <a:pt x="4269" y="767"/>
                </a:lnTo>
                <a:lnTo>
                  <a:pt x="4309" y="811"/>
                </a:lnTo>
                <a:lnTo>
                  <a:pt x="4348" y="855"/>
                </a:lnTo>
                <a:lnTo>
                  <a:pt x="4386" y="900"/>
                </a:lnTo>
                <a:lnTo>
                  <a:pt x="4424" y="947"/>
                </a:lnTo>
                <a:lnTo>
                  <a:pt x="4461" y="993"/>
                </a:lnTo>
                <a:lnTo>
                  <a:pt x="4496" y="1042"/>
                </a:lnTo>
                <a:lnTo>
                  <a:pt x="4529" y="1091"/>
                </a:lnTo>
                <a:lnTo>
                  <a:pt x="4562" y="1140"/>
                </a:lnTo>
                <a:lnTo>
                  <a:pt x="4594" y="1191"/>
                </a:lnTo>
                <a:lnTo>
                  <a:pt x="4624" y="1243"/>
                </a:lnTo>
                <a:lnTo>
                  <a:pt x="4653" y="1296"/>
                </a:lnTo>
                <a:lnTo>
                  <a:pt x="4681" y="1348"/>
                </a:lnTo>
                <a:lnTo>
                  <a:pt x="4708" y="1402"/>
                </a:lnTo>
                <a:lnTo>
                  <a:pt x="4733" y="1456"/>
                </a:lnTo>
                <a:lnTo>
                  <a:pt x="4757" y="1511"/>
                </a:lnTo>
                <a:lnTo>
                  <a:pt x="4781" y="1567"/>
                </a:lnTo>
                <a:lnTo>
                  <a:pt x="4801" y="1624"/>
                </a:lnTo>
                <a:lnTo>
                  <a:pt x="4822" y="1681"/>
                </a:lnTo>
                <a:lnTo>
                  <a:pt x="4841" y="1739"/>
                </a:lnTo>
                <a:lnTo>
                  <a:pt x="4859" y="1798"/>
                </a:lnTo>
                <a:lnTo>
                  <a:pt x="4874" y="1856"/>
                </a:lnTo>
                <a:lnTo>
                  <a:pt x="4889" y="1915"/>
                </a:lnTo>
                <a:lnTo>
                  <a:pt x="4901" y="1975"/>
                </a:lnTo>
                <a:lnTo>
                  <a:pt x="4914" y="2037"/>
                </a:lnTo>
                <a:lnTo>
                  <a:pt x="4923" y="2097"/>
                </a:lnTo>
                <a:lnTo>
                  <a:pt x="4931" y="2159"/>
                </a:lnTo>
                <a:lnTo>
                  <a:pt x="4939" y="2222"/>
                </a:lnTo>
                <a:lnTo>
                  <a:pt x="4944" y="2284"/>
                </a:lnTo>
                <a:lnTo>
                  <a:pt x="4949" y="2347"/>
                </a:lnTo>
                <a:lnTo>
                  <a:pt x="4952" y="2411"/>
                </a:lnTo>
                <a:lnTo>
                  <a:pt x="4952" y="2474"/>
                </a:lnTo>
                <a:lnTo>
                  <a:pt x="4952" y="2474"/>
                </a:lnTo>
                <a:close/>
              </a:path>
            </a:pathLst>
          </a:custGeom>
          <a:solidFill>
            <a:srgbClr val="FFFFFF"/>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713" name="Google Shape;713;p16"/>
          <p:cNvGrpSpPr/>
          <p:nvPr/>
        </p:nvGrpSpPr>
        <p:grpSpPr>
          <a:xfrm>
            <a:off x="2953138" y="1418116"/>
            <a:ext cx="3211654" cy="3210345"/>
            <a:chOff x="2795059" y="1260049"/>
            <a:chExt cx="3528127" cy="3526689"/>
          </a:xfrm>
        </p:grpSpPr>
        <p:sp>
          <p:nvSpPr>
            <p:cNvPr id="714" name="Google Shape;714;p16"/>
            <p:cNvSpPr/>
            <p:nvPr/>
          </p:nvSpPr>
          <p:spPr>
            <a:xfrm>
              <a:off x="4565594" y="1260049"/>
              <a:ext cx="1757588" cy="2179009"/>
            </a:xfrm>
            <a:custGeom>
              <a:rect b="b" l="l" r="r" t="t"/>
              <a:pathLst>
                <a:path extrusionOk="0" h="3030" w="2445">
                  <a:moveTo>
                    <a:pt x="0" y="390"/>
                  </a:moveTo>
                  <a:lnTo>
                    <a:pt x="0" y="390"/>
                  </a:lnTo>
                  <a:lnTo>
                    <a:pt x="0" y="410"/>
                  </a:lnTo>
                  <a:lnTo>
                    <a:pt x="3" y="431"/>
                  </a:lnTo>
                  <a:lnTo>
                    <a:pt x="8" y="450"/>
                  </a:lnTo>
                  <a:lnTo>
                    <a:pt x="14" y="466"/>
                  </a:lnTo>
                  <a:lnTo>
                    <a:pt x="24" y="482"/>
                  </a:lnTo>
                  <a:lnTo>
                    <a:pt x="33" y="496"/>
                  </a:lnTo>
                  <a:lnTo>
                    <a:pt x="45" y="509"/>
                  </a:lnTo>
                  <a:lnTo>
                    <a:pt x="59" y="518"/>
                  </a:lnTo>
                  <a:lnTo>
                    <a:pt x="59" y="518"/>
                  </a:lnTo>
                  <a:lnTo>
                    <a:pt x="73" y="528"/>
                  </a:lnTo>
                  <a:lnTo>
                    <a:pt x="89" y="534"/>
                  </a:lnTo>
                  <a:lnTo>
                    <a:pt x="105" y="539"/>
                  </a:lnTo>
                  <a:lnTo>
                    <a:pt x="122" y="540"/>
                  </a:lnTo>
                  <a:lnTo>
                    <a:pt x="141" y="540"/>
                  </a:lnTo>
                  <a:lnTo>
                    <a:pt x="160" y="537"/>
                  </a:lnTo>
                  <a:lnTo>
                    <a:pt x="179" y="532"/>
                  </a:lnTo>
                  <a:lnTo>
                    <a:pt x="200" y="526"/>
                  </a:lnTo>
                  <a:lnTo>
                    <a:pt x="200" y="526"/>
                  </a:lnTo>
                  <a:lnTo>
                    <a:pt x="214" y="521"/>
                  </a:lnTo>
                  <a:lnTo>
                    <a:pt x="247" y="512"/>
                  </a:lnTo>
                  <a:lnTo>
                    <a:pt x="270" y="507"/>
                  </a:lnTo>
                  <a:lnTo>
                    <a:pt x="296" y="502"/>
                  </a:lnTo>
                  <a:lnTo>
                    <a:pt x="325" y="499"/>
                  </a:lnTo>
                  <a:lnTo>
                    <a:pt x="355" y="499"/>
                  </a:lnTo>
                  <a:lnTo>
                    <a:pt x="355" y="499"/>
                  </a:lnTo>
                  <a:lnTo>
                    <a:pt x="379" y="499"/>
                  </a:lnTo>
                  <a:lnTo>
                    <a:pt x="403" y="504"/>
                  </a:lnTo>
                  <a:lnTo>
                    <a:pt x="425" y="509"/>
                  </a:lnTo>
                  <a:lnTo>
                    <a:pt x="445" y="517"/>
                  </a:lnTo>
                  <a:lnTo>
                    <a:pt x="466" y="526"/>
                  </a:lnTo>
                  <a:lnTo>
                    <a:pt x="487" y="539"/>
                  </a:lnTo>
                  <a:lnTo>
                    <a:pt x="504" y="551"/>
                  </a:lnTo>
                  <a:lnTo>
                    <a:pt x="520" y="567"/>
                  </a:lnTo>
                  <a:lnTo>
                    <a:pt x="536" y="583"/>
                  </a:lnTo>
                  <a:lnTo>
                    <a:pt x="548" y="602"/>
                  </a:lnTo>
                  <a:lnTo>
                    <a:pt x="561" y="621"/>
                  </a:lnTo>
                  <a:lnTo>
                    <a:pt x="571" y="642"/>
                  </a:lnTo>
                  <a:lnTo>
                    <a:pt x="579" y="662"/>
                  </a:lnTo>
                  <a:lnTo>
                    <a:pt x="585" y="684"/>
                  </a:lnTo>
                  <a:lnTo>
                    <a:pt x="588" y="708"/>
                  </a:lnTo>
                  <a:lnTo>
                    <a:pt x="590" y="732"/>
                  </a:lnTo>
                  <a:lnTo>
                    <a:pt x="590" y="732"/>
                  </a:lnTo>
                  <a:lnTo>
                    <a:pt x="588" y="756"/>
                  </a:lnTo>
                  <a:lnTo>
                    <a:pt x="585" y="780"/>
                  </a:lnTo>
                  <a:lnTo>
                    <a:pt x="579" y="802"/>
                  </a:lnTo>
                  <a:lnTo>
                    <a:pt x="571" y="824"/>
                  </a:lnTo>
                  <a:lnTo>
                    <a:pt x="561" y="844"/>
                  </a:lnTo>
                  <a:lnTo>
                    <a:pt x="548" y="863"/>
                  </a:lnTo>
                  <a:lnTo>
                    <a:pt x="536" y="881"/>
                  </a:lnTo>
                  <a:lnTo>
                    <a:pt x="520" y="898"/>
                  </a:lnTo>
                  <a:lnTo>
                    <a:pt x="504" y="913"/>
                  </a:lnTo>
                  <a:lnTo>
                    <a:pt x="487" y="927"/>
                  </a:lnTo>
                  <a:lnTo>
                    <a:pt x="466" y="938"/>
                  </a:lnTo>
                  <a:lnTo>
                    <a:pt x="445" y="947"/>
                  </a:lnTo>
                  <a:lnTo>
                    <a:pt x="425" y="955"/>
                  </a:lnTo>
                  <a:lnTo>
                    <a:pt x="403" y="962"/>
                  </a:lnTo>
                  <a:lnTo>
                    <a:pt x="379" y="965"/>
                  </a:lnTo>
                  <a:lnTo>
                    <a:pt x="355" y="966"/>
                  </a:lnTo>
                  <a:lnTo>
                    <a:pt x="355" y="966"/>
                  </a:lnTo>
                  <a:lnTo>
                    <a:pt x="325" y="965"/>
                  </a:lnTo>
                  <a:lnTo>
                    <a:pt x="296" y="962"/>
                  </a:lnTo>
                  <a:lnTo>
                    <a:pt x="270" y="957"/>
                  </a:lnTo>
                  <a:lnTo>
                    <a:pt x="247" y="952"/>
                  </a:lnTo>
                  <a:lnTo>
                    <a:pt x="214" y="943"/>
                  </a:lnTo>
                  <a:lnTo>
                    <a:pt x="200" y="938"/>
                  </a:lnTo>
                  <a:lnTo>
                    <a:pt x="200" y="938"/>
                  </a:lnTo>
                  <a:lnTo>
                    <a:pt x="179" y="932"/>
                  </a:lnTo>
                  <a:lnTo>
                    <a:pt x="160" y="927"/>
                  </a:lnTo>
                  <a:lnTo>
                    <a:pt x="141" y="925"/>
                  </a:lnTo>
                  <a:lnTo>
                    <a:pt x="122" y="925"/>
                  </a:lnTo>
                  <a:lnTo>
                    <a:pt x="105" y="927"/>
                  </a:lnTo>
                  <a:lnTo>
                    <a:pt x="89" y="930"/>
                  </a:lnTo>
                  <a:lnTo>
                    <a:pt x="73" y="938"/>
                  </a:lnTo>
                  <a:lnTo>
                    <a:pt x="59" y="946"/>
                  </a:lnTo>
                  <a:lnTo>
                    <a:pt x="59" y="946"/>
                  </a:lnTo>
                  <a:lnTo>
                    <a:pt x="45" y="957"/>
                  </a:lnTo>
                  <a:lnTo>
                    <a:pt x="33" y="968"/>
                  </a:lnTo>
                  <a:lnTo>
                    <a:pt x="24" y="982"/>
                  </a:lnTo>
                  <a:lnTo>
                    <a:pt x="14" y="998"/>
                  </a:lnTo>
                  <a:lnTo>
                    <a:pt x="8" y="1016"/>
                  </a:lnTo>
                  <a:lnTo>
                    <a:pt x="3" y="1035"/>
                  </a:lnTo>
                  <a:lnTo>
                    <a:pt x="0" y="1054"/>
                  </a:lnTo>
                  <a:lnTo>
                    <a:pt x="0" y="1074"/>
                  </a:lnTo>
                  <a:lnTo>
                    <a:pt x="0" y="1454"/>
                  </a:lnTo>
                  <a:lnTo>
                    <a:pt x="0" y="1454"/>
                  </a:lnTo>
                  <a:lnTo>
                    <a:pt x="51" y="1456"/>
                  </a:lnTo>
                  <a:lnTo>
                    <a:pt x="100" y="1461"/>
                  </a:lnTo>
                  <a:lnTo>
                    <a:pt x="151" y="1467"/>
                  </a:lnTo>
                  <a:lnTo>
                    <a:pt x="198" y="1476"/>
                  </a:lnTo>
                  <a:lnTo>
                    <a:pt x="246" y="1488"/>
                  </a:lnTo>
                  <a:lnTo>
                    <a:pt x="293" y="1500"/>
                  </a:lnTo>
                  <a:lnTo>
                    <a:pt x="339" y="1516"/>
                  </a:lnTo>
                  <a:lnTo>
                    <a:pt x="384" y="1535"/>
                  </a:lnTo>
                  <a:lnTo>
                    <a:pt x="426" y="1554"/>
                  </a:lnTo>
                  <a:lnTo>
                    <a:pt x="469" y="1576"/>
                  </a:lnTo>
                  <a:lnTo>
                    <a:pt x="510" y="1600"/>
                  </a:lnTo>
                  <a:lnTo>
                    <a:pt x="552" y="1625"/>
                  </a:lnTo>
                  <a:lnTo>
                    <a:pt x="590" y="1652"/>
                  </a:lnTo>
                  <a:lnTo>
                    <a:pt x="628" y="1682"/>
                  </a:lnTo>
                  <a:lnTo>
                    <a:pt x="663" y="1712"/>
                  </a:lnTo>
                  <a:lnTo>
                    <a:pt x="697" y="1746"/>
                  </a:lnTo>
                  <a:lnTo>
                    <a:pt x="731" y="1781"/>
                  </a:lnTo>
                  <a:lnTo>
                    <a:pt x="761" y="1815"/>
                  </a:lnTo>
                  <a:lnTo>
                    <a:pt x="791" y="1853"/>
                  </a:lnTo>
                  <a:lnTo>
                    <a:pt x="818" y="1891"/>
                  </a:lnTo>
                  <a:lnTo>
                    <a:pt x="843" y="1931"/>
                  </a:lnTo>
                  <a:lnTo>
                    <a:pt x="869" y="1972"/>
                  </a:lnTo>
                  <a:lnTo>
                    <a:pt x="891" y="2015"/>
                  </a:lnTo>
                  <a:lnTo>
                    <a:pt x="910" y="2058"/>
                  </a:lnTo>
                  <a:lnTo>
                    <a:pt x="927" y="2104"/>
                  </a:lnTo>
                  <a:lnTo>
                    <a:pt x="943" y="2148"/>
                  </a:lnTo>
                  <a:lnTo>
                    <a:pt x="957" y="2196"/>
                  </a:lnTo>
                  <a:lnTo>
                    <a:pt x="968" y="2243"/>
                  </a:lnTo>
                  <a:lnTo>
                    <a:pt x="978" y="2291"/>
                  </a:lnTo>
                  <a:lnTo>
                    <a:pt x="984" y="2341"/>
                  </a:lnTo>
                  <a:lnTo>
                    <a:pt x="989" y="2390"/>
                  </a:lnTo>
                  <a:lnTo>
                    <a:pt x="991" y="2441"/>
                  </a:lnTo>
                  <a:lnTo>
                    <a:pt x="1369" y="2441"/>
                  </a:lnTo>
                  <a:lnTo>
                    <a:pt x="1369" y="2441"/>
                  </a:lnTo>
                  <a:lnTo>
                    <a:pt x="1393" y="2443"/>
                  </a:lnTo>
                  <a:lnTo>
                    <a:pt x="1414" y="2446"/>
                  </a:lnTo>
                  <a:lnTo>
                    <a:pt x="1436" y="2451"/>
                  </a:lnTo>
                  <a:lnTo>
                    <a:pt x="1455" y="2459"/>
                  </a:lnTo>
                  <a:lnTo>
                    <a:pt x="1472" y="2468"/>
                  </a:lnTo>
                  <a:lnTo>
                    <a:pt x="1488" y="2479"/>
                  </a:lnTo>
                  <a:lnTo>
                    <a:pt x="1501" y="2492"/>
                  </a:lnTo>
                  <a:lnTo>
                    <a:pt x="1513" y="2508"/>
                  </a:lnTo>
                  <a:lnTo>
                    <a:pt x="1513" y="2508"/>
                  </a:lnTo>
                  <a:lnTo>
                    <a:pt x="1523" y="2525"/>
                  </a:lnTo>
                  <a:lnTo>
                    <a:pt x="1531" y="2542"/>
                  </a:lnTo>
                  <a:lnTo>
                    <a:pt x="1536" y="2562"/>
                  </a:lnTo>
                  <a:lnTo>
                    <a:pt x="1537" y="2581"/>
                  </a:lnTo>
                  <a:lnTo>
                    <a:pt x="1537" y="2601"/>
                  </a:lnTo>
                  <a:lnTo>
                    <a:pt x="1536" y="2623"/>
                  </a:lnTo>
                  <a:lnTo>
                    <a:pt x="1531" y="2644"/>
                  </a:lnTo>
                  <a:lnTo>
                    <a:pt x="1523" y="2666"/>
                  </a:lnTo>
                  <a:lnTo>
                    <a:pt x="1523" y="2666"/>
                  </a:lnTo>
                  <a:lnTo>
                    <a:pt x="1518" y="2679"/>
                  </a:lnTo>
                  <a:lnTo>
                    <a:pt x="1510" y="2712"/>
                  </a:lnTo>
                  <a:lnTo>
                    <a:pt x="1504" y="2734"/>
                  </a:lnTo>
                  <a:lnTo>
                    <a:pt x="1501" y="2758"/>
                  </a:lnTo>
                  <a:lnTo>
                    <a:pt x="1498" y="2786"/>
                  </a:lnTo>
                  <a:lnTo>
                    <a:pt x="1496" y="2815"/>
                  </a:lnTo>
                  <a:lnTo>
                    <a:pt x="1496" y="2815"/>
                  </a:lnTo>
                  <a:lnTo>
                    <a:pt x="1498" y="2837"/>
                  </a:lnTo>
                  <a:lnTo>
                    <a:pt x="1501" y="2859"/>
                  </a:lnTo>
                  <a:lnTo>
                    <a:pt x="1506" y="2878"/>
                  </a:lnTo>
                  <a:lnTo>
                    <a:pt x="1513" y="2899"/>
                  </a:lnTo>
                  <a:lnTo>
                    <a:pt x="1523" y="2918"/>
                  </a:lnTo>
                  <a:lnTo>
                    <a:pt x="1532" y="2935"/>
                  </a:lnTo>
                  <a:lnTo>
                    <a:pt x="1545" y="2951"/>
                  </a:lnTo>
                  <a:lnTo>
                    <a:pt x="1559" y="2967"/>
                  </a:lnTo>
                  <a:lnTo>
                    <a:pt x="1575" y="2981"/>
                  </a:lnTo>
                  <a:lnTo>
                    <a:pt x="1591" y="2994"/>
                  </a:lnTo>
                  <a:lnTo>
                    <a:pt x="1609" y="3003"/>
                  </a:lnTo>
                  <a:lnTo>
                    <a:pt x="1628" y="3013"/>
                  </a:lnTo>
                  <a:lnTo>
                    <a:pt x="1648" y="3021"/>
                  </a:lnTo>
                  <a:lnTo>
                    <a:pt x="1669" y="3026"/>
                  </a:lnTo>
                  <a:lnTo>
                    <a:pt x="1689" y="3029"/>
                  </a:lnTo>
                  <a:lnTo>
                    <a:pt x="1712" y="3030"/>
                  </a:lnTo>
                  <a:lnTo>
                    <a:pt x="1712" y="3030"/>
                  </a:lnTo>
                  <a:lnTo>
                    <a:pt x="1734" y="3029"/>
                  </a:lnTo>
                  <a:lnTo>
                    <a:pt x="1754" y="3026"/>
                  </a:lnTo>
                  <a:lnTo>
                    <a:pt x="1775" y="3021"/>
                  </a:lnTo>
                  <a:lnTo>
                    <a:pt x="1796" y="3013"/>
                  </a:lnTo>
                  <a:lnTo>
                    <a:pt x="1813" y="3003"/>
                  </a:lnTo>
                  <a:lnTo>
                    <a:pt x="1832" y="2994"/>
                  </a:lnTo>
                  <a:lnTo>
                    <a:pt x="1848" y="2981"/>
                  </a:lnTo>
                  <a:lnTo>
                    <a:pt x="1864" y="2967"/>
                  </a:lnTo>
                  <a:lnTo>
                    <a:pt x="1876" y="2951"/>
                  </a:lnTo>
                  <a:lnTo>
                    <a:pt x="1889" y="2935"/>
                  </a:lnTo>
                  <a:lnTo>
                    <a:pt x="1900" y="2918"/>
                  </a:lnTo>
                  <a:lnTo>
                    <a:pt x="1910" y="2899"/>
                  </a:lnTo>
                  <a:lnTo>
                    <a:pt x="1916" y="2878"/>
                  </a:lnTo>
                  <a:lnTo>
                    <a:pt x="1922" y="2859"/>
                  </a:lnTo>
                  <a:lnTo>
                    <a:pt x="1925" y="2837"/>
                  </a:lnTo>
                  <a:lnTo>
                    <a:pt x="1927" y="2815"/>
                  </a:lnTo>
                  <a:lnTo>
                    <a:pt x="1927" y="2815"/>
                  </a:lnTo>
                  <a:lnTo>
                    <a:pt x="1925" y="2786"/>
                  </a:lnTo>
                  <a:lnTo>
                    <a:pt x="1922" y="2758"/>
                  </a:lnTo>
                  <a:lnTo>
                    <a:pt x="1918" y="2734"/>
                  </a:lnTo>
                  <a:lnTo>
                    <a:pt x="1913" y="2712"/>
                  </a:lnTo>
                  <a:lnTo>
                    <a:pt x="1903" y="2679"/>
                  </a:lnTo>
                  <a:lnTo>
                    <a:pt x="1900" y="2666"/>
                  </a:lnTo>
                  <a:lnTo>
                    <a:pt x="1900" y="2666"/>
                  </a:lnTo>
                  <a:lnTo>
                    <a:pt x="1892" y="2644"/>
                  </a:lnTo>
                  <a:lnTo>
                    <a:pt x="1887" y="2623"/>
                  </a:lnTo>
                  <a:lnTo>
                    <a:pt x="1884" y="2601"/>
                  </a:lnTo>
                  <a:lnTo>
                    <a:pt x="1884" y="2581"/>
                  </a:lnTo>
                  <a:lnTo>
                    <a:pt x="1887" y="2562"/>
                  </a:lnTo>
                  <a:lnTo>
                    <a:pt x="1892" y="2542"/>
                  </a:lnTo>
                  <a:lnTo>
                    <a:pt x="1900" y="2525"/>
                  </a:lnTo>
                  <a:lnTo>
                    <a:pt x="1910" y="2508"/>
                  </a:lnTo>
                  <a:lnTo>
                    <a:pt x="1910" y="2508"/>
                  </a:lnTo>
                  <a:lnTo>
                    <a:pt x="1921" y="2492"/>
                  </a:lnTo>
                  <a:lnTo>
                    <a:pt x="1935" y="2479"/>
                  </a:lnTo>
                  <a:lnTo>
                    <a:pt x="1951" y="2468"/>
                  </a:lnTo>
                  <a:lnTo>
                    <a:pt x="1968" y="2459"/>
                  </a:lnTo>
                  <a:lnTo>
                    <a:pt x="1987" y="2451"/>
                  </a:lnTo>
                  <a:lnTo>
                    <a:pt x="2008" y="2446"/>
                  </a:lnTo>
                  <a:lnTo>
                    <a:pt x="2030" y="2443"/>
                  </a:lnTo>
                  <a:lnTo>
                    <a:pt x="2054" y="2441"/>
                  </a:lnTo>
                  <a:lnTo>
                    <a:pt x="2445" y="2441"/>
                  </a:lnTo>
                  <a:lnTo>
                    <a:pt x="2445" y="2441"/>
                  </a:lnTo>
                  <a:lnTo>
                    <a:pt x="2445" y="2378"/>
                  </a:lnTo>
                  <a:lnTo>
                    <a:pt x="2442" y="2316"/>
                  </a:lnTo>
                  <a:lnTo>
                    <a:pt x="2437" y="2254"/>
                  </a:lnTo>
                  <a:lnTo>
                    <a:pt x="2433" y="2192"/>
                  </a:lnTo>
                  <a:lnTo>
                    <a:pt x="2425" y="2131"/>
                  </a:lnTo>
                  <a:lnTo>
                    <a:pt x="2415" y="2070"/>
                  </a:lnTo>
                  <a:lnTo>
                    <a:pt x="2406" y="2010"/>
                  </a:lnTo>
                  <a:lnTo>
                    <a:pt x="2395" y="1950"/>
                  </a:lnTo>
                  <a:lnTo>
                    <a:pt x="2380" y="1890"/>
                  </a:lnTo>
                  <a:lnTo>
                    <a:pt x="2366" y="1831"/>
                  </a:lnTo>
                  <a:lnTo>
                    <a:pt x="2350" y="1774"/>
                  </a:lnTo>
                  <a:lnTo>
                    <a:pt x="2333" y="1716"/>
                  </a:lnTo>
                  <a:lnTo>
                    <a:pt x="2314" y="1659"/>
                  </a:lnTo>
                  <a:lnTo>
                    <a:pt x="2295" y="1603"/>
                  </a:lnTo>
                  <a:lnTo>
                    <a:pt x="2273" y="1548"/>
                  </a:lnTo>
                  <a:lnTo>
                    <a:pt x="2250" y="1492"/>
                  </a:lnTo>
                  <a:lnTo>
                    <a:pt x="2227" y="1438"/>
                  </a:lnTo>
                  <a:lnTo>
                    <a:pt x="2201" y="1385"/>
                  </a:lnTo>
                  <a:lnTo>
                    <a:pt x="2174" y="1332"/>
                  </a:lnTo>
                  <a:lnTo>
                    <a:pt x="2147" y="1280"/>
                  </a:lnTo>
                  <a:lnTo>
                    <a:pt x="2119" y="1228"/>
                  </a:lnTo>
                  <a:lnTo>
                    <a:pt x="2089" y="1177"/>
                  </a:lnTo>
                  <a:lnTo>
                    <a:pt x="2057" y="1128"/>
                  </a:lnTo>
                  <a:lnTo>
                    <a:pt x="2024" y="1079"/>
                  </a:lnTo>
                  <a:lnTo>
                    <a:pt x="1990" y="1030"/>
                  </a:lnTo>
                  <a:lnTo>
                    <a:pt x="1956" y="982"/>
                  </a:lnTo>
                  <a:lnTo>
                    <a:pt x="1921" y="936"/>
                  </a:lnTo>
                  <a:lnTo>
                    <a:pt x="1884" y="890"/>
                  </a:lnTo>
                  <a:lnTo>
                    <a:pt x="1846" y="846"/>
                  </a:lnTo>
                  <a:lnTo>
                    <a:pt x="1807" y="802"/>
                  </a:lnTo>
                  <a:lnTo>
                    <a:pt x="1767" y="759"/>
                  </a:lnTo>
                  <a:lnTo>
                    <a:pt x="1726" y="718"/>
                  </a:lnTo>
                  <a:lnTo>
                    <a:pt x="1683" y="677"/>
                  </a:lnTo>
                  <a:lnTo>
                    <a:pt x="1640" y="637"/>
                  </a:lnTo>
                  <a:lnTo>
                    <a:pt x="1597" y="597"/>
                  </a:lnTo>
                  <a:lnTo>
                    <a:pt x="1551" y="561"/>
                  </a:lnTo>
                  <a:lnTo>
                    <a:pt x="1507" y="523"/>
                  </a:lnTo>
                  <a:lnTo>
                    <a:pt x="1460" y="488"/>
                  </a:lnTo>
                  <a:lnTo>
                    <a:pt x="1412" y="453"/>
                  </a:lnTo>
                  <a:lnTo>
                    <a:pt x="1365" y="420"/>
                  </a:lnTo>
                  <a:lnTo>
                    <a:pt x="1315" y="387"/>
                  </a:lnTo>
                  <a:lnTo>
                    <a:pt x="1265" y="357"/>
                  </a:lnTo>
                  <a:lnTo>
                    <a:pt x="1214" y="326"/>
                  </a:lnTo>
                  <a:lnTo>
                    <a:pt x="1163" y="298"/>
                  </a:lnTo>
                  <a:lnTo>
                    <a:pt x="1111" y="269"/>
                  </a:lnTo>
                  <a:lnTo>
                    <a:pt x="1057" y="244"/>
                  </a:lnTo>
                  <a:lnTo>
                    <a:pt x="1005" y="219"/>
                  </a:lnTo>
                  <a:lnTo>
                    <a:pt x="949" y="195"/>
                  </a:lnTo>
                  <a:lnTo>
                    <a:pt x="894" y="171"/>
                  </a:lnTo>
                  <a:lnTo>
                    <a:pt x="838" y="151"/>
                  </a:lnTo>
                  <a:lnTo>
                    <a:pt x="783" y="130"/>
                  </a:lnTo>
                  <a:lnTo>
                    <a:pt x="726" y="113"/>
                  </a:lnTo>
                  <a:lnTo>
                    <a:pt x="667" y="95"/>
                  </a:lnTo>
                  <a:lnTo>
                    <a:pt x="610" y="79"/>
                  </a:lnTo>
                  <a:lnTo>
                    <a:pt x="552" y="65"/>
                  </a:lnTo>
                  <a:lnTo>
                    <a:pt x="491" y="52"/>
                  </a:lnTo>
                  <a:lnTo>
                    <a:pt x="431" y="40"/>
                  </a:lnTo>
                  <a:lnTo>
                    <a:pt x="371" y="30"/>
                  </a:lnTo>
                  <a:lnTo>
                    <a:pt x="311" y="21"/>
                  </a:lnTo>
                  <a:lnTo>
                    <a:pt x="249" y="14"/>
                  </a:lnTo>
                  <a:lnTo>
                    <a:pt x="187" y="8"/>
                  </a:lnTo>
                  <a:lnTo>
                    <a:pt x="125" y="5"/>
                  </a:lnTo>
                  <a:lnTo>
                    <a:pt x="64" y="2"/>
                  </a:lnTo>
                  <a:lnTo>
                    <a:pt x="0" y="0"/>
                  </a:lnTo>
                  <a:lnTo>
                    <a:pt x="0" y="39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15" name="Google Shape;715;p16"/>
            <p:cNvSpPr/>
            <p:nvPr/>
          </p:nvSpPr>
          <p:spPr>
            <a:xfrm>
              <a:off x="2795059" y="1260049"/>
              <a:ext cx="2180448" cy="1759029"/>
            </a:xfrm>
            <a:custGeom>
              <a:rect b="b" l="l" r="r" t="t"/>
              <a:pathLst>
                <a:path extrusionOk="0" h="2446" w="3032">
                  <a:moveTo>
                    <a:pt x="388" y="2446"/>
                  </a:moveTo>
                  <a:lnTo>
                    <a:pt x="388" y="2446"/>
                  </a:lnTo>
                  <a:lnTo>
                    <a:pt x="409" y="2444"/>
                  </a:lnTo>
                  <a:lnTo>
                    <a:pt x="430" y="2441"/>
                  </a:lnTo>
                  <a:lnTo>
                    <a:pt x="447" y="2436"/>
                  </a:lnTo>
                  <a:lnTo>
                    <a:pt x="464" y="2430"/>
                  </a:lnTo>
                  <a:lnTo>
                    <a:pt x="480" y="2422"/>
                  </a:lnTo>
                  <a:lnTo>
                    <a:pt x="495" y="2413"/>
                  </a:lnTo>
                  <a:lnTo>
                    <a:pt x="506" y="2400"/>
                  </a:lnTo>
                  <a:lnTo>
                    <a:pt x="517" y="2387"/>
                  </a:lnTo>
                  <a:lnTo>
                    <a:pt x="517" y="2387"/>
                  </a:lnTo>
                  <a:lnTo>
                    <a:pt x="526" y="2373"/>
                  </a:lnTo>
                  <a:lnTo>
                    <a:pt x="533" y="2357"/>
                  </a:lnTo>
                  <a:lnTo>
                    <a:pt x="536" y="2340"/>
                  </a:lnTo>
                  <a:lnTo>
                    <a:pt x="539" y="2322"/>
                  </a:lnTo>
                  <a:lnTo>
                    <a:pt x="537" y="2305"/>
                  </a:lnTo>
                  <a:lnTo>
                    <a:pt x="536" y="2286"/>
                  </a:lnTo>
                  <a:lnTo>
                    <a:pt x="531" y="2265"/>
                  </a:lnTo>
                  <a:lnTo>
                    <a:pt x="525" y="2246"/>
                  </a:lnTo>
                  <a:lnTo>
                    <a:pt x="525" y="2246"/>
                  </a:lnTo>
                  <a:lnTo>
                    <a:pt x="520" y="2232"/>
                  </a:lnTo>
                  <a:lnTo>
                    <a:pt x="510" y="2199"/>
                  </a:lnTo>
                  <a:lnTo>
                    <a:pt x="506" y="2175"/>
                  </a:lnTo>
                  <a:lnTo>
                    <a:pt x="501" y="2150"/>
                  </a:lnTo>
                  <a:lnTo>
                    <a:pt x="498" y="2121"/>
                  </a:lnTo>
                  <a:lnTo>
                    <a:pt x="496" y="2091"/>
                  </a:lnTo>
                  <a:lnTo>
                    <a:pt x="496" y="2091"/>
                  </a:lnTo>
                  <a:lnTo>
                    <a:pt x="498" y="2066"/>
                  </a:lnTo>
                  <a:lnTo>
                    <a:pt x="501" y="2044"/>
                  </a:lnTo>
                  <a:lnTo>
                    <a:pt x="507" y="2021"/>
                  </a:lnTo>
                  <a:lnTo>
                    <a:pt x="515" y="1999"/>
                  </a:lnTo>
                  <a:lnTo>
                    <a:pt x="525" y="1979"/>
                  </a:lnTo>
                  <a:lnTo>
                    <a:pt x="536" y="1960"/>
                  </a:lnTo>
                  <a:lnTo>
                    <a:pt x="550" y="1942"/>
                  </a:lnTo>
                  <a:lnTo>
                    <a:pt x="566" y="1925"/>
                  </a:lnTo>
                  <a:lnTo>
                    <a:pt x="582" y="1910"/>
                  </a:lnTo>
                  <a:lnTo>
                    <a:pt x="599" y="1896"/>
                  </a:lnTo>
                  <a:lnTo>
                    <a:pt x="620" y="1885"/>
                  </a:lnTo>
                  <a:lnTo>
                    <a:pt x="639" y="1876"/>
                  </a:lnTo>
                  <a:lnTo>
                    <a:pt x="661" y="1868"/>
                  </a:lnTo>
                  <a:lnTo>
                    <a:pt x="683" y="1861"/>
                  </a:lnTo>
                  <a:lnTo>
                    <a:pt x="707" y="1858"/>
                  </a:lnTo>
                  <a:lnTo>
                    <a:pt x="731" y="1857"/>
                  </a:lnTo>
                  <a:lnTo>
                    <a:pt x="731" y="1857"/>
                  </a:lnTo>
                  <a:lnTo>
                    <a:pt x="754" y="1858"/>
                  </a:lnTo>
                  <a:lnTo>
                    <a:pt x="778" y="1861"/>
                  </a:lnTo>
                  <a:lnTo>
                    <a:pt x="800" y="1868"/>
                  </a:lnTo>
                  <a:lnTo>
                    <a:pt x="821" y="1876"/>
                  </a:lnTo>
                  <a:lnTo>
                    <a:pt x="842" y="1885"/>
                  </a:lnTo>
                  <a:lnTo>
                    <a:pt x="861" y="1896"/>
                  </a:lnTo>
                  <a:lnTo>
                    <a:pt x="880" y="1910"/>
                  </a:lnTo>
                  <a:lnTo>
                    <a:pt x="896" y="1925"/>
                  </a:lnTo>
                  <a:lnTo>
                    <a:pt x="911" y="1942"/>
                  </a:lnTo>
                  <a:lnTo>
                    <a:pt x="924" y="1960"/>
                  </a:lnTo>
                  <a:lnTo>
                    <a:pt x="937" y="1979"/>
                  </a:lnTo>
                  <a:lnTo>
                    <a:pt x="946" y="1999"/>
                  </a:lnTo>
                  <a:lnTo>
                    <a:pt x="954" y="2021"/>
                  </a:lnTo>
                  <a:lnTo>
                    <a:pt x="960" y="2044"/>
                  </a:lnTo>
                  <a:lnTo>
                    <a:pt x="964" y="2066"/>
                  </a:lnTo>
                  <a:lnTo>
                    <a:pt x="965" y="2091"/>
                  </a:lnTo>
                  <a:lnTo>
                    <a:pt x="965" y="2091"/>
                  </a:lnTo>
                  <a:lnTo>
                    <a:pt x="964" y="2121"/>
                  </a:lnTo>
                  <a:lnTo>
                    <a:pt x="960" y="2150"/>
                  </a:lnTo>
                  <a:lnTo>
                    <a:pt x="956" y="2175"/>
                  </a:lnTo>
                  <a:lnTo>
                    <a:pt x="951" y="2199"/>
                  </a:lnTo>
                  <a:lnTo>
                    <a:pt x="941" y="2232"/>
                  </a:lnTo>
                  <a:lnTo>
                    <a:pt x="937" y="2246"/>
                  </a:lnTo>
                  <a:lnTo>
                    <a:pt x="937" y="2246"/>
                  </a:lnTo>
                  <a:lnTo>
                    <a:pt x="930" y="2265"/>
                  </a:lnTo>
                  <a:lnTo>
                    <a:pt x="926" y="2286"/>
                  </a:lnTo>
                  <a:lnTo>
                    <a:pt x="922" y="2305"/>
                  </a:lnTo>
                  <a:lnTo>
                    <a:pt x="922" y="2322"/>
                  </a:lnTo>
                  <a:lnTo>
                    <a:pt x="926" y="2340"/>
                  </a:lnTo>
                  <a:lnTo>
                    <a:pt x="929" y="2357"/>
                  </a:lnTo>
                  <a:lnTo>
                    <a:pt x="935" y="2373"/>
                  </a:lnTo>
                  <a:lnTo>
                    <a:pt x="945" y="2387"/>
                  </a:lnTo>
                  <a:lnTo>
                    <a:pt x="945" y="2387"/>
                  </a:lnTo>
                  <a:lnTo>
                    <a:pt x="954" y="2400"/>
                  </a:lnTo>
                  <a:lnTo>
                    <a:pt x="967" y="2413"/>
                  </a:lnTo>
                  <a:lnTo>
                    <a:pt x="981" y="2422"/>
                  </a:lnTo>
                  <a:lnTo>
                    <a:pt x="997" y="2430"/>
                  </a:lnTo>
                  <a:lnTo>
                    <a:pt x="1014" y="2436"/>
                  </a:lnTo>
                  <a:lnTo>
                    <a:pt x="1032" y="2441"/>
                  </a:lnTo>
                  <a:lnTo>
                    <a:pt x="1052" y="2444"/>
                  </a:lnTo>
                  <a:lnTo>
                    <a:pt x="1073" y="2446"/>
                  </a:lnTo>
                  <a:lnTo>
                    <a:pt x="1455" y="2446"/>
                  </a:lnTo>
                  <a:lnTo>
                    <a:pt x="1455" y="2446"/>
                  </a:lnTo>
                  <a:lnTo>
                    <a:pt x="1456" y="2395"/>
                  </a:lnTo>
                  <a:lnTo>
                    <a:pt x="1461" y="2344"/>
                  </a:lnTo>
                  <a:lnTo>
                    <a:pt x="1468" y="2295"/>
                  </a:lnTo>
                  <a:lnTo>
                    <a:pt x="1477" y="2246"/>
                  </a:lnTo>
                  <a:lnTo>
                    <a:pt x="1488" y="2199"/>
                  </a:lnTo>
                  <a:lnTo>
                    <a:pt x="1501" y="2153"/>
                  </a:lnTo>
                  <a:lnTo>
                    <a:pt x="1517" y="2107"/>
                  </a:lnTo>
                  <a:lnTo>
                    <a:pt x="1536" y="2063"/>
                  </a:lnTo>
                  <a:lnTo>
                    <a:pt x="1555" y="2018"/>
                  </a:lnTo>
                  <a:lnTo>
                    <a:pt x="1577" y="1975"/>
                  </a:lnTo>
                  <a:lnTo>
                    <a:pt x="1601" y="1934"/>
                  </a:lnTo>
                  <a:lnTo>
                    <a:pt x="1626" y="1895"/>
                  </a:lnTo>
                  <a:lnTo>
                    <a:pt x="1653" y="1857"/>
                  </a:lnTo>
                  <a:lnTo>
                    <a:pt x="1683" y="1819"/>
                  </a:lnTo>
                  <a:lnTo>
                    <a:pt x="1713" y="1784"/>
                  </a:lnTo>
                  <a:lnTo>
                    <a:pt x="1746" y="1749"/>
                  </a:lnTo>
                  <a:lnTo>
                    <a:pt x="1781" y="1716"/>
                  </a:lnTo>
                  <a:lnTo>
                    <a:pt x="1816" y="1686"/>
                  </a:lnTo>
                  <a:lnTo>
                    <a:pt x="1854" y="1655"/>
                  </a:lnTo>
                  <a:lnTo>
                    <a:pt x="1892" y="1629"/>
                  </a:lnTo>
                  <a:lnTo>
                    <a:pt x="1932" y="1602"/>
                  </a:lnTo>
                  <a:lnTo>
                    <a:pt x="1973" y="1578"/>
                  </a:lnTo>
                  <a:lnTo>
                    <a:pt x="2016" y="1556"/>
                  </a:lnTo>
                  <a:lnTo>
                    <a:pt x="2059" y="1537"/>
                  </a:lnTo>
                  <a:lnTo>
                    <a:pt x="2103" y="1518"/>
                  </a:lnTo>
                  <a:lnTo>
                    <a:pt x="2149" y="1502"/>
                  </a:lnTo>
                  <a:lnTo>
                    <a:pt x="2196" y="1489"/>
                  </a:lnTo>
                  <a:lnTo>
                    <a:pt x="2244" y="1476"/>
                  </a:lnTo>
                  <a:lnTo>
                    <a:pt x="2292" y="1469"/>
                  </a:lnTo>
                  <a:lnTo>
                    <a:pt x="2341" y="1461"/>
                  </a:lnTo>
                  <a:lnTo>
                    <a:pt x="2391" y="1457"/>
                  </a:lnTo>
                  <a:lnTo>
                    <a:pt x="2442" y="1456"/>
                  </a:lnTo>
                  <a:lnTo>
                    <a:pt x="2442" y="1074"/>
                  </a:lnTo>
                  <a:lnTo>
                    <a:pt x="2442" y="1074"/>
                  </a:lnTo>
                  <a:lnTo>
                    <a:pt x="2444" y="1052"/>
                  </a:lnTo>
                  <a:lnTo>
                    <a:pt x="2447" y="1030"/>
                  </a:lnTo>
                  <a:lnTo>
                    <a:pt x="2452" y="1009"/>
                  </a:lnTo>
                  <a:lnTo>
                    <a:pt x="2460" y="989"/>
                  </a:lnTo>
                  <a:lnTo>
                    <a:pt x="2469" y="971"/>
                  </a:lnTo>
                  <a:lnTo>
                    <a:pt x="2480" y="955"/>
                  </a:lnTo>
                  <a:lnTo>
                    <a:pt x="2493" y="943"/>
                  </a:lnTo>
                  <a:lnTo>
                    <a:pt x="2509" y="930"/>
                  </a:lnTo>
                  <a:lnTo>
                    <a:pt x="2509" y="930"/>
                  </a:lnTo>
                  <a:lnTo>
                    <a:pt x="2525" y="920"/>
                  </a:lnTo>
                  <a:lnTo>
                    <a:pt x="2544" y="913"/>
                  </a:lnTo>
                  <a:lnTo>
                    <a:pt x="2563" y="908"/>
                  </a:lnTo>
                  <a:lnTo>
                    <a:pt x="2582" y="906"/>
                  </a:lnTo>
                  <a:lnTo>
                    <a:pt x="2602" y="906"/>
                  </a:lnTo>
                  <a:lnTo>
                    <a:pt x="2623" y="908"/>
                  </a:lnTo>
                  <a:lnTo>
                    <a:pt x="2645" y="913"/>
                  </a:lnTo>
                  <a:lnTo>
                    <a:pt x="2667" y="920"/>
                  </a:lnTo>
                  <a:lnTo>
                    <a:pt x="2667" y="920"/>
                  </a:lnTo>
                  <a:lnTo>
                    <a:pt x="2680" y="925"/>
                  </a:lnTo>
                  <a:lnTo>
                    <a:pt x="2713" y="935"/>
                  </a:lnTo>
                  <a:lnTo>
                    <a:pt x="2734" y="939"/>
                  </a:lnTo>
                  <a:lnTo>
                    <a:pt x="2759" y="943"/>
                  </a:lnTo>
                  <a:lnTo>
                    <a:pt x="2788" y="946"/>
                  </a:lnTo>
                  <a:lnTo>
                    <a:pt x="2816" y="947"/>
                  </a:lnTo>
                  <a:lnTo>
                    <a:pt x="2816" y="947"/>
                  </a:lnTo>
                  <a:lnTo>
                    <a:pt x="2838" y="946"/>
                  </a:lnTo>
                  <a:lnTo>
                    <a:pt x="2859" y="943"/>
                  </a:lnTo>
                  <a:lnTo>
                    <a:pt x="2879" y="938"/>
                  </a:lnTo>
                  <a:lnTo>
                    <a:pt x="2900" y="930"/>
                  </a:lnTo>
                  <a:lnTo>
                    <a:pt x="2919" y="920"/>
                  </a:lnTo>
                  <a:lnTo>
                    <a:pt x="2937" y="911"/>
                  </a:lnTo>
                  <a:lnTo>
                    <a:pt x="2952" y="898"/>
                  </a:lnTo>
                  <a:lnTo>
                    <a:pt x="2968" y="884"/>
                  </a:lnTo>
                  <a:lnTo>
                    <a:pt x="2982" y="868"/>
                  </a:lnTo>
                  <a:lnTo>
                    <a:pt x="2994" y="852"/>
                  </a:lnTo>
                  <a:lnTo>
                    <a:pt x="3005" y="835"/>
                  </a:lnTo>
                  <a:lnTo>
                    <a:pt x="3014" y="816"/>
                  </a:lnTo>
                  <a:lnTo>
                    <a:pt x="3022" y="795"/>
                  </a:lnTo>
                  <a:lnTo>
                    <a:pt x="3027" y="776"/>
                  </a:lnTo>
                  <a:lnTo>
                    <a:pt x="3030" y="754"/>
                  </a:lnTo>
                  <a:lnTo>
                    <a:pt x="3032" y="732"/>
                  </a:lnTo>
                  <a:lnTo>
                    <a:pt x="3032" y="732"/>
                  </a:lnTo>
                  <a:lnTo>
                    <a:pt x="3030" y="710"/>
                  </a:lnTo>
                  <a:lnTo>
                    <a:pt x="3027" y="689"/>
                  </a:lnTo>
                  <a:lnTo>
                    <a:pt x="3022" y="669"/>
                  </a:lnTo>
                  <a:lnTo>
                    <a:pt x="3014" y="648"/>
                  </a:lnTo>
                  <a:lnTo>
                    <a:pt x="3005" y="631"/>
                  </a:lnTo>
                  <a:lnTo>
                    <a:pt x="2994" y="612"/>
                  </a:lnTo>
                  <a:lnTo>
                    <a:pt x="2982" y="596"/>
                  </a:lnTo>
                  <a:lnTo>
                    <a:pt x="2968" y="580"/>
                  </a:lnTo>
                  <a:lnTo>
                    <a:pt x="2952" y="567"/>
                  </a:lnTo>
                  <a:lnTo>
                    <a:pt x="2937" y="555"/>
                  </a:lnTo>
                  <a:lnTo>
                    <a:pt x="2919" y="543"/>
                  </a:lnTo>
                  <a:lnTo>
                    <a:pt x="2900" y="534"/>
                  </a:lnTo>
                  <a:lnTo>
                    <a:pt x="2879" y="528"/>
                  </a:lnTo>
                  <a:lnTo>
                    <a:pt x="2859" y="521"/>
                  </a:lnTo>
                  <a:lnTo>
                    <a:pt x="2838" y="518"/>
                  </a:lnTo>
                  <a:lnTo>
                    <a:pt x="2816" y="518"/>
                  </a:lnTo>
                  <a:lnTo>
                    <a:pt x="2816" y="518"/>
                  </a:lnTo>
                  <a:lnTo>
                    <a:pt x="2788" y="518"/>
                  </a:lnTo>
                  <a:lnTo>
                    <a:pt x="2759" y="521"/>
                  </a:lnTo>
                  <a:lnTo>
                    <a:pt x="2734" y="526"/>
                  </a:lnTo>
                  <a:lnTo>
                    <a:pt x="2713" y="531"/>
                  </a:lnTo>
                  <a:lnTo>
                    <a:pt x="2680" y="540"/>
                  </a:lnTo>
                  <a:lnTo>
                    <a:pt x="2667" y="543"/>
                  </a:lnTo>
                  <a:lnTo>
                    <a:pt x="2667" y="543"/>
                  </a:lnTo>
                  <a:lnTo>
                    <a:pt x="2645" y="551"/>
                  </a:lnTo>
                  <a:lnTo>
                    <a:pt x="2623" y="556"/>
                  </a:lnTo>
                  <a:lnTo>
                    <a:pt x="2602" y="559"/>
                  </a:lnTo>
                  <a:lnTo>
                    <a:pt x="2582" y="559"/>
                  </a:lnTo>
                  <a:lnTo>
                    <a:pt x="2563" y="556"/>
                  </a:lnTo>
                  <a:lnTo>
                    <a:pt x="2544" y="551"/>
                  </a:lnTo>
                  <a:lnTo>
                    <a:pt x="2525" y="545"/>
                  </a:lnTo>
                  <a:lnTo>
                    <a:pt x="2509" y="534"/>
                  </a:lnTo>
                  <a:lnTo>
                    <a:pt x="2509" y="534"/>
                  </a:lnTo>
                  <a:lnTo>
                    <a:pt x="2493" y="523"/>
                  </a:lnTo>
                  <a:lnTo>
                    <a:pt x="2480" y="509"/>
                  </a:lnTo>
                  <a:lnTo>
                    <a:pt x="2469" y="493"/>
                  </a:lnTo>
                  <a:lnTo>
                    <a:pt x="2460" y="475"/>
                  </a:lnTo>
                  <a:lnTo>
                    <a:pt x="2452" y="456"/>
                  </a:lnTo>
                  <a:lnTo>
                    <a:pt x="2447" y="436"/>
                  </a:lnTo>
                  <a:lnTo>
                    <a:pt x="2444" y="414"/>
                  </a:lnTo>
                  <a:lnTo>
                    <a:pt x="2442" y="390"/>
                  </a:lnTo>
                  <a:lnTo>
                    <a:pt x="2442" y="0"/>
                  </a:lnTo>
                  <a:lnTo>
                    <a:pt x="2442" y="0"/>
                  </a:lnTo>
                  <a:lnTo>
                    <a:pt x="2379" y="2"/>
                  </a:lnTo>
                  <a:lnTo>
                    <a:pt x="2317" y="5"/>
                  </a:lnTo>
                  <a:lnTo>
                    <a:pt x="2254" y="10"/>
                  </a:lnTo>
                  <a:lnTo>
                    <a:pt x="2193" y="14"/>
                  </a:lnTo>
                  <a:lnTo>
                    <a:pt x="2132" y="22"/>
                  </a:lnTo>
                  <a:lnTo>
                    <a:pt x="2071" y="30"/>
                  </a:lnTo>
                  <a:lnTo>
                    <a:pt x="2010" y="41"/>
                  </a:lnTo>
                  <a:lnTo>
                    <a:pt x="1951" y="52"/>
                  </a:lnTo>
                  <a:lnTo>
                    <a:pt x="1891" y="65"/>
                  </a:lnTo>
                  <a:lnTo>
                    <a:pt x="1832" y="81"/>
                  </a:lnTo>
                  <a:lnTo>
                    <a:pt x="1775" y="97"/>
                  </a:lnTo>
                  <a:lnTo>
                    <a:pt x="1716" y="114"/>
                  </a:lnTo>
                  <a:lnTo>
                    <a:pt x="1659" y="132"/>
                  </a:lnTo>
                  <a:lnTo>
                    <a:pt x="1604" y="152"/>
                  </a:lnTo>
                  <a:lnTo>
                    <a:pt x="1548" y="173"/>
                  </a:lnTo>
                  <a:lnTo>
                    <a:pt x="1493" y="197"/>
                  </a:lnTo>
                  <a:lnTo>
                    <a:pt x="1439" y="220"/>
                  </a:lnTo>
                  <a:lnTo>
                    <a:pt x="1385" y="246"/>
                  </a:lnTo>
                  <a:lnTo>
                    <a:pt x="1331" y="271"/>
                  </a:lnTo>
                  <a:lnTo>
                    <a:pt x="1281" y="300"/>
                  </a:lnTo>
                  <a:lnTo>
                    <a:pt x="1228" y="328"/>
                  </a:lnTo>
                  <a:lnTo>
                    <a:pt x="1178" y="358"/>
                  </a:lnTo>
                  <a:lnTo>
                    <a:pt x="1128" y="390"/>
                  </a:lnTo>
                  <a:lnTo>
                    <a:pt x="1079" y="422"/>
                  </a:lnTo>
                  <a:lnTo>
                    <a:pt x="1030" y="456"/>
                  </a:lnTo>
                  <a:lnTo>
                    <a:pt x="983" y="490"/>
                  </a:lnTo>
                  <a:lnTo>
                    <a:pt x="937" y="526"/>
                  </a:lnTo>
                  <a:lnTo>
                    <a:pt x="891" y="562"/>
                  </a:lnTo>
                  <a:lnTo>
                    <a:pt x="846" y="601"/>
                  </a:lnTo>
                  <a:lnTo>
                    <a:pt x="802" y="640"/>
                  </a:lnTo>
                  <a:lnTo>
                    <a:pt x="759" y="680"/>
                  </a:lnTo>
                  <a:lnTo>
                    <a:pt x="718" y="721"/>
                  </a:lnTo>
                  <a:lnTo>
                    <a:pt x="677" y="762"/>
                  </a:lnTo>
                  <a:lnTo>
                    <a:pt x="637" y="805"/>
                  </a:lnTo>
                  <a:lnTo>
                    <a:pt x="598" y="849"/>
                  </a:lnTo>
                  <a:lnTo>
                    <a:pt x="561" y="894"/>
                  </a:lnTo>
                  <a:lnTo>
                    <a:pt x="523" y="939"/>
                  </a:lnTo>
                  <a:lnTo>
                    <a:pt x="488" y="985"/>
                  </a:lnTo>
                  <a:lnTo>
                    <a:pt x="453" y="1033"/>
                  </a:lnTo>
                  <a:lnTo>
                    <a:pt x="420" y="1082"/>
                  </a:lnTo>
                  <a:lnTo>
                    <a:pt x="387" y="1131"/>
                  </a:lnTo>
                  <a:lnTo>
                    <a:pt x="357" y="1180"/>
                  </a:lnTo>
                  <a:lnTo>
                    <a:pt x="327" y="1231"/>
                  </a:lnTo>
                  <a:lnTo>
                    <a:pt x="298" y="1283"/>
                  </a:lnTo>
                  <a:lnTo>
                    <a:pt x="270" y="1335"/>
                  </a:lnTo>
                  <a:lnTo>
                    <a:pt x="244" y="1388"/>
                  </a:lnTo>
                  <a:lnTo>
                    <a:pt x="219" y="1442"/>
                  </a:lnTo>
                  <a:lnTo>
                    <a:pt x="195" y="1495"/>
                  </a:lnTo>
                  <a:lnTo>
                    <a:pt x="171" y="1551"/>
                  </a:lnTo>
                  <a:lnTo>
                    <a:pt x="151" y="1606"/>
                  </a:lnTo>
                  <a:lnTo>
                    <a:pt x="130" y="1663"/>
                  </a:lnTo>
                  <a:lnTo>
                    <a:pt x="113" y="1720"/>
                  </a:lnTo>
                  <a:lnTo>
                    <a:pt x="95" y="1777"/>
                  </a:lnTo>
                  <a:lnTo>
                    <a:pt x="79" y="1836"/>
                  </a:lnTo>
                  <a:lnTo>
                    <a:pt x="65" y="1895"/>
                  </a:lnTo>
                  <a:lnTo>
                    <a:pt x="52" y="1953"/>
                  </a:lnTo>
                  <a:lnTo>
                    <a:pt x="40" y="2013"/>
                  </a:lnTo>
                  <a:lnTo>
                    <a:pt x="30" y="2074"/>
                  </a:lnTo>
                  <a:lnTo>
                    <a:pt x="21" y="2135"/>
                  </a:lnTo>
                  <a:lnTo>
                    <a:pt x="14" y="2196"/>
                  </a:lnTo>
                  <a:lnTo>
                    <a:pt x="8" y="2257"/>
                  </a:lnTo>
                  <a:lnTo>
                    <a:pt x="5" y="2319"/>
                  </a:lnTo>
                  <a:lnTo>
                    <a:pt x="2" y="2383"/>
                  </a:lnTo>
                  <a:lnTo>
                    <a:pt x="0" y="2446"/>
                  </a:lnTo>
                  <a:lnTo>
                    <a:pt x="388" y="24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16" name="Google Shape;716;p16"/>
            <p:cNvSpPr/>
            <p:nvPr/>
          </p:nvSpPr>
          <p:spPr>
            <a:xfrm>
              <a:off x="2795059" y="2609166"/>
              <a:ext cx="1759026" cy="2177571"/>
            </a:xfrm>
            <a:custGeom>
              <a:rect b="b" l="l" r="r" t="t"/>
              <a:pathLst>
                <a:path extrusionOk="0" h="3028" w="2447">
                  <a:moveTo>
                    <a:pt x="2447" y="2639"/>
                  </a:moveTo>
                  <a:lnTo>
                    <a:pt x="2447" y="2639"/>
                  </a:lnTo>
                  <a:lnTo>
                    <a:pt x="2445" y="2618"/>
                  </a:lnTo>
                  <a:lnTo>
                    <a:pt x="2442" y="2599"/>
                  </a:lnTo>
                  <a:lnTo>
                    <a:pt x="2437" y="2580"/>
                  </a:lnTo>
                  <a:lnTo>
                    <a:pt x="2431" y="2563"/>
                  </a:lnTo>
                  <a:lnTo>
                    <a:pt x="2423" y="2547"/>
                  </a:lnTo>
                  <a:lnTo>
                    <a:pt x="2414" y="2532"/>
                  </a:lnTo>
                  <a:lnTo>
                    <a:pt x="2401" y="2521"/>
                  </a:lnTo>
                  <a:lnTo>
                    <a:pt x="2388" y="2510"/>
                  </a:lnTo>
                  <a:lnTo>
                    <a:pt x="2388" y="2510"/>
                  </a:lnTo>
                  <a:lnTo>
                    <a:pt x="2372" y="2502"/>
                  </a:lnTo>
                  <a:lnTo>
                    <a:pt x="2358" y="2494"/>
                  </a:lnTo>
                  <a:lnTo>
                    <a:pt x="2341" y="2491"/>
                  </a:lnTo>
                  <a:lnTo>
                    <a:pt x="2323" y="2490"/>
                  </a:lnTo>
                  <a:lnTo>
                    <a:pt x="2304" y="2490"/>
                  </a:lnTo>
                  <a:lnTo>
                    <a:pt x="2285" y="2491"/>
                  </a:lnTo>
                  <a:lnTo>
                    <a:pt x="2266" y="2496"/>
                  </a:lnTo>
                  <a:lnTo>
                    <a:pt x="2247" y="2502"/>
                  </a:lnTo>
                  <a:lnTo>
                    <a:pt x="2247" y="2502"/>
                  </a:lnTo>
                  <a:lnTo>
                    <a:pt x="2233" y="2507"/>
                  </a:lnTo>
                  <a:lnTo>
                    <a:pt x="2198" y="2517"/>
                  </a:lnTo>
                  <a:lnTo>
                    <a:pt x="2176" y="2521"/>
                  </a:lnTo>
                  <a:lnTo>
                    <a:pt x="2151" y="2526"/>
                  </a:lnTo>
                  <a:lnTo>
                    <a:pt x="2122" y="2529"/>
                  </a:lnTo>
                  <a:lnTo>
                    <a:pt x="2090" y="2531"/>
                  </a:lnTo>
                  <a:lnTo>
                    <a:pt x="2090" y="2531"/>
                  </a:lnTo>
                  <a:lnTo>
                    <a:pt x="2067" y="2529"/>
                  </a:lnTo>
                  <a:lnTo>
                    <a:pt x="2044" y="2526"/>
                  </a:lnTo>
                  <a:lnTo>
                    <a:pt x="2022" y="2520"/>
                  </a:lnTo>
                  <a:lnTo>
                    <a:pt x="2000" y="2512"/>
                  </a:lnTo>
                  <a:lnTo>
                    <a:pt x="1979" y="2502"/>
                  </a:lnTo>
                  <a:lnTo>
                    <a:pt x="1960" y="2491"/>
                  </a:lnTo>
                  <a:lnTo>
                    <a:pt x="1943" y="2477"/>
                  </a:lnTo>
                  <a:lnTo>
                    <a:pt x="1926" y="2463"/>
                  </a:lnTo>
                  <a:lnTo>
                    <a:pt x="1910" y="2445"/>
                  </a:lnTo>
                  <a:lnTo>
                    <a:pt x="1897" y="2428"/>
                  </a:lnTo>
                  <a:lnTo>
                    <a:pt x="1886" y="2409"/>
                  </a:lnTo>
                  <a:lnTo>
                    <a:pt x="1875" y="2388"/>
                  </a:lnTo>
                  <a:lnTo>
                    <a:pt x="1867" y="2366"/>
                  </a:lnTo>
                  <a:lnTo>
                    <a:pt x="1862" y="2344"/>
                  </a:lnTo>
                  <a:lnTo>
                    <a:pt x="1857" y="2320"/>
                  </a:lnTo>
                  <a:lnTo>
                    <a:pt x="1857" y="2296"/>
                  </a:lnTo>
                  <a:lnTo>
                    <a:pt x="1857" y="2296"/>
                  </a:lnTo>
                  <a:lnTo>
                    <a:pt x="1857" y="2273"/>
                  </a:lnTo>
                  <a:lnTo>
                    <a:pt x="1862" y="2249"/>
                  </a:lnTo>
                  <a:lnTo>
                    <a:pt x="1867" y="2227"/>
                  </a:lnTo>
                  <a:lnTo>
                    <a:pt x="1875" y="2206"/>
                  </a:lnTo>
                  <a:lnTo>
                    <a:pt x="1886" y="2186"/>
                  </a:lnTo>
                  <a:lnTo>
                    <a:pt x="1897" y="2167"/>
                  </a:lnTo>
                  <a:lnTo>
                    <a:pt x="1910" y="2148"/>
                  </a:lnTo>
                  <a:lnTo>
                    <a:pt x="1926" y="2132"/>
                  </a:lnTo>
                  <a:lnTo>
                    <a:pt x="1943" y="2116"/>
                  </a:lnTo>
                  <a:lnTo>
                    <a:pt x="1960" y="2103"/>
                  </a:lnTo>
                  <a:lnTo>
                    <a:pt x="1979" y="2091"/>
                  </a:lnTo>
                  <a:lnTo>
                    <a:pt x="2000" y="2081"/>
                  </a:lnTo>
                  <a:lnTo>
                    <a:pt x="2022" y="2073"/>
                  </a:lnTo>
                  <a:lnTo>
                    <a:pt x="2044" y="2068"/>
                  </a:lnTo>
                  <a:lnTo>
                    <a:pt x="2067" y="2064"/>
                  </a:lnTo>
                  <a:lnTo>
                    <a:pt x="2090" y="2064"/>
                  </a:lnTo>
                  <a:lnTo>
                    <a:pt x="2090" y="2064"/>
                  </a:lnTo>
                  <a:lnTo>
                    <a:pt x="2122" y="2064"/>
                  </a:lnTo>
                  <a:lnTo>
                    <a:pt x="2151" y="2067"/>
                  </a:lnTo>
                  <a:lnTo>
                    <a:pt x="2176" y="2072"/>
                  </a:lnTo>
                  <a:lnTo>
                    <a:pt x="2198" y="2076"/>
                  </a:lnTo>
                  <a:lnTo>
                    <a:pt x="2233" y="2086"/>
                  </a:lnTo>
                  <a:lnTo>
                    <a:pt x="2247" y="2091"/>
                  </a:lnTo>
                  <a:lnTo>
                    <a:pt x="2247" y="2091"/>
                  </a:lnTo>
                  <a:lnTo>
                    <a:pt x="2266" y="2097"/>
                  </a:lnTo>
                  <a:lnTo>
                    <a:pt x="2285" y="2102"/>
                  </a:lnTo>
                  <a:lnTo>
                    <a:pt x="2304" y="2105"/>
                  </a:lnTo>
                  <a:lnTo>
                    <a:pt x="2323" y="2105"/>
                  </a:lnTo>
                  <a:lnTo>
                    <a:pt x="2341" y="2103"/>
                  </a:lnTo>
                  <a:lnTo>
                    <a:pt x="2358" y="2098"/>
                  </a:lnTo>
                  <a:lnTo>
                    <a:pt x="2372" y="2092"/>
                  </a:lnTo>
                  <a:lnTo>
                    <a:pt x="2388" y="2083"/>
                  </a:lnTo>
                  <a:lnTo>
                    <a:pt x="2388" y="2083"/>
                  </a:lnTo>
                  <a:lnTo>
                    <a:pt x="2401" y="2073"/>
                  </a:lnTo>
                  <a:lnTo>
                    <a:pt x="2414" y="2060"/>
                  </a:lnTo>
                  <a:lnTo>
                    <a:pt x="2423" y="2046"/>
                  </a:lnTo>
                  <a:lnTo>
                    <a:pt x="2431" y="2030"/>
                  </a:lnTo>
                  <a:lnTo>
                    <a:pt x="2437" y="2014"/>
                  </a:lnTo>
                  <a:lnTo>
                    <a:pt x="2442" y="1995"/>
                  </a:lnTo>
                  <a:lnTo>
                    <a:pt x="2445" y="1975"/>
                  </a:lnTo>
                  <a:lnTo>
                    <a:pt x="2447" y="1954"/>
                  </a:lnTo>
                  <a:lnTo>
                    <a:pt x="2447" y="1574"/>
                  </a:lnTo>
                  <a:lnTo>
                    <a:pt x="2447" y="1574"/>
                  </a:lnTo>
                  <a:lnTo>
                    <a:pt x="2396" y="1573"/>
                  </a:lnTo>
                  <a:lnTo>
                    <a:pt x="2345" y="1569"/>
                  </a:lnTo>
                  <a:lnTo>
                    <a:pt x="2296" y="1561"/>
                  </a:lnTo>
                  <a:lnTo>
                    <a:pt x="2247" y="1554"/>
                  </a:lnTo>
                  <a:lnTo>
                    <a:pt x="2200" y="1542"/>
                  </a:lnTo>
                  <a:lnTo>
                    <a:pt x="2154" y="1528"/>
                  </a:lnTo>
                  <a:lnTo>
                    <a:pt x="2108" y="1512"/>
                  </a:lnTo>
                  <a:lnTo>
                    <a:pt x="2063" y="1495"/>
                  </a:lnTo>
                  <a:lnTo>
                    <a:pt x="2019" y="1476"/>
                  </a:lnTo>
                  <a:lnTo>
                    <a:pt x="1976" y="1454"/>
                  </a:lnTo>
                  <a:lnTo>
                    <a:pt x="1935" y="1430"/>
                  </a:lnTo>
                  <a:lnTo>
                    <a:pt x="1895" y="1405"/>
                  </a:lnTo>
                  <a:lnTo>
                    <a:pt x="1857" y="1376"/>
                  </a:lnTo>
                  <a:lnTo>
                    <a:pt x="1819" y="1348"/>
                  </a:lnTo>
                  <a:lnTo>
                    <a:pt x="1783" y="1316"/>
                  </a:lnTo>
                  <a:lnTo>
                    <a:pt x="1750" y="1284"/>
                  </a:lnTo>
                  <a:lnTo>
                    <a:pt x="1716" y="1249"/>
                  </a:lnTo>
                  <a:lnTo>
                    <a:pt x="1685" y="1215"/>
                  </a:lnTo>
                  <a:lnTo>
                    <a:pt x="1656" y="1177"/>
                  </a:lnTo>
                  <a:lnTo>
                    <a:pt x="1628" y="1139"/>
                  </a:lnTo>
                  <a:lnTo>
                    <a:pt x="1602" y="1099"/>
                  </a:lnTo>
                  <a:lnTo>
                    <a:pt x="1578" y="1058"/>
                  </a:lnTo>
                  <a:lnTo>
                    <a:pt x="1556" y="1015"/>
                  </a:lnTo>
                  <a:lnTo>
                    <a:pt x="1537" y="971"/>
                  </a:lnTo>
                  <a:lnTo>
                    <a:pt x="1518" y="926"/>
                  </a:lnTo>
                  <a:lnTo>
                    <a:pt x="1502" y="880"/>
                  </a:lnTo>
                  <a:lnTo>
                    <a:pt x="1490" y="834"/>
                  </a:lnTo>
                  <a:lnTo>
                    <a:pt x="1477" y="787"/>
                  </a:lnTo>
                  <a:lnTo>
                    <a:pt x="1469" y="738"/>
                  </a:lnTo>
                  <a:lnTo>
                    <a:pt x="1461" y="689"/>
                  </a:lnTo>
                  <a:lnTo>
                    <a:pt x="1458" y="640"/>
                  </a:lnTo>
                  <a:lnTo>
                    <a:pt x="1455" y="589"/>
                  </a:lnTo>
                  <a:lnTo>
                    <a:pt x="1073" y="589"/>
                  </a:lnTo>
                  <a:lnTo>
                    <a:pt x="1073" y="589"/>
                  </a:lnTo>
                  <a:lnTo>
                    <a:pt x="1049" y="587"/>
                  </a:lnTo>
                  <a:lnTo>
                    <a:pt x="1027" y="584"/>
                  </a:lnTo>
                  <a:lnTo>
                    <a:pt x="1006" y="579"/>
                  </a:lnTo>
                  <a:lnTo>
                    <a:pt x="987" y="571"/>
                  </a:lnTo>
                  <a:lnTo>
                    <a:pt x="970" y="562"/>
                  </a:lnTo>
                  <a:lnTo>
                    <a:pt x="954" y="551"/>
                  </a:lnTo>
                  <a:lnTo>
                    <a:pt x="940" y="537"/>
                  </a:lnTo>
                  <a:lnTo>
                    <a:pt x="929" y="522"/>
                  </a:lnTo>
                  <a:lnTo>
                    <a:pt x="929" y="522"/>
                  </a:lnTo>
                  <a:lnTo>
                    <a:pt x="919" y="505"/>
                  </a:lnTo>
                  <a:lnTo>
                    <a:pt x="911" y="488"/>
                  </a:lnTo>
                  <a:lnTo>
                    <a:pt x="907" y="468"/>
                  </a:lnTo>
                  <a:lnTo>
                    <a:pt x="903" y="448"/>
                  </a:lnTo>
                  <a:lnTo>
                    <a:pt x="903" y="427"/>
                  </a:lnTo>
                  <a:lnTo>
                    <a:pt x="907" y="407"/>
                  </a:lnTo>
                  <a:lnTo>
                    <a:pt x="911" y="385"/>
                  </a:lnTo>
                  <a:lnTo>
                    <a:pt x="919" y="362"/>
                  </a:lnTo>
                  <a:lnTo>
                    <a:pt x="919" y="362"/>
                  </a:lnTo>
                  <a:lnTo>
                    <a:pt x="922" y="351"/>
                  </a:lnTo>
                  <a:lnTo>
                    <a:pt x="932" y="318"/>
                  </a:lnTo>
                  <a:lnTo>
                    <a:pt x="937" y="296"/>
                  </a:lnTo>
                  <a:lnTo>
                    <a:pt x="941" y="270"/>
                  </a:lnTo>
                  <a:lnTo>
                    <a:pt x="945" y="244"/>
                  </a:lnTo>
                  <a:lnTo>
                    <a:pt x="946" y="215"/>
                  </a:lnTo>
                  <a:lnTo>
                    <a:pt x="946" y="215"/>
                  </a:lnTo>
                  <a:lnTo>
                    <a:pt x="945" y="193"/>
                  </a:lnTo>
                  <a:lnTo>
                    <a:pt x="941" y="171"/>
                  </a:lnTo>
                  <a:lnTo>
                    <a:pt x="935" y="150"/>
                  </a:lnTo>
                  <a:lnTo>
                    <a:pt x="929" y="131"/>
                  </a:lnTo>
                  <a:lnTo>
                    <a:pt x="919" y="112"/>
                  </a:lnTo>
                  <a:lnTo>
                    <a:pt x="908" y="95"/>
                  </a:lnTo>
                  <a:lnTo>
                    <a:pt x="896" y="77"/>
                  </a:lnTo>
                  <a:lnTo>
                    <a:pt x="883" y="63"/>
                  </a:lnTo>
                  <a:lnTo>
                    <a:pt x="867" y="49"/>
                  </a:lnTo>
                  <a:lnTo>
                    <a:pt x="851" y="36"/>
                  </a:lnTo>
                  <a:lnTo>
                    <a:pt x="832" y="25"/>
                  </a:lnTo>
                  <a:lnTo>
                    <a:pt x="815" y="17"/>
                  </a:lnTo>
                  <a:lnTo>
                    <a:pt x="794" y="9"/>
                  </a:lnTo>
                  <a:lnTo>
                    <a:pt x="773" y="4"/>
                  </a:lnTo>
                  <a:lnTo>
                    <a:pt x="753" y="1"/>
                  </a:lnTo>
                  <a:lnTo>
                    <a:pt x="731" y="0"/>
                  </a:lnTo>
                  <a:lnTo>
                    <a:pt x="731" y="0"/>
                  </a:lnTo>
                  <a:lnTo>
                    <a:pt x="709" y="1"/>
                  </a:lnTo>
                  <a:lnTo>
                    <a:pt x="688" y="4"/>
                  </a:lnTo>
                  <a:lnTo>
                    <a:pt x="667" y="9"/>
                  </a:lnTo>
                  <a:lnTo>
                    <a:pt x="647" y="17"/>
                  </a:lnTo>
                  <a:lnTo>
                    <a:pt x="628" y="25"/>
                  </a:lnTo>
                  <a:lnTo>
                    <a:pt x="610" y="36"/>
                  </a:lnTo>
                  <a:lnTo>
                    <a:pt x="594" y="49"/>
                  </a:lnTo>
                  <a:lnTo>
                    <a:pt x="579" y="63"/>
                  </a:lnTo>
                  <a:lnTo>
                    <a:pt x="564" y="77"/>
                  </a:lnTo>
                  <a:lnTo>
                    <a:pt x="552" y="95"/>
                  </a:lnTo>
                  <a:lnTo>
                    <a:pt x="542" y="112"/>
                  </a:lnTo>
                  <a:lnTo>
                    <a:pt x="533" y="131"/>
                  </a:lnTo>
                  <a:lnTo>
                    <a:pt x="525" y="150"/>
                  </a:lnTo>
                  <a:lnTo>
                    <a:pt x="520" y="171"/>
                  </a:lnTo>
                  <a:lnTo>
                    <a:pt x="517" y="193"/>
                  </a:lnTo>
                  <a:lnTo>
                    <a:pt x="515" y="215"/>
                  </a:lnTo>
                  <a:lnTo>
                    <a:pt x="515" y="215"/>
                  </a:lnTo>
                  <a:lnTo>
                    <a:pt x="517" y="244"/>
                  </a:lnTo>
                  <a:lnTo>
                    <a:pt x="520" y="270"/>
                  </a:lnTo>
                  <a:lnTo>
                    <a:pt x="523" y="296"/>
                  </a:lnTo>
                  <a:lnTo>
                    <a:pt x="529" y="318"/>
                  </a:lnTo>
                  <a:lnTo>
                    <a:pt x="537" y="351"/>
                  </a:lnTo>
                  <a:lnTo>
                    <a:pt x="542" y="362"/>
                  </a:lnTo>
                  <a:lnTo>
                    <a:pt x="542" y="362"/>
                  </a:lnTo>
                  <a:lnTo>
                    <a:pt x="550" y="385"/>
                  </a:lnTo>
                  <a:lnTo>
                    <a:pt x="555" y="407"/>
                  </a:lnTo>
                  <a:lnTo>
                    <a:pt x="556" y="427"/>
                  </a:lnTo>
                  <a:lnTo>
                    <a:pt x="556" y="448"/>
                  </a:lnTo>
                  <a:lnTo>
                    <a:pt x="555" y="468"/>
                  </a:lnTo>
                  <a:lnTo>
                    <a:pt x="550" y="488"/>
                  </a:lnTo>
                  <a:lnTo>
                    <a:pt x="542" y="505"/>
                  </a:lnTo>
                  <a:lnTo>
                    <a:pt x="533" y="522"/>
                  </a:lnTo>
                  <a:lnTo>
                    <a:pt x="533" y="522"/>
                  </a:lnTo>
                  <a:lnTo>
                    <a:pt x="520" y="537"/>
                  </a:lnTo>
                  <a:lnTo>
                    <a:pt x="507" y="551"/>
                  </a:lnTo>
                  <a:lnTo>
                    <a:pt x="491" y="562"/>
                  </a:lnTo>
                  <a:lnTo>
                    <a:pt x="474" y="571"/>
                  </a:lnTo>
                  <a:lnTo>
                    <a:pt x="455" y="579"/>
                  </a:lnTo>
                  <a:lnTo>
                    <a:pt x="433" y="584"/>
                  </a:lnTo>
                  <a:lnTo>
                    <a:pt x="412" y="587"/>
                  </a:lnTo>
                  <a:lnTo>
                    <a:pt x="388" y="589"/>
                  </a:lnTo>
                  <a:lnTo>
                    <a:pt x="0" y="589"/>
                  </a:lnTo>
                  <a:lnTo>
                    <a:pt x="0" y="589"/>
                  </a:lnTo>
                  <a:lnTo>
                    <a:pt x="2" y="651"/>
                  </a:lnTo>
                  <a:lnTo>
                    <a:pt x="5" y="714"/>
                  </a:lnTo>
                  <a:lnTo>
                    <a:pt x="10" y="776"/>
                  </a:lnTo>
                  <a:lnTo>
                    <a:pt x="14" y="838"/>
                  </a:lnTo>
                  <a:lnTo>
                    <a:pt x="22" y="899"/>
                  </a:lnTo>
                  <a:lnTo>
                    <a:pt x="30" y="960"/>
                  </a:lnTo>
                  <a:lnTo>
                    <a:pt x="41" y="1020"/>
                  </a:lnTo>
                  <a:lnTo>
                    <a:pt x="52" y="1080"/>
                  </a:lnTo>
                  <a:lnTo>
                    <a:pt x="65" y="1139"/>
                  </a:lnTo>
                  <a:lnTo>
                    <a:pt x="81" y="1197"/>
                  </a:lnTo>
                  <a:lnTo>
                    <a:pt x="97" y="1256"/>
                  </a:lnTo>
                  <a:lnTo>
                    <a:pt x="113" y="1313"/>
                  </a:lnTo>
                  <a:lnTo>
                    <a:pt x="132" y="1370"/>
                  </a:lnTo>
                  <a:lnTo>
                    <a:pt x="152" y="1427"/>
                  </a:lnTo>
                  <a:lnTo>
                    <a:pt x="173" y="1482"/>
                  </a:lnTo>
                  <a:lnTo>
                    <a:pt x="197" y="1538"/>
                  </a:lnTo>
                  <a:lnTo>
                    <a:pt x="220" y="1592"/>
                  </a:lnTo>
                  <a:lnTo>
                    <a:pt x="246" y="1645"/>
                  </a:lnTo>
                  <a:lnTo>
                    <a:pt x="271" y="1698"/>
                  </a:lnTo>
                  <a:lnTo>
                    <a:pt x="300" y="1750"/>
                  </a:lnTo>
                  <a:lnTo>
                    <a:pt x="328" y="1802"/>
                  </a:lnTo>
                  <a:lnTo>
                    <a:pt x="358" y="1853"/>
                  </a:lnTo>
                  <a:lnTo>
                    <a:pt x="390" y="1902"/>
                  </a:lnTo>
                  <a:lnTo>
                    <a:pt x="422" y="1951"/>
                  </a:lnTo>
                  <a:lnTo>
                    <a:pt x="455" y="1999"/>
                  </a:lnTo>
                  <a:lnTo>
                    <a:pt x="490" y="2046"/>
                  </a:lnTo>
                  <a:lnTo>
                    <a:pt x="526" y="2094"/>
                  </a:lnTo>
                  <a:lnTo>
                    <a:pt x="563" y="2138"/>
                  </a:lnTo>
                  <a:lnTo>
                    <a:pt x="601" y="2184"/>
                  </a:lnTo>
                  <a:lnTo>
                    <a:pt x="640" y="2227"/>
                  </a:lnTo>
                  <a:lnTo>
                    <a:pt x="680" y="2270"/>
                  </a:lnTo>
                  <a:lnTo>
                    <a:pt x="721" y="2312"/>
                  </a:lnTo>
                  <a:lnTo>
                    <a:pt x="762" y="2353"/>
                  </a:lnTo>
                  <a:lnTo>
                    <a:pt x="805" y="2393"/>
                  </a:lnTo>
                  <a:lnTo>
                    <a:pt x="850" y="2431"/>
                  </a:lnTo>
                  <a:lnTo>
                    <a:pt x="894" y="2469"/>
                  </a:lnTo>
                  <a:lnTo>
                    <a:pt x="940" y="2506"/>
                  </a:lnTo>
                  <a:lnTo>
                    <a:pt x="986" y="2542"/>
                  </a:lnTo>
                  <a:lnTo>
                    <a:pt x="1033" y="2577"/>
                  </a:lnTo>
                  <a:lnTo>
                    <a:pt x="1082" y="2610"/>
                  </a:lnTo>
                  <a:lnTo>
                    <a:pt x="1132" y="2642"/>
                  </a:lnTo>
                  <a:lnTo>
                    <a:pt x="1181" y="2673"/>
                  </a:lnTo>
                  <a:lnTo>
                    <a:pt x="1231" y="2704"/>
                  </a:lnTo>
                  <a:lnTo>
                    <a:pt x="1284" y="2732"/>
                  </a:lnTo>
                  <a:lnTo>
                    <a:pt x="1336" y="2759"/>
                  </a:lnTo>
                  <a:lnTo>
                    <a:pt x="1388" y="2786"/>
                  </a:lnTo>
                  <a:lnTo>
                    <a:pt x="1442" y="2811"/>
                  </a:lnTo>
                  <a:lnTo>
                    <a:pt x="1496" y="2835"/>
                  </a:lnTo>
                  <a:lnTo>
                    <a:pt x="1552" y="2857"/>
                  </a:lnTo>
                  <a:lnTo>
                    <a:pt x="1607" y="2879"/>
                  </a:lnTo>
                  <a:lnTo>
                    <a:pt x="1664" y="2898"/>
                  </a:lnTo>
                  <a:lnTo>
                    <a:pt x="1721" y="2917"/>
                  </a:lnTo>
                  <a:lnTo>
                    <a:pt x="1778" y="2935"/>
                  </a:lnTo>
                  <a:lnTo>
                    <a:pt x="1837" y="2951"/>
                  </a:lnTo>
                  <a:lnTo>
                    <a:pt x="1895" y="2965"/>
                  </a:lnTo>
                  <a:lnTo>
                    <a:pt x="1954" y="2978"/>
                  </a:lnTo>
                  <a:lnTo>
                    <a:pt x="2014" y="2989"/>
                  </a:lnTo>
                  <a:lnTo>
                    <a:pt x="2074" y="3000"/>
                  </a:lnTo>
                  <a:lnTo>
                    <a:pt x="2135" y="3008"/>
                  </a:lnTo>
                  <a:lnTo>
                    <a:pt x="2196" y="3016"/>
                  </a:lnTo>
                  <a:lnTo>
                    <a:pt x="2258" y="3020"/>
                  </a:lnTo>
                  <a:lnTo>
                    <a:pt x="2320" y="3025"/>
                  </a:lnTo>
                  <a:lnTo>
                    <a:pt x="2383" y="3028"/>
                  </a:lnTo>
                  <a:lnTo>
                    <a:pt x="2447" y="3028"/>
                  </a:lnTo>
                  <a:lnTo>
                    <a:pt x="2447" y="2639"/>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17" name="Google Shape;717;p16"/>
            <p:cNvSpPr/>
            <p:nvPr/>
          </p:nvSpPr>
          <p:spPr>
            <a:xfrm>
              <a:off x="4144177" y="3029148"/>
              <a:ext cx="2179009" cy="1757590"/>
            </a:xfrm>
            <a:custGeom>
              <a:rect b="b" l="l" r="r" t="t"/>
              <a:pathLst>
                <a:path extrusionOk="0" h="2444" w="3030">
                  <a:moveTo>
                    <a:pt x="2639" y="0"/>
                  </a:moveTo>
                  <a:lnTo>
                    <a:pt x="2639" y="0"/>
                  </a:lnTo>
                  <a:lnTo>
                    <a:pt x="2618" y="2"/>
                  </a:lnTo>
                  <a:lnTo>
                    <a:pt x="2598" y="3"/>
                  </a:lnTo>
                  <a:lnTo>
                    <a:pt x="2580" y="8"/>
                  </a:lnTo>
                  <a:lnTo>
                    <a:pt x="2563" y="16"/>
                  </a:lnTo>
                  <a:lnTo>
                    <a:pt x="2547" y="24"/>
                  </a:lnTo>
                  <a:lnTo>
                    <a:pt x="2533" y="33"/>
                  </a:lnTo>
                  <a:lnTo>
                    <a:pt x="2520" y="44"/>
                  </a:lnTo>
                  <a:lnTo>
                    <a:pt x="2510" y="59"/>
                  </a:lnTo>
                  <a:lnTo>
                    <a:pt x="2510" y="59"/>
                  </a:lnTo>
                  <a:lnTo>
                    <a:pt x="2501" y="73"/>
                  </a:lnTo>
                  <a:lnTo>
                    <a:pt x="2495" y="89"/>
                  </a:lnTo>
                  <a:lnTo>
                    <a:pt x="2490" y="106"/>
                  </a:lnTo>
                  <a:lnTo>
                    <a:pt x="2488" y="124"/>
                  </a:lnTo>
                  <a:lnTo>
                    <a:pt x="2488" y="141"/>
                  </a:lnTo>
                  <a:lnTo>
                    <a:pt x="2491" y="160"/>
                  </a:lnTo>
                  <a:lnTo>
                    <a:pt x="2496" y="179"/>
                  </a:lnTo>
                  <a:lnTo>
                    <a:pt x="2503" y="200"/>
                  </a:lnTo>
                  <a:lnTo>
                    <a:pt x="2503" y="200"/>
                  </a:lnTo>
                  <a:lnTo>
                    <a:pt x="2507" y="214"/>
                  </a:lnTo>
                  <a:lnTo>
                    <a:pt x="2517" y="247"/>
                  </a:lnTo>
                  <a:lnTo>
                    <a:pt x="2522" y="271"/>
                  </a:lnTo>
                  <a:lnTo>
                    <a:pt x="2526" y="296"/>
                  </a:lnTo>
                  <a:lnTo>
                    <a:pt x="2529" y="325"/>
                  </a:lnTo>
                  <a:lnTo>
                    <a:pt x="2531" y="355"/>
                  </a:lnTo>
                  <a:lnTo>
                    <a:pt x="2531" y="355"/>
                  </a:lnTo>
                  <a:lnTo>
                    <a:pt x="2529" y="379"/>
                  </a:lnTo>
                  <a:lnTo>
                    <a:pt x="2526" y="402"/>
                  </a:lnTo>
                  <a:lnTo>
                    <a:pt x="2520" y="425"/>
                  </a:lnTo>
                  <a:lnTo>
                    <a:pt x="2512" y="447"/>
                  </a:lnTo>
                  <a:lnTo>
                    <a:pt x="2503" y="467"/>
                  </a:lnTo>
                  <a:lnTo>
                    <a:pt x="2490" y="486"/>
                  </a:lnTo>
                  <a:lnTo>
                    <a:pt x="2477" y="504"/>
                  </a:lnTo>
                  <a:lnTo>
                    <a:pt x="2461" y="521"/>
                  </a:lnTo>
                  <a:lnTo>
                    <a:pt x="2445" y="536"/>
                  </a:lnTo>
                  <a:lnTo>
                    <a:pt x="2426" y="550"/>
                  </a:lnTo>
                  <a:lnTo>
                    <a:pt x="2407" y="561"/>
                  </a:lnTo>
                  <a:lnTo>
                    <a:pt x="2387" y="570"/>
                  </a:lnTo>
                  <a:lnTo>
                    <a:pt x="2366" y="578"/>
                  </a:lnTo>
                  <a:lnTo>
                    <a:pt x="2344" y="585"/>
                  </a:lnTo>
                  <a:lnTo>
                    <a:pt x="2320" y="588"/>
                  </a:lnTo>
                  <a:lnTo>
                    <a:pt x="2297" y="589"/>
                  </a:lnTo>
                  <a:lnTo>
                    <a:pt x="2297" y="589"/>
                  </a:lnTo>
                  <a:lnTo>
                    <a:pt x="2273" y="588"/>
                  </a:lnTo>
                  <a:lnTo>
                    <a:pt x="2249" y="585"/>
                  </a:lnTo>
                  <a:lnTo>
                    <a:pt x="2227" y="578"/>
                  </a:lnTo>
                  <a:lnTo>
                    <a:pt x="2205" y="570"/>
                  </a:lnTo>
                  <a:lnTo>
                    <a:pt x="2186" y="561"/>
                  </a:lnTo>
                  <a:lnTo>
                    <a:pt x="2165" y="550"/>
                  </a:lnTo>
                  <a:lnTo>
                    <a:pt x="2148" y="536"/>
                  </a:lnTo>
                  <a:lnTo>
                    <a:pt x="2132" y="521"/>
                  </a:lnTo>
                  <a:lnTo>
                    <a:pt x="2116" y="504"/>
                  </a:lnTo>
                  <a:lnTo>
                    <a:pt x="2102" y="486"/>
                  </a:lnTo>
                  <a:lnTo>
                    <a:pt x="2091" y="467"/>
                  </a:lnTo>
                  <a:lnTo>
                    <a:pt x="2081" y="447"/>
                  </a:lnTo>
                  <a:lnTo>
                    <a:pt x="2073" y="425"/>
                  </a:lnTo>
                  <a:lnTo>
                    <a:pt x="2067" y="402"/>
                  </a:lnTo>
                  <a:lnTo>
                    <a:pt x="2064" y="379"/>
                  </a:lnTo>
                  <a:lnTo>
                    <a:pt x="2062" y="355"/>
                  </a:lnTo>
                  <a:lnTo>
                    <a:pt x="2062" y="355"/>
                  </a:lnTo>
                  <a:lnTo>
                    <a:pt x="2064" y="325"/>
                  </a:lnTo>
                  <a:lnTo>
                    <a:pt x="2067" y="296"/>
                  </a:lnTo>
                  <a:lnTo>
                    <a:pt x="2072" y="271"/>
                  </a:lnTo>
                  <a:lnTo>
                    <a:pt x="2076" y="247"/>
                  </a:lnTo>
                  <a:lnTo>
                    <a:pt x="2086" y="214"/>
                  </a:lnTo>
                  <a:lnTo>
                    <a:pt x="2091" y="200"/>
                  </a:lnTo>
                  <a:lnTo>
                    <a:pt x="2091" y="200"/>
                  </a:lnTo>
                  <a:lnTo>
                    <a:pt x="2097" y="179"/>
                  </a:lnTo>
                  <a:lnTo>
                    <a:pt x="2102" y="160"/>
                  </a:lnTo>
                  <a:lnTo>
                    <a:pt x="2103" y="141"/>
                  </a:lnTo>
                  <a:lnTo>
                    <a:pt x="2105" y="124"/>
                  </a:lnTo>
                  <a:lnTo>
                    <a:pt x="2102" y="106"/>
                  </a:lnTo>
                  <a:lnTo>
                    <a:pt x="2098" y="89"/>
                  </a:lnTo>
                  <a:lnTo>
                    <a:pt x="2092" y="73"/>
                  </a:lnTo>
                  <a:lnTo>
                    <a:pt x="2083" y="59"/>
                  </a:lnTo>
                  <a:lnTo>
                    <a:pt x="2083" y="59"/>
                  </a:lnTo>
                  <a:lnTo>
                    <a:pt x="2072" y="44"/>
                  </a:lnTo>
                  <a:lnTo>
                    <a:pt x="2060" y="33"/>
                  </a:lnTo>
                  <a:lnTo>
                    <a:pt x="2046" y="24"/>
                  </a:lnTo>
                  <a:lnTo>
                    <a:pt x="2030" y="16"/>
                  </a:lnTo>
                  <a:lnTo>
                    <a:pt x="2013" y="8"/>
                  </a:lnTo>
                  <a:lnTo>
                    <a:pt x="1995" y="3"/>
                  </a:lnTo>
                  <a:lnTo>
                    <a:pt x="1975" y="2"/>
                  </a:lnTo>
                  <a:lnTo>
                    <a:pt x="1954" y="0"/>
                  </a:lnTo>
                  <a:lnTo>
                    <a:pt x="1576" y="0"/>
                  </a:lnTo>
                  <a:lnTo>
                    <a:pt x="1576" y="0"/>
                  </a:lnTo>
                  <a:lnTo>
                    <a:pt x="1574" y="51"/>
                  </a:lnTo>
                  <a:lnTo>
                    <a:pt x="1571" y="102"/>
                  </a:lnTo>
                  <a:lnTo>
                    <a:pt x="1563" y="151"/>
                  </a:lnTo>
                  <a:lnTo>
                    <a:pt x="1555" y="198"/>
                  </a:lnTo>
                  <a:lnTo>
                    <a:pt x="1544" y="246"/>
                  </a:lnTo>
                  <a:lnTo>
                    <a:pt x="1530" y="293"/>
                  </a:lnTo>
                  <a:lnTo>
                    <a:pt x="1514" y="339"/>
                  </a:lnTo>
                  <a:lnTo>
                    <a:pt x="1496" y="383"/>
                  </a:lnTo>
                  <a:lnTo>
                    <a:pt x="1477" y="428"/>
                  </a:lnTo>
                  <a:lnTo>
                    <a:pt x="1455" y="469"/>
                  </a:lnTo>
                  <a:lnTo>
                    <a:pt x="1431" y="510"/>
                  </a:lnTo>
                  <a:lnTo>
                    <a:pt x="1406" y="551"/>
                  </a:lnTo>
                  <a:lnTo>
                    <a:pt x="1377" y="589"/>
                  </a:lnTo>
                  <a:lnTo>
                    <a:pt x="1349" y="627"/>
                  </a:lnTo>
                  <a:lnTo>
                    <a:pt x="1317" y="662"/>
                  </a:lnTo>
                  <a:lnTo>
                    <a:pt x="1286" y="697"/>
                  </a:lnTo>
                  <a:lnTo>
                    <a:pt x="1251" y="730"/>
                  </a:lnTo>
                  <a:lnTo>
                    <a:pt x="1214" y="760"/>
                  </a:lnTo>
                  <a:lnTo>
                    <a:pt x="1178" y="791"/>
                  </a:lnTo>
                  <a:lnTo>
                    <a:pt x="1140" y="817"/>
                  </a:lnTo>
                  <a:lnTo>
                    <a:pt x="1099" y="844"/>
                  </a:lnTo>
                  <a:lnTo>
                    <a:pt x="1057" y="868"/>
                  </a:lnTo>
                  <a:lnTo>
                    <a:pt x="1016" y="890"/>
                  </a:lnTo>
                  <a:lnTo>
                    <a:pt x="972" y="909"/>
                  </a:lnTo>
                  <a:lnTo>
                    <a:pt x="927" y="928"/>
                  </a:lnTo>
                  <a:lnTo>
                    <a:pt x="881" y="944"/>
                  </a:lnTo>
                  <a:lnTo>
                    <a:pt x="836" y="957"/>
                  </a:lnTo>
                  <a:lnTo>
                    <a:pt x="788" y="968"/>
                  </a:lnTo>
                  <a:lnTo>
                    <a:pt x="739" y="977"/>
                  </a:lnTo>
                  <a:lnTo>
                    <a:pt x="690" y="984"/>
                  </a:lnTo>
                  <a:lnTo>
                    <a:pt x="641" y="989"/>
                  </a:lnTo>
                  <a:lnTo>
                    <a:pt x="590" y="990"/>
                  </a:lnTo>
                  <a:lnTo>
                    <a:pt x="590" y="1370"/>
                  </a:lnTo>
                  <a:lnTo>
                    <a:pt x="590" y="1370"/>
                  </a:lnTo>
                  <a:lnTo>
                    <a:pt x="588" y="1394"/>
                  </a:lnTo>
                  <a:lnTo>
                    <a:pt x="585" y="1416"/>
                  </a:lnTo>
                  <a:lnTo>
                    <a:pt x="579" y="1437"/>
                  </a:lnTo>
                  <a:lnTo>
                    <a:pt x="572" y="1456"/>
                  </a:lnTo>
                  <a:lnTo>
                    <a:pt x="563" y="1473"/>
                  </a:lnTo>
                  <a:lnTo>
                    <a:pt x="552" y="1489"/>
                  </a:lnTo>
                  <a:lnTo>
                    <a:pt x="538" y="1503"/>
                  </a:lnTo>
                  <a:lnTo>
                    <a:pt x="523" y="1514"/>
                  </a:lnTo>
                  <a:lnTo>
                    <a:pt x="523" y="1514"/>
                  </a:lnTo>
                  <a:lnTo>
                    <a:pt x="506" y="1526"/>
                  </a:lnTo>
                  <a:lnTo>
                    <a:pt x="488" y="1532"/>
                  </a:lnTo>
                  <a:lnTo>
                    <a:pt x="469" y="1537"/>
                  </a:lnTo>
                  <a:lnTo>
                    <a:pt x="449" y="1540"/>
                  </a:lnTo>
                  <a:lnTo>
                    <a:pt x="428" y="1540"/>
                  </a:lnTo>
                  <a:lnTo>
                    <a:pt x="408" y="1537"/>
                  </a:lnTo>
                  <a:lnTo>
                    <a:pt x="385" y="1532"/>
                  </a:lnTo>
                  <a:lnTo>
                    <a:pt x="363" y="1524"/>
                  </a:lnTo>
                  <a:lnTo>
                    <a:pt x="363" y="1524"/>
                  </a:lnTo>
                  <a:lnTo>
                    <a:pt x="351" y="1521"/>
                  </a:lnTo>
                  <a:lnTo>
                    <a:pt x="319" y="1511"/>
                  </a:lnTo>
                  <a:lnTo>
                    <a:pt x="297" y="1507"/>
                  </a:lnTo>
                  <a:lnTo>
                    <a:pt x="271" y="1502"/>
                  </a:lnTo>
                  <a:lnTo>
                    <a:pt x="244" y="1499"/>
                  </a:lnTo>
                  <a:lnTo>
                    <a:pt x="214" y="1499"/>
                  </a:lnTo>
                  <a:lnTo>
                    <a:pt x="214" y="1499"/>
                  </a:lnTo>
                  <a:lnTo>
                    <a:pt x="194" y="1499"/>
                  </a:lnTo>
                  <a:lnTo>
                    <a:pt x="172" y="1502"/>
                  </a:lnTo>
                  <a:lnTo>
                    <a:pt x="151" y="1508"/>
                  </a:lnTo>
                  <a:lnTo>
                    <a:pt x="132" y="1514"/>
                  </a:lnTo>
                  <a:lnTo>
                    <a:pt x="113" y="1524"/>
                  </a:lnTo>
                  <a:lnTo>
                    <a:pt x="95" y="1535"/>
                  </a:lnTo>
                  <a:lnTo>
                    <a:pt x="78" y="1548"/>
                  </a:lnTo>
                  <a:lnTo>
                    <a:pt x="64" y="1560"/>
                  </a:lnTo>
                  <a:lnTo>
                    <a:pt x="50" y="1576"/>
                  </a:lnTo>
                  <a:lnTo>
                    <a:pt x="37" y="1592"/>
                  </a:lnTo>
                  <a:lnTo>
                    <a:pt x="26" y="1611"/>
                  </a:lnTo>
                  <a:lnTo>
                    <a:pt x="16" y="1628"/>
                  </a:lnTo>
                  <a:lnTo>
                    <a:pt x="10" y="1649"/>
                  </a:lnTo>
                  <a:lnTo>
                    <a:pt x="4" y="1670"/>
                  </a:lnTo>
                  <a:lnTo>
                    <a:pt x="0" y="1690"/>
                  </a:lnTo>
                  <a:lnTo>
                    <a:pt x="0" y="1712"/>
                  </a:lnTo>
                  <a:lnTo>
                    <a:pt x="0" y="1712"/>
                  </a:lnTo>
                  <a:lnTo>
                    <a:pt x="0" y="1735"/>
                  </a:lnTo>
                  <a:lnTo>
                    <a:pt x="4" y="1755"/>
                  </a:lnTo>
                  <a:lnTo>
                    <a:pt x="10" y="1776"/>
                  </a:lnTo>
                  <a:lnTo>
                    <a:pt x="16" y="1796"/>
                  </a:lnTo>
                  <a:lnTo>
                    <a:pt x="26" y="1815"/>
                  </a:lnTo>
                  <a:lnTo>
                    <a:pt x="37" y="1833"/>
                  </a:lnTo>
                  <a:lnTo>
                    <a:pt x="50" y="1849"/>
                  </a:lnTo>
                  <a:lnTo>
                    <a:pt x="64" y="1864"/>
                  </a:lnTo>
                  <a:lnTo>
                    <a:pt x="78" y="1879"/>
                  </a:lnTo>
                  <a:lnTo>
                    <a:pt x="95" y="1891"/>
                  </a:lnTo>
                  <a:lnTo>
                    <a:pt x="113" y="1901"/>
                  </a:lnTo>
                  <a:lnTo>
                    <a:pt x="132" y="1910"/>
                  </a:lnTo>
                  <a:lnTo>
                    <a:pt x="151" y="1918"/>
                  </a:lnTo>
                  <a:lnTo>
                    <a:pt x="172" y="1923"/>
                  </a:lnTo>
                  <a:lnTo>
                    <a:pt x="194" y="1926"/>
                  </a:lnTo>
                  <a:lnTo>
                    <a:pt x="214" y="1928"/>
                  </a:lnTo>
                  <a:lnTo>
                    <a:pt x="214" y="1928"/>
                  </a:lnTo>
                  <a:lnTo>
                    <a:pt x="244" y="1926"/>
                  </a:lnTo>
                  <a:lnTo>
                    <a:pt x="271" y="1923"/>
                  </a:lnTo>
                  <a:lnTo>
                    <a:pt x="297" y="1920"/>
                  </a:lnTo>
                  <a:lnTo>
                    <a:pt x="319" y="1915"/>
                  </a:lnTo>
                  <a:lnTo>
                    <a:pt x="351" y="1906"/>
                  </a:lnTo>
                  <a:lnTo>
                    <a:pt x="363" y="1901"/>
                  </a:lnTo>
                  <a:lnTo>
                    <a:pt x="363" y="1901"/>
                  </a:lnTo>
                  <a:lnTo>
                    <a:pt x="385" y="1893"/>
                  </a:lnTo>
                  <a:lnTo>
                    <a:pt x="408" y="1888"/>
                  </a:lnTo>
                  <a:lnTo>
                    <a:pt x="428" y="1887"/>
                  </a:lnTo>
                  <a:lnTo>
                    <a:pt x="449" y="1887"/>
                  </a:lnTo>
                  <a:lnTo>
                    <a:pt x="469" y="1888"/>
                  </a:lnTo>
                  <a:lnTo>
                    <a:pt x="488" y="1893"/>
                  </a:lnTo>
                  <a:lnTo>
                    <a:pt x="506" y="1901"/>
                  </a:lnTo>
                  <a:lnTo>
                    <a:pt x="523" y="1910"/>
                  </a:lnTo>
                  <a:lnTo>
                    <a:pt x="523" y="1910"/>
                  </a:lnTo>
                  <a:lnTo>
                    <a:pt x="538" y="1923"/>
                  </a:lnTo>
                  <a:lnTo>
                    <a:pt x="552" y="1936"/>
                  </a:lnTo>
                  <a:lnTo>
                    <a:pt x="563" y="1952"/>
                  </a:lnTo>
                  <a:lnTo>
                    <a:pt x="572" y="1969"/>
                  </a:lnTo>
                  <a:lnTo>
                    <a:pt x="579" y="1990"/>
                  </a:lnTo>
                  <a:lnTo>
                    <a:pt x="585" y="2010"/>
                  </a:lnTo>
                  <a:lnTo>
                    <a:pt x="588" y="2032"/>
                  </a:lnTo>
                  <a:lnTo>
                    <a:pt x="590" y="2055"/>
                  </a:lnTo>
                  <a:lnTo>
                    <a:pt x="590" y="2444"/>
                  </a:lnTo>
                  <a:lnTo>
                    <a:pt x="590" y="2444"/>
                  </a:lnTo>
                  <a:lnTo>
                    <a:pt x="652" y="2444"/>
                  </a:lnTo>
                  <a:lnTo>
                    <a:pt x="715" y="2441"/>
                  </a:lnTo>
                  <a:lnTo>
                    <a:pt x="777" y="2436"/>
                  </a:lnTo>
                  <a:lnTo>
                    <a:pt x="839" y="2432"/>
                  </a:lnTo>
                  <a:lnTo>
                    <a:pt x="900" y="2424"/>
                  </a:lnTo>
                  <a:lnTo>
                    <a:pt x="961" y="2416"/>
                  </a:lnTo>
                  <a:lnTo>
                    <a:pt x="1021" y="2405"/>
                  </a:lnTo>
                  <a:lnTo>
                    <a:pt x="1081" y="2394"/>
                  </a:lnTo>
                  <a:lnTo>
                    <a:pt x="1140" y="2379"/>
                  </a:lnTo>
                  <a:lnTo>
                    <a:pt x="1198" y="2365"/>
                  </a:lnTo>
                  <a:lnTo>
                    <a:pt x="1257" y="2349"/>
                  </a:lnTo>
                  <a:lnTo>
                    <a:pt x="1314" y="2332"/>
                  </a:lnTo>
                  <a:lnTo>
                    <a:pt x="1371" y="2313"/>
                  </a:lnTo>
                  <a:lnTo>
                    <a:pt x="1428" y="2294"/>
                  </a:lnTo>
                  <a:lnTo>
                    <a:pt x="1484" y="2272"/>
                  </a:lnTo>
                  <a:lnTo>
                    <a:pt x="1539" y="2249"/>
                  </a:lnTo>
                  <a:lnTo>
                    <a:pt x="1593" y="2226"/>
                  </a:lnTo>
                  <a:lnTo>
                    <a:pt x="1647" y="2200"/>
                  </a:lnTo>
                  <a:lnTo>
                    <a:pt x="1699" y="2173"/>
                  </a:lnTo>
                  <a:lnTo>
                    <a:pt x="1751" y="2146"/>
                  </a:lnTo>
                  <a:lnTo>
                    <a:pt x="1804" y="2118"/>
                  </a:lnTo>
                  <a:lnTo>
                    <a:pt x="1853" y="2088"/>
                  </a:lnTo>
                  <a:lnTo>
                    <a:pt x="1904" y="2056"/>
                  </a:lnTo>
                  <a:lnTo>
                    <a:pt x="1953" y="2023"/>
                  </a:lnTo>
                  <a:lnTo>
                    <a:pt x="2000" y="1990"/>
                  </a:lnTo>
                  <a:lnTo>
                    <a:pt x="2048" y="1955"/>
                  </a:lnTo>
                  <a:lnTo>
                    <a:pt x="2095" y="1920"/>
                  </a:lnTo>
                  <a:lnTo>
                    <a:pt x="2140" y="1884"/>
                  </a:lnTo>
                  <a:lnTo>
                    <a:pt x="2186" y="1845"/>
                  </a:lnTo>
                  <a:lnTo>
                    <a:pt x="2228" y="1806"/>
                  </a:lnTo>
                  <a:lnTo>
                    <a:pt x="2271" y="1766"/>
                  </a:lnTo>
                  <a:lnTo>
                    <a:pt x="2314" y="1725"/>
                  </a:lnTo>
                  <a:lnTo>
                    <a:pt x="2355" y="1684"/>
                  </a:lnTo>
                  <a:lnTo>
                    <a:pt x="2395" y="1641"/>
                  </a:lnTo>
                  <a:lnTo>
                    <a:pt x="2433" y="1597"/>
                  </a:lnTo>
                  <a:lnTo>
                    <a:pt x="2471" y="1552"/>
                  </a:lnTo>
                  <a:lnTo>
                    <a:pt x="2507" y="1507"/>
                  </a:lnTo>
                  <a:lnTo>
                    <a:pt x="2544" y="1459"/>
                  </a:lnTo>
                  <a:lnTo>
                    <a:pt x="2579" y="1411"/>
                  </a:lnTo>
                  <a:lnTo>
                    <a:pt x="2612" y="1364"/>
                  </a:lnTo>
                  <a:lnTo>
                    <a:pt x="2644" y="1315"/>
                  </a:lnTo>
                  <a:lnTo>
                    <a:pt x="2675" y="1264"/>
                  </a:lnTo>
                  <a:lnTo>
                    <a:pt x="2705" y="1213"/>
                  </a:lnTo>
                  <a:lnTo>
                    <a:pt x="2734" y="1163"/>
                  </a:lnTo>
                  <a:lnTo>
                    <a:pt x="2761" y="1111"/>
                  </a:lnTo>
                  <a:lnTo>
                    <a:pt x="2788" y="1058"/>
                  </a:lnTo>
                  <a:lnTo>
                    <a:pt x="2813" y="1004"/>
                  </a:lnTo>
                  <a:lnTo>
                    <a:pt x="2837" y="949"/>
                  </a:lnTo>
                  <a:lnTo>
                    <a:pt x="2859" y="895"/>
                  </a:lnTo>
                  <a:lnTo>
                    <a:pt x="2881" y="838"/>
                  </a:lnTo>
                  <a:lnTo>
                    <a:pt x="2900" y="783"/>
                  </a:lnTo>
                  <a:lnTo>
                    <a:pt x="2919" y="726"/>
                  </a:lnTo>
                  <a:lnTo>
                    <a:pt x="2937" y="669"/>
                  </a:lnTo>
                  <a:lnTo>
                    <a:pt x="2953" y="610"/>
                  </a:lnTo>
                  <a:lnTo>
                    <a:pt x="2967" y="551"/>
                  </a:lnTo>
                  <a:lnTo>
                    <a:pt x="2980" y="491"/>
                  </a:lnTo>
                  <a:lnTo>
                    <a:pt x="2992" y="433"/>
                  </a:lnTo>
                  <a:lnTo>
                    <a:pt x="3002" y="372"/>
                  </a:lnTo>
                  <a:lnTo>
                    <a:pt x="3010" y="311"/>
                  </a:lnTo>
                  <a:lnTo>
                    <a:pt x="3018" y="249"/>
                  </a:lnTo>
                  <a:lnTo>
                    <a:pt x="3022" y="187"/>
                  </a:lnTo>
                  <a:lnTo>
                    <a:pt x="3027" y="125"/>
                  </a:lnTo>
                  <a:lnTo>
                    <a:pt x="3030" y="63"/>
                  </a:lnTo>
                  <a:lnTo>
                    <a:pt x="3030" y="0"/>
                  </a:lnTo>
                  <a:lnTo>
                    <a:pt x="2639" y="0"/>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18" name="Google Shape;718;p16"/>
          <p:cNvSpPr txBox="1"/>
          <p:nvPr>
            <p:ph idx="2" type="body"/>
          </p:nvPr>
        </p:nvSpPr>
        <p:spPr>
          <a:xfrm>
            <a:off x="539552" y="1985446"/>
            <a:ext cx="2232300" cy="765900"/>
          </a:xfrm>
          <a:prstGeom prst="rect">
            <a:avLst/>
          </a:prstGeom>
          <a:noFill/>
          <a:ln>
            <a:noFill/>
          </a:ln>
        </p:spPr>
        <p:txBody>
          <a:bodyPr anchorCtr="0" anchor="t" bIns="45700" lIns="91425" spcFirstLastPara="1" rIns="91425" wrap="square" tIns="45700">
            <a:normAutofit/>
          </a:bodyPr>
          <a:lstStyle>
            <a:lvl1pPr indent="-228600" lvl="0" marL="457200" algn="ctr">
              <a:spcBef>
                <a:spcPts val="360"/>
              </a:spcBef>
              <a:spcAft>
                <a:spcPts val="0"/>
              </a:spcAft>
              <a:buClr>
                <a:srgbClr val="484848"/>
              </a:buClr>
              <a:buSzPts val="1800"/>
              <a:buNone/>
              <a:defRPr sz="1800">
                <a:solidFill>
                  <a:srgbClr val="484848"/>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9" name="Google Shape;719;p16"/>
          <p:cNvSpPr txBox="1"/>
          <p:nvPr>
            <p:ph idx="3" type="body"/>
          </p:nvPr>
        </p:nvSpPr>
        <p:spPr>
          <a:xfrm>
            <a:off x="539552" y="1607895"/>
            <a:ext cx="2232300" cy="3708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rgbClr val="4C8E91"/>
              </a:buClr>
              <a:buSzPts val="2000"/>
              <a:buNone/>
              <a:defRPr sz="2000">
                <a:solidFill>
                  <a:srgbClr val="4C8E9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20" name="Google Shape;720;p16"/>
          <p:cNvSpPr txBox="1"/>
          <p:nvPr>
            <p:ph idx="4" type="body"/>
          </p:nvPr>
        </p:nvSpPr>
        <p:spPr>
          <a:xfrm>
            <a:off x="539552" y="3723878"/>
            <a:ext cx="2232300" cy="765900"/>
          </a:xfrm>
          <a:prstGeom prst="rect">
            <a:avLst/>
          </a:prstGeom>
          <a:noFill/>
          <a:ln>
            <a:noFill/>
          </a:ln>
        </p:spPr>
        <p:txBody>
          <a:bodyPr anchorCtr="0" anchor="t" bIns="45700" lIns="91425" spcFirstLastPara="1" rIns="91425" wrap="square" tIns="45700">
            <a:normAutofit/>
          </a:bodyPr>
          <a:lstStyle>
            <a:lvl1pPr indent="-228600" lvl="0" marL="457200" algn="ctr">
              <a:spcBef>
                <a:spcPts val="360"/>
              </a:spcBef>
              <a:spcAft>
                <a:spcPts val="0"/>
              </a:spcAft>
              <a:buClr>
                <a:srgbClr val="484848"/>
              </a:buClr>
              <a:buSzPts val="1800"/>
              <a:buNone/>
              <a:defRPr sz="1800">
                <a:solidFill>
                  <a:srgbClr val="484848"/>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21" name="Google Shape;721;p16"/>
          <p:cNvSpPr txBox="1"/>
          <p:nvPr>
            <p:ph idx="5" type="body"/>
          </p:nvPr>
        </p:nvSpPr>
        <p:spPr>
          <a:xfrm>
            <a:off x="539552" y="3346327"/>
            <a:ext cx="2232300" cy="3708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rgbClr val="4C7836"/>
              </a:buClr>
              <a:buSzPts val="2000"/>
              <a:buNone/>
              <a:defRPr sz="2000">
                <a:solidFill>
                  <a:srgbClr val="4C7836"/>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22" name="Google Shape;722;p16"/>
          <p:cNvSpPr txBox="1"/>
          <p:nvPr>
            <p:ph idx="6" type="body"/>
          </p:nvPr>
        </p:nvSpPr>
        <p:spPr>
          <a:xfrm>
            <a:off x="6372200" y="1985446"/>
            <a:ext cx="2232300" cy="765900"/>
          </a:xfrm>
          <a:prstGeom prst="rect">
            <a:avLst/>
          </a:prstGeom>
          <a:noFill/>
          <a:ln>
            <a:noFill/>
          </a:ln>
        </p:spPr>
        <p:txBody>
          <a:bodyPr anchorCtr="0" anchor="t" bIns="45700" lIns="91425" spcFirstLastPara="1" rIns="91425" wrap="square" tIns="45700">
            <a:normAutofit/>
          </a:bodyPr>
          <a:lstStyle>
            <a:lvl1pPr indent="-228600" lvl="0" marL="457200" algn="ctr">
              <a:spcBef>
                <a:spcPts val="360"/>
              </a:spcBef>
              <a:spcAft>
                <a:spcPts val="0"/>
              </a:spcAft>
              <a:buClr>
                <a:srgbClr val="484848"/>
              </a:buClr>
              <a:buSzPts val="1800"/>
              <a:buNone/>
              <a:defRPr sz="1800">
                <a:solidFill>
                  <a:srgbClr val="484848"/>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23" name="Google Shape;723;p16"/>
          <p:cNvSpPr txBox="1"/>
          <p:nvPr>
            <p:ph idx="7" type="body"/>
          </p:nvPr>
        </p:nvSpPr>
        <p:spPr>
          <a:xfrm>
            <a:off x="6372200" y="1607895"/>
            <a:ext cx="2232300" cy="3708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rgbClr val="89BC34"/>
              </a:buClr>
              <a:buSzPts val="2000"/>
              <a:buNone/>
              <a:defRPr sz="2000">
                <a:solidFill>
                  <a:srgbClr val="89BC34"/>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24" name="Google Shape;724;p16"/>
          <p:cNvSpPr txBox="1"/>
          <p:nvPr>
            <p:ph idx="8" type="body"/>
          </p:nvPr>
        </p:nvSpPr>
        <p:spPr>
          <a:xfrm>
            <a:off x="6372200" y="3723878"/>
            <a:ext cx="2232300" cy="765900"/>
          </a:xfrm>
          <a:prstGeom prst="rect">
            <a:avLst/>
          </a:prstGeom>
          <a:noFill/>
          <a:ln>
            <a:noFill/>
          </a:ln>
        </p:spPr>
        <p:txBody>
          <a:bodyPr anchorCtr="0" anchor="t" bIns="45700" lIns="91425" spcFirstLastPara="1" rIns="91425" wrap="square" tIns="45700">
            <a:normAutofit/>
          </a:bodyPr>
          <a:lstStyle>
            <a:lvl1pPr indent="-228600" lvl="0" marL="457200" algn="ctr">
              <a:spcBef>
                <a:spcPts val="360"/>
              </a:spcBef>
              <a:spcAft>
                <a:spcPts val="0"/>
              </a:spcAft>
              <a:buClr>
                <a:srgbClr val="484848"/>
              </a:buClr>
              <a:buSzPts val="1800"/>
              <a:buNone/>
              <a:defRPr sz="1800">
                <a:solidFill>
                  <a:srgbClr val="484848"/>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25" name="Google Shape;725;p16"/>
          <p:cNvSpPr txBox="1"/>
          <p:nvPr>
            <p:ph idx="9" type="body"/>
          </p:nvPr>
        </p:nvSpPr>
        <p:spPr>
          <a:xfrm>
            <a:off x="6372200" y="3346327"/>
            <a:ext cx="2232300" cy="3708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rgbClr val="4C7836"/>
              </a:buClr>
              <a:buSzPts val="2000"/>
              <a:buNone/>
              <a:defRPr sz="2000">
                <a:solidFill>
                  <a:srgbClr val="4C7836"/>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lation Diagram">
  <p:cSld name="Relation Diagram">
    <p:spTree>
      <p:nvGrpSpPr>
        <p:cNvPr id="726" name="Shape 726"/>
        <p:cNvGrpSpPr/>
        <p:nvPr/>
      </p:nvGrpSpPr>
      <p:grpSpPr>
        <a:xfrm>
          <a:off x="0" y="0"/>
          <a:ext cx="0" cy="0"/>
          <a:chOff x="0" y="0"/>
          <a:chExt cx="0" cy="0"/>
        </a:xfrm>
      </p:grpSpPr>
      <p:grpSp>
        <p:nvGrpSpPr>
          <p:cNvPr id="727" name="Google Shape;727;p17"/>
          <p:cNvGrpSpPr/>
          <p:nvPr/>
        </p:nvGrpSpPr>
        <p:grpSpPr>
          <a:xfrm>
            <a:off x="2679251" y="1268771"/>
            <a:ext cx="3691412" cy="3552170"/>
            <a:chOff x="1754" y="863"/>
            <a:chExt cx="2193" cy="2110"/>
          </a:xfrm>
        </p:grpSpPr>
        <p:sp>
          <p:nvSpPr>
            <p:cNvPr id="728" name="Google Shape;728;p17"/>
            <p:cNvSpPr/>
            <p:nvPr/>
          </p:nvSpPr>
          <p:spPr>
            <a:xfrm>
              <a:off x="2277" y="863"/>
              <a:ext cx="1485" cy="1084"/>
            </a:xfrm>
            <a:custGeom>
              <a:rect b="b" l="l" r="r" t="t"/>
              <a:pathLst>
                <a:path extrusionOk="0" h="757" w="1035">
                  <a:moveTo>
                    <a:pt x="1035" y="757"/>
                  </a:moveTo>
                  <a:cubicBezTo>
                    <a:pt x="964" y="659"/>
                    <a:pt x="846" y="567"/>
                    <a:pt x="699" y="507"/>
                  </a:cubicBezTo>
                  <a:cubicBezTo>
                    <a:pt x="407" y="387"/>
                    <a:pt x="111" y="435"/>
                    <a:pt x="37" y="614"/>
                  </a:cubicBezTo>
                  <a:cubicBezTo>
                    <a:pt x="27" y="639"/>
                    <a:pt x="22" y="665"/>
                    <a:pt x="21" y="692"/>
                  </a:cubicBezTo>
                  <a:cubicBezTo>
                    <a:pt x="0" y="485"/>
                    <a:pt x="48" y="253"/>
                    <a:pt x="230" y="99"/>
                  </a:cubicBezTo>
                  <a:cubicBezTo>
                    <a:pt x="236" y="95"/>
                    <a:pt x="243" y="91"/>
                    <a:pt x="249" y="87"/>
                  </a:cubicBezTo>
                  <a:cubicBezTo>
                    <a:pt x="256" y="83"/>
                    <a:pt x="263" y="79"/>
                    <a:pt x="270" y="76"/>
                  </a:cubicBezTo>
                  <a:cubicBezTo>
                    <a:pt x="425" y="0"/>
                    <a:pt x="612" y="48"/>
                    <a:pt x="706" y="189"/>
                  </a:cubicBezTo>
                  <a:cubicBezTo>
                    <a:pt x="710" y="195"/>
                    <a:pt x="714" y="201"/>
                    <a:pt x="718" y="207"/>
                  </a:cubicBezTo>
                  <a:lnTo>
                    <a:pt x="1035" y="757"/>
                  </a:lnTo>
                  <a:close/>
                </a:path>
              </a:pathLst>
            </a:custGeom>
            <a:solidFill>
              <a:srgbClr val="8ABFC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9" name="Google Shape;729;p17"/>
            <p:cNvSpPr/>
            <p:nvPr/>
          </p:nvSpPr>
          <p:spPr>
            <a:xfrm>
              <a:off x="1754" y="1383"/>
              <a:ext cx="1223" cy="1590"/>
            </a:xfrm>
            <a:custGeom>
              <a:rect b="b" l="l" r="r" t="t"/>
              <a:pathLst>
                <a:path extrusionOk="0" h="1108" w="854">
                  <a:moveTo>
                    <a:pt x="403" y="0"/>
                  </a:moveTo>
                  <a:cubicBezTo>
                    <a:pt x="353" y="111"/>
                    <a:pt x="333" y="259"/>
                    <a:pt x="354" y="417"/>
                  </a:cubicBezTo>
                  <a:cubicBezTo>
                    <a:pt x="397" y="729"/>
                    <a:pt x="586" y="962"/>
                    <a:pt x="778" y="936"/>
                  </a:cubicBezTo>
                  <a:cubicBezTo>
                    <a:pt x="805" y="932"/>
                    <a:pt x="830" y="924"/>
                    <a:pt x="854" y="911"/>
                  </a:cubicBezTo>
                  <a:cubicBezTo>
                    <a:pt x="685" y="1033"/>
                    <a:pt x="460" y="1108"/>
                    <a:pt x="236" y="1027"/>
                  </a:cubicBezTo>
                  <a:cubicBezTo>
                    <a:pt x="229" y="1023"/>
                    <a:pt x="222" y="1020"/>
                    <a:pt x="216" y="1016"/>
                  </a:cubicBezTo>
                  <a:cubicBezTo>
                    <a:pt x="209" y="1012"/>
                    <a:pt x="202" y="1008"/>
                    <a:pt x="195" y="1003"/>
                  </a:cubicBezTo>
                  <a:cubicBezTo>
                    <a:pt x="52" y="907"/>
                    <a:pt x="0" y="721"/>
                    <a:pt x="75" y="569"/>
                  </a:cubicBezTo>
                  <a:cubicBezTo>
                    <a:pt x="79" y="563"/>
                    <a:pt x="82" y="556"/>
                    <a:pt x="86" y="550"/>
                  </a:cubicBezTo>
                  <a:lnTo>
                    <a:pt x="403" y="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0" name="Google Shape;730;p17"/>
            <p:cNvSpPr/>
            <p:nvPr/>
          </p:nvSpPr>
          <p:spPr>
            <a:xfrm>
              <a:off x="2549" y="1691"/>
              <a:ext cx="1398" cy="1214"/>
            </a:xfrm>
            <a:custGeom>
              <a:rect b="b" l="l" r="r" t="t"/>
              <a:pathLst>
                <a:path extrusionOk="0" h="846" w="974">
                  <a:moveTo>
                    <a:pt x="0" y="845"/>
                  </a:moveTo>
                  <a:cubicBezTo>
                    <a:pt x="122" y="833"/>
                    <a:pt x="260" y="777"/>
                    <a:pt x="386" y="679"/>
                  </a:cubicBezTo>
                  <a:cubicBezTo>
                    <a:pt x="635" y="486"/>
                    <a:pt x="742" y="206"/>
                    <a:pt x="623" y="53"/>
                  </a:cubicBezTo>
                  <a:cubicBezTo>
                    <a:pt x="607" y="32"/>
                    <a:pt x="587" y="14"/>
                    <a:pt x="564" y="0"/>
                  </a:cubicBezTo>
                  <a:cubicBezTo>
                    <a:pt x="754" y="85"/>
                    <a:pt x="931" y="242"/>
                    <a:pt x="973" y="477"/>
                  </a:cubicBezTo>
                  <a:cubicBezTo>
                    <a:pt x="974" y="485"/>
                    <a:pt x="974" y="492"/>
                    <a:pt x="974" y="500"/>
                  </a:cubicBezTo>
                  <a:cubicBezTo>
                    <a:pt x="974" y="508"/>
                    <a:pt x="974" y="516"/>
                    <a:pt x="973" y="524"/>
                  </a:cubicBezTo>
                  <a:cubicBezTo>
                    <a:pt x="962" y="696"/>
                    <a:pt x="826" y="834"/>
                    <a:pt x="657" y="845"/>
                  </a:cubicBezTo>
                  <a:cubicBezTo>
                    <a:pt x="650" y="845"/>
                    <a:pt x="643" y="846"/>
                    <a:pt x="635" y="846"/>
                  </a:cubicBezTo>
                  <a:lnTo>
                    <a:pt x="0" y="845"/>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31" name="Google Shape;731;p17"/>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Calibri"/>
              <a:buNone/>
              <a:defRPr sz="4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2" name="Google Shape;732;p17"/>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3" name="Google Shape;733;p17"/>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4" name="Google Shape;734;p17"/>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sp>
        <p:nvSpPr>
          <p:cNvPr id="735" name="Google Shape;735;p17"/>
          <p:cNvSpPr txBox="1"/>
          <p:nvPr>
            <p:ph idx="1" type="body"/>
          </p:nvPr>
        </p:nvSpPr>
        <p:spPr>
          <a:xfrm>
            <a:off x="468313" y="771550"/>
            <a:ext cx="8207400" cy="503700"/>
          </a:xfrm>
          <a:prstGeom prst="rect">
            <a:avLst/>
          </a:prstGeom>
          <a:noFill/>
          <a:ln>
            <a:noFill/>
          </a:ln>
        </p:spPr>
        <p:txBody>
          <a:bodyPr anchorCtr="0" anchor="t" bIns="45700" lIns="91425" spcFirstLastPara="1" rIns="91425" wrap="square" tIns="45700">
            <a:noAutofit/>
          </a:bodyPr>
          <a:lstStyle>
            <a:lvl1pPr indent="-228600" lvl="0" marL="457200" algn="l">
              <a:spcBef>
                <a:spcPts val="540"/>
              </a:spcBef>
              <a:spcAft>
                <a:spcPts val="0"/>
              </a:spcAft>
              <a:buClr>
                <a:schemeClr val="accent5"/>
              </a:buClr>
              <a:buSzPts val="2700"/>
              <a:buNone/>
              <a:defRPr sz="27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36" name="Google Shape;736;p17"/>
          <p:cNvSpPr txBox="1"/>
          <p:nvPr>
            <p:ph idx="2" type="body"/>
          </p:nvPr>
        </p:nvSpPr>
        <p:spPr>
          <a:xfrm>
            <a:off x="3617342" y="2787773"/>
            <a:ext cx="1909200" cy="360000"/>
          </a:xfrm>
          <a:prstGeom prst="rect">
            <a:avLst/>
          </a:prstGeom>
          <a:noFill/>
          <a:ln>
            <a:noFill/>
          </a:ln>
        </p:spPr>
        <p:txBody>
          <a:bodyPr anchorCtr="0" anchor="t" bIns="45700" lIns="91425" spcFirstLastPara="1" rIns="91425" wrap="square" tIns="45700">
            <a:noAutofit/>
          </a:bodyPr>
          <a:lstStyle>
            <a:lvl1pPr indent="-228600" lvl="0" marL="457200" algn="ctr">
              <a:spcBef>
                <a:spcPts val="440"/>
              </a:spcBef>
              <a:spcAft>
                <a:spcPts val="0"/>
              </a:spcAft>
              <a:buClr>
                <a:schemeClr val="accent6"/>
              </a:buClr>
              <a:buSzPts val="2200"/>
              <a:buNone/>
              <a:defRPr sz="2200">
                <a:solidFill>
                  <a:schemeClr val="accent6"/>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37" name="Google Shape;737;p17"/>
          <p:cNvSpPr txBox="1"/>
          <p:nvPr>
            <p:ph idx="3" type="body"/>
          </p:nvPr>
        </p:nvSpPr>
        <p:spPr>
          <a:xfrm>
            <a:off x="3617342" y="3147814"/>
            <a:ext cx="1909200" cy="720000"/>
          </a:xfrm>
          <a:prstGeom prst="rect">
            <a:avLst/>
          </a:prstGeom>
          <a:noFill/>
          <a:ln>
            <a:noFill/>
          </a:ln>
        </p:spPr>
        <p:txBody>
          <a:bodyPr anchorCtr="0" anchor="t" bIns="45700" lIns="91425" spcFirstLastPara="1" rIns="91425" wrap="square" tIns="45700">
            <a:noAutofit/>
          </a:bodyPr>
          <a:lstStyle>
            <a:lvl1pPr indent="-228600" lvl="0" marL="457200" algn="ctr">
              <a:spcBef>
                <a:spcPts val="360"/>
              </a:spcBef>
              <a:spcAft>
                <a:spcPts val="0"/>
              </a:spcAft>
              <a:buClr>
                <a:schemeClr val="accent6"/>
              </a:buClr>
              <a:buSzPts val="1800"/>
              <a:buNone/>
              <a:defRPr sz="1800">
                <a:solidFill>
                  <a:schemeClr val="accent6"/>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38" name="Google Shape;738;p17"/>
          <p:cNvSpPr txBox="1"/>
          <p:nvPr>
            <p:ph idx="4" type="body"/>
          </p:nvPr>
        </p:nvSpPr>
        <p:spPr>
          <a:xfrm>
            <a:off x="539552" y="3723878"/>
            <a:ext cx="1989300" cy="3600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rgbClr val="4C7836"/>
              </a:buClr>
              <a:buSzPts val="2000"/>
              <a:buNone/>
              <a:defRPr sz="2000">
                <a:solidFill>
                  <a:srgbClr val="4C7836"/>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39" name="Google Shape;739;p17"/>
          <p:cNvSpPr txBox="1"/>
          <p:nvPr>
            <p:ph idx="5" type="body"/>
          </p:nvPr>
        </p:nvSpPr>
        <p:spPr>
          <a:xfrm>
            <a:off x="6588224" y="3715679"/>
            <a:ext cx="1819500" cy="3600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rgbClr val="89BC34"/>
              </a:buClr>
              <a:buSzPts val="2000"/>
              <a:buNone/>
              <a:defRPr sz="2000">
                <a:solidFill>
                  <a:srgbClr val="89BC34"/>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40" name="Google Shape;740;p17"/>
          <p:cNvSpPr txBox="1"/>
          <p:nvPr>
            <p:ph idx="6" type="body"/>
          </p:nvPr>
        </p:nvSpPr>
        <p:spPr>
          <a:xfrm>
            <a:off x="4292090" y="1707654"/>
            <a:ext cx="636600" cy="368100"/>
          </a:xfrm>
          <a:prstGeom prst="rect">
            <a:avLst/>
          </a:prstGeom>
          <a:noFill/>
          <a:ln>
            <a:noFill/>
          </a:ln>
        </p:spPr>
        <p:txBody>
          <a:bodyPr anchorCtr="0" anchor="t" bIns="45700" lIns="91425" spcFirstLastPara="1" rIns="91425" wrap="square" tIns="45700">
            <a:noAutofit/>
          </a:bodyPr>
          <a:lstStyle>
            <a:lvl1pPr indent="-228600" lvl="0" marL="457200" algn="ctr">
              <a:spcBef>
                <a:spcPts val="480"/>
              </a:spcBef>
              <a:spcAft>
                <a:spcPts val="0"/>
              </a:spcAft>
              <a:buClr>
                <a:schemeClr val="lt1"/>
              </a:buClr>
              <a:buSzPts val="2400"/>
              <a:buNone/>
              <a:defRPr sz="24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41" name="Google Shape;741;p17"/>
          <p:cNvSpPr txBox="1"/>
          <p:nvPr>
            <p:ph idx="7" type="body"/>
          </p:nvPr>
        </p:nvSpPr>
        <p:spPr>
          <a:xfrm>
            <a:off x="5580112" y="3723878"/>
            <a:ext cx="636600" cy="368100"/>
          </a:xfrm>
          <a:prstGeom prst="rect">
            <a:avLst/>
          </a:prstGeom>
          <a:noFill/>
          <a:ln>
            <a:noFill/>
          </a:ln>
        </p:spPr>
        <p:txBody>
          <a:bodyPr anchorCtr="0" anchor="t" bIns="45700" lIns="91425" spcFirstLastPara="1" rIns="91425" wrap="square" tIns="45700">
            <a:noAutofit/>
          </a:bodyPr>
          <a:lstStyle>
            <a:lvl1pPr indent="-228600" lvl="0" marL="457200" algn="ctr">
              <a:spcBef>
                <a:spcPts val="480"/>
              </a:spcBef>
              <a:spcAft>
                <a:spcPts val="0"/>
              </a:spcAft>
              <a:buClr>
                <a:schemeClr val="lt1"/>
              </a:buClr>
              <a:buSzPts val="2400"/>
              <a:buNone/>
              <a:defRPr sz="24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42" name="Google Shape;742;p17"/>
          <p:cNvSpPr txBox="1"/>
          <p:nvPr>
            <p:ph idx="8" type="body"/>
          </p:nvPr>
        </p:nvSpPr>
        <p:spPr>
          <a:xfrm>
            <a:off x="2987824" y="3723878"/>
            <a:ext cx="636600" cy="368100"/>
          </a:xfrm>
          <a:prstGeom prst="rect">
            <a:avLst/>
          </a:prstGeom>
          <a:noFill/>
          <a:ln>
            <a:noFill/>
          </a:ln>
        </p:spPr>
        <p:txBody>
          <a:bodyPr anchorCtr="0" anchor="t" bIns="45700" lIns="91425" spcFirstLastPara="1" rIns="91425" wrap="square" tIns="45700">
            <a:noAutofit/>
          </a:bodyPr>
          <a:lstStyle>
            <a:lvl1pPr indent="-228600" lvl="0" marL="457200" algn="ctr">
              <a:spcBef>
                <a:spcPts val="480"/>
              </a:spcBef>
              <a:spcAft>
                <a:spcPts val="0"/>
              </a:spcAft>
              <a:buClr>
                <a:schemeClr val="lt1"/>
              </a:buClr>
              <a:buSzPts val="2400"/>
              <a:buNone/>
              <a:defRPr sz="24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43" name="Google Shape;743;p17"/>
          <p:cNvSpPr txBox="1"/>
          <p:nvPr>
            <p:ph idx="9" type="body"/>
          </p:nvPr>
        </p:nvSpPr>
        <p:spPr>
          <a:xfrm>
            <a:off x="1656823" y="1733323"/>
            <a:ext cx="1989300" cy="3600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rgbClr val="4C8E91"/>
              </a:buClr>
              <a:buSzPts val="2000"/>
              <a:buNone/>
              <a:defRPr sz="2000">
                <a:solidFill>
                  <a:srgbClr val="4C8E9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rcle Diagram - 3 Items">
  <p:cSld name="Circle Diagram - 3 Items">
    <p:spTree>
      <p:nvGrpSpPr>
        <p:cNvPr id="744" name="Shape 744"/>
        <p:cNvGrpSpPr/>
        <p:nvPr/>
      </p:nvGrpSpPr>
      <p:grpSpPr>
        <a:xfrm>
          <a:off x="0" y="0"/>
          <a:ext cx="0" cy="0"/>
          <a:chOff x="0" y="0"/>
          <a:chExt cx="0" cy="0"/>
        </a:xfrm>
      </p:grpSpPr>
      <p:sp>
        <p:nvSpPr>
          <p:cNvPr id="745" name="Google Shape;745;p18"/>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Calibri"/>
              <a:buNone/>
              <a:defRPr sz="4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6" name="Google Shape;746;p18"/>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7" name="Google Shape;747;p18"/>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8" name="Google Shape;748;p18"/>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sp>
        <p:nvSpPr>
          <p:cNvPr id="749" name="Google Shape;749;p18"/>
          <p:cNvSpPr txBox="1"/>
          <p:nvPr>
            <p:ph idx="1" type="body"/>
          </p:nvPr>
        </p:nvSpPr>
        <p:spPr>
          <a:xfrm>
            <a:off x="468313" y="771550"/>
            <a:ext cx="8207400" cy="503700"/>
          </a:xfrm>
          <a:prstGeom prst="rect">
            <a:avLst/>
          </a:prstGeom>
          <a:noFill/>
          <a:ln>
            <a:noFill/>
          </a:ln>
        </p:spPr>
        <p:txBody>
          <a:bodyPr anchorCtr="0" anchor="t" bIns="45700" lIns="91425" spcFirstLastPara="1" rIns="91425" wrap="square" tIns="45700">
            <a:noAutofit/>
          </a:bodyPr>
          <a:lstStyle>
            <a:lvl1pPr indent="-228600" lvl="0" marL="457200" algn="l">
              <a:spcBef>
                <a:spcPts val="540"/>
              </a:spcBef>
              <a:spcAft>
                <a:spcPts val="0"/>
              </a:spcAft>
              <a:buClr>
                <a:schemeClr val="accent5"/>
              </a:buClr>
              <a:buSzPts val="2700"/>
              <a:buNone/>
              <a:defRPr sz="27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750" name="Google Shape;750;p18"/>
          <p:cNvGrpSpPr/>
          <p:nvPr/>
        </p:nvGrpSpPr>
        <p:grpSpPr>
          <a:xfrm>
            <a:off x="2724151" y="1385888"/>
            <a:ext cx="3700439" cy="3397152"/>
            <a:chOff x="1716" y="873"/>
            <a:chExt cx="2331" cy="2140"/>
          </a:xfrm>
        </p:grpSpPr>
        <p:sp>
          <p:nvSpPr>
            <p:cNvPr id="751" name="Google Shape;751;p18"/>
            <p:cNvSpPr/>
            <p:nvPr/>
          </p:nvSpPr>
          <p:spPr>
            <a:xfrm>
              <a:off x="2280" y="873"/>
              <a:ext cx="1192" cy="1186"/>
            </a:xfrm>
            <a:custGeom>
              <a:rect b="b" l="l" r="r" t="t"/>
              <a:pathLst>
                <a:path extrusionOk="0" h="974" w="979">
                  <a:moveTo>
                    <a:pt x="953" y="642"/>
                  </a:moveTo>
                  <a:cubicBezTo>
                    <a:pt x="952" y="646"/>
                    <a:pt x="951" y="649"/>
                    <a:pt x="949" y="653"/>
                  </a:cubicBezTo>
                  <a:cubicBezTo>
                    <a:pt x="948" y="656"/>
                    <a:pt x="947" y="660"/>
                    <a:pt x="946" y="663"/>
                  </a:cubicBezTo>
                  <a:cubicBezTo>
                    <a:pt x="883" y="830"/>
                    <a:pt x="731" y="954"/>
                    <a:pt x="544" y="973"/>
                  </a:cubicBezTo>
                  <a:cubicBezTo>
                    <a:pt x="540" y="973"/>
                    <a:pt x="537" y="974"/>
                    <a:pt x="533" y="974"/>
                  </a:cubicBezTo>
                  <a:cubicBezTo>
                    <a:pt x="532" y="974"/>
                    <a:pt x="532" y="974"/>
                    <a:pt x="531" y="974"/>
                  </a:cubicBezTo>
                  <a:cubicBezTo>
                    <a:pt x="530" y="971"/>
                    <a:pt x="528" y="967"/>
                    <a:pt x="526" y="964"/>
                  </a:cubicBezTo>
                  <a:cubicBezTo>
                    <a:pt x="437" y="800"/>
                    <a:pt x="260" y="694"/>
                    <a:pt x="64" y="703"/>
                  </a:cubicBezTo>
                  <a:cubicBezTo>
                    <a:pt x="38" y="649"/>
                    <a:pt x="22" y="591"/>
                    <a:pt x="18" y="528"/>
                  </a:cubicBezTo>
                  <a:cubicBezTo>
                    <a:pt x="0" y="264"/>
                    <a:pt x="200" y="35"/>
                    <a:pt x="464" y="17"/>
                  </a:cubicBezTo>
                  <a:cubicBezTo>
                    <a:pt x="728" y="0"/>
                    <a:pt x="957" y="200"/>
                    <a:pt x="975" y="463"/>
                  </a:cubicBezTo>
                  <a:cubicBezTo>
                    <a:pt x="979" y="526"/>
                    <a:pt x="971" y="586"/>
                    <a:pt x="953" y="642"/>
                  </a:cubicBezTo>
                  <a:close/>
                </a:path>
              </a:pathLst>
            </a:custGeom>
            <a:solidFill>
              <a:srgbClr val="8ABFC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2" name="Google Shape;752;p18"/>
            <p:cNvSpPr/>
            <p:nvPr/>
          </p:nvSpPr>
          <p:spPr>
            <a:xfrm>
              <a:off x="1716" y="1733"/>
              <a:ext cx="1147" cy="1275"/>
            </a:xfrm>
            <a:custGeom>
              <a:rect b="b" l="l" r="r" t="t"/>
              <a:pathLst>
                <a:path extrusionOk="0" h="1047" w="942">
                  <a:moveTo>
                    <a:pt x="444" y="33"/>
                  </a:moveTo>
                  <a:cubicBezTo>
                    <a:pt x="448" y="32"/>
                    <a:pt x="452" y="31"/>
                    <a:pt x="455" y="31"/>
                  </a:cubicBezTo>
                  <a:cubicBezTo>
                    <a:pt x="459" y="30"/>
                    <a:pt x="462" y="29"/>
                    <a:pt x="466" y="29"/>
                  </a:cubicBezTo>
                  <a:cubicBezTo>
                    <a:pt x="641" y="0"/>
                    <a:pt x="826" y="69"/>
                    <a:pt x="935" y="222"/>
                  </a:cubicBezTo>
                  <a:cubicBezTo>
                    <a:pt x="937" y="225"/>
                    <a:pt x="939" y="228"/>
                    <a:pt x="941" y="231"/>
                  </a:cubicBezTo>
                  <a:cubicBezTo>
                    <a:pt x="942" y="231"/>
                    <a:pt x="942" y="232"/>
                    <a:pt x="942" y="232"/>
                  </a:cubicBezTo>
                  <a:cubicBezTo>
                    <a:pt x="940" y="235"/>
                    <a:pt x="938" y="239"/>
                    <a:pt x="936" y="242"/>
                  </a:cubicBezTo>
                  <a:cubicBezTo>
                    <a:pt x="839" y="400"/>
                    <a:pt x="835" y="607"/>
                    <a:pt x="941" y="773"/>
                  </a:cubicBezTo>
                  <a:cubicBezTo>
                    <a:pt x="908" y="822"/>
                    <a:pt x="865" y="865"/>
                    <a:pt x="813" y="900"/>
                  </a:cubicBezTo>
                  <a:cubicBezTo>
                    <a:pt x="593" y="1047"/>
                    <a:pt x="295" y="988"/>
                    <a:pt x="148" y="769"/>
                  </a:cubicBezTo>
                  <a:cubicBezTo>
                    <a:pt x="0" y="549"/>
                    <a:pt x="59" y="251"/>
                    <a:pt x="279" y="104"/>
                  </a:cubicBezTo>
                  <a:cubicBezTo>
                    <a:pt x="330" y="69"/>
                    <a:pt x="387" y="45"/>
                    <a:pt x="444" y="33"/>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3" name="Google Shape;753;p18"/>
            <p:cNvSpPr/>
            <p:nvPr/>
          </p:nvSpPr>
          <p:spPr>
            <a:xfrm>
              <a:off x="2754" y="1765"/>
              <a:ext cx="1293" cy="1248"/>
            </a:xfrm>
            <a:custGeom>
              <a:rect b="b" l="l" r="r" t="t"/>
              <a:pathLst>
                <a:path extrusionOk="0" h="1025" w="1062">
                  <a:moveTo>
                    <a:pt x="160" y="800"/>
                  </a:moveTo>
                  <a:cubicBezTo>
                    <a:pt x="157" y="797"/>
                    <a:pt x="155" y="794"/>
                    <a:pt x="152" y="792"/>
                  </a:cubicBezTo>
                  <a:cubicBezTo>
                    <a:pt x="150" y="789"/>
                    <a:pt x="148" y="786"/>
                    <a:pt x="145" y="783"/>
                  </a:cubicBezTo>
                  <a:cubicBezTo>
                    <a:pt x="32" y="646"/>
                    <a:pt x="0" y="451"/>
                    <a:pt x="78" y="280"/>
                  </a:cubicBezTo>
                  <a:cubicBezTo>
                    <a:pt x="79" y="277"/>
                    <a:pt x="81" y="274"/>
                    <a:pt x="82" y="270"/>
                  </a:cubicBezTo>
                  <a:cubicBezTo>
                    <a:pt x="83" y="270"/>
                    <a:pt x="83" y="269"/>
                    <a:pt x="83" y="269"/>
                  </a:cubicBezTo>
                  <a:cubicBezTo>
                    <a:pt x="87" y="269"/>
                    <a:pt x="91" y="269"/>
                    <a:pt x="95" y="269"/>
                  </a:cubicBezTo>
                  <a:cubicBezTo>
                    <a:pt x="280" y="274"/>
                    <a:pt x="461" y="175"/>
                    <a:pt x="552" y="0"/>
                  </a:cubicBezTo>
                  <a:cubicBezTo>
                    <a:pt x="611" y="4"/>
                    <a:pt x="670" y="20"/>
                    <a:pt x="726" y="47"/>
                  </a:cubicBezTo>
                  <a:cubicBezTo>
                    <a:pt x="963" y="164"/>
                    <a:pt x="1062" y="451"/>
                    <a:pt x="945" y="689"/>
                  </a:cubicBezTo>
                  <a:cubicBezTo>
                    <a:pt x="829" y="926"/>
                    <a:pt x="541" y="1025"/>
                    <a:pt x="304" y="908"/>
                  </a:cubicBezTo>
                  <a:cubicBezTo>
                    <a:pt x="248" y="881"/>
                    <a:pt x="199" y="844"/>
                    <a:pt x="160" y="80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54" name="Google Shape;754;p18"/>
          <p:cNvSpPr txBox="1"/>
          <p:nvPr>
            <p:ph idx="2" type="body"/>
          </p:nvPr>
        </p:nvSpPr>
        <p:spPr>
          <a:xfrm>
            <a:off x="3907806" y="1789176"/>
            <a:ext cx="1315800" cy="9648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chemeClr val="lt1"/>
              </a:buClr>
              <a:buSzPts val="2000"/>
              <a:buNone/>
              <a:defRPr sz="20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5" name="Google Shape;755;p18"/>
          <p:cNvSpPr txBox="1"/>
          <p:nvPr>
            <p:ph idx="3" type="body"/>
          </p:nvPr>
        </p:nvSpPr>
        <p:spPr>
          <a:xfrm>
            <a:off x="3091520" y="3310169"/>
            <a:ext cx="1315800" cy="9648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chemeClr val="lt1"/>
              </a:buClr>
              <a:buSzPts val="2000"/>
              <a:buNone/>
              <a:defRPr sz="20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6" name="Google Shape;756;p18"/>
          <p:cNvSpPr txBox="1"/>
          <p:nvPr>
            <p:ph idx="4" type="body"/>
          </p:nvPr>
        </p:nvSpPr>
        <p:spPr>
          <a:xfrm>
            <a:off x="4716016" y="3310169"/>
            <a:ext cx="1315800" cy="9648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chemeClr val="lt1"/>
              </a:buClr>
              <a:buSzPts val="2000"/>
              <a:buNone/>
              <a:defRPr sz="20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7" name="Google Shape;757;p18"/>
          <p:cNvSpPr txBox="1"/>
          <p:nvPr>
            <p:ph idx="5" type="body"/>
          </p:nvPr>
        </p:nvSpPr>
        <p:spPr>
          <a:xfrm>
            <a:off x="1115616" y="1995686"/>
            <a:ext cx="2448000" cy="4317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rgbClr val="4C8E91"/>
              </a:buClr>
              <a:buSzPts val="2000"/>
              <a:buNone/>
              <a:defRPr sz="2000">
                <a:solidFill>
                  <a:srgbClr val="4C8E9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8" name="Google Shape;758;p18"/>
          <p:cNvSpPr txBox="1"/>
          <p:nvPr>
            <p:ph idx="6" type="body"/>
          </p:nvPr>
        </p:nvSpPr>
        <p:spPr>
          <a:xfrm>
            <a:off x="6430695" y="3548063"/>
            <a:ext cx="2448000" cy="4317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rgbClr val="89BC34"/>
              </a:buClr>
              <a:buSzPts val="2000"/>
              <a:buNone/>
              <a:defRPr sz="2000">
                <a:solidFill>
                  <a:srgbClr val="89BC34"/>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9" name="Google Shape;759;p18"/>
          <p:cNvSpPr txBox="1"/>
          <p:nvPr>
            <p:ph idx="7" type="body"/>
          </p:nvPr>
        </p:nvSpPr>
        <p:spPr>
          <a:xfrm>
            <a:off x="288522" y="3548063"/>
            <a:ext cx="2448000" cy="4317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rgbClr val="4C7836"/>
              </a:buClr>
              <a:buSzPts val="2000"/>
              <a:buNone/>
              <a:defRPr sz="2000">
                <a:solidFill>
                  <a:srgbClr val="4C7836"/>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D Arrows and Text">
  <p:cSld name="3D Arrows and Text">
    <p:spTree>
      <p:nvGrpSpPr>
        <p:cNvPr id="760" name="Shape 760"/>
        <p:cNvGrpSpPr/>
        <p:nvPr/>
      </p:nvGrpSpPr>
      <p:grpSpPr>
        <a:xfrm>
          <a:off x="0" y="0"/>
          <a:ext cx="0" cy="0"/>
          <a:chOff x="0" y="0"/>
          <a:chExt cx="0" cy="0"/>
        </a:xfrm>
      </p:grpSpPr>
      <p:sp>
        <p:nvSpPr>
          <p:cNvPr id="761" name="Google Shape;761;p19"/>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2" name="Google Shape;762;p19"/>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3" name="Google Shape;763;p19"/>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sp>
        <p:nvSpPr>
          <p:cNvPr id="764" name="Google Shape;764;p19"/>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Calibri"/>
              <a:buNone/>
              <a:defRPr sz="4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5" name="Google Shape;765;p19"/>
          <p:cNvSpPr txBox="1"/>
          <p:nvPr>
            <p:ph idx="1" type="body"/>
          </p:nvPr>
        </p:nvSpPr>
        <p:spPr>
          <a:xfrm>
            <a:off x="468313" y="771550"/>
            <a:ext cx="8207400" cy="503700"/>
          </a:xfrm>
          <a:prstGeom prst="rect">
            <a:avLst/>
          </a:prstGeom>
          <a:noFill/>
          <a:ln>
            <a:noFill/>
          </a:ln>
        </p:spPr>
        <p:txBody>
          <a:bodyPr anchorCtr="0" anchor="t" bIns="45700" lIns="91425" spcFirstLastPara="1" rIns="91425" wrap="square" tIns="45700">
            <a:noAutofit/>
          </a:bodyPr>
          <a:lstStyle>
            <a:lvl1pPr indent="-228600" lvl="0" marL="457200" algn="l">
              <a:spcBef>
                <a:spcPts val="540"/>
              </a:spcBef>
              <a:spcAft>
                <a:spcPts val="0"/>
              </a:spcAft>
              <a:buClr>
                <a:schemeClr val="accent5"/>
              </a:buClr>
              <a:buSzPts val="2700"/>
              <a:buNone/>
              <a:defRPr sz="27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766" name="Google Shape;766;p19"/>
          <p:cNvGrpSpPr/>
          <p:nvPr/>
        </p:nvGrpSpPr>
        <p:grpSpPr>
          <a:xfrm>
            <a:off x="1" y="1936333"/>
            <a:ext cx="8246653" cy="2532230"/>
            <a:chOff x="2" y="1028"/>
            <a:chExt cx="5418" cy="1689"/>
          </a:xfrm>
        </p:grpSpPr>
        <p:sp>
          <p:nvSpPr>
            <p:cNvPr id="767" name="Google Shape;767;p19"/>
            <p:cNvSpPr/>
            <p:nvPr/>
          </p:nvSpPr>
          <p:spPr>
            <a:xfrm>
              <a:off x="1385" y="1573"/>
              <a:ext cx="739" cy="544"/>
            </a:xfrm>
            <a:custGeom>
              <a:rect b="b" l="l" r="r" t="t"/>
              <a:pathLst>
                <a:path extrusionOk="0" h="544" w="739">
                  <a:moveTo>
                    <a:pt x="739" y="0"/>
                  </a:moveTo>
                  <a:lnTo>
                    <a:pt x="739" y="376"/>
                  </a:lnTo>
                  <a:lnTo>
                    <a:pt x="0" y="544"/>
                  </a:lnTo>
                  <a:lnTo>
                    <a:pt x="0" y="0"/>
                  </a:lnTo>
                  <a:lnTo>
                    <a:pt x="739" y="0"/>
                  </a:lnTo>
                  <a:close/>
                </a:path>
              </a:pathLst>
            </a:cu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8" name="Google Shape;768;p19"/>
            <p:cNvSpPr/>
            <p:nvPr/>
          </p:nvSpPr>
          <p:spPr>
            <a:xfrm>
              <a:off x="2124" y="1196"/>
              <a:ext cx="3296" cy="377"/>
            </a:xfrm>
            <a:custGeom>
              <a:rect b="b" l="l" r="r" t="t"/>
              <a:pathLst>
                <a:path extrusionOk="0" h="218" w="1911">
                  <a:moveTo>
                    <a:pt x="1908" y="116"/>
                  </a:moveTo>
                  <a:cubicBezTo>
                    <a:pt x="1816" y="205"/>
                    <a:pt x="1816" y="205"/>
                    <a:pt x="1816" y="205"/>
                  </a:cubicBezTo>
                  <a:cubicBezTo>
                    <a:pt x="1803" y="218"/>
                    <a:pt x="1803" y="218"/>
                    <a:pt x="1803" y="218"/>
                  </a:cubicBezTo>
                  <a:cubicBezTo>
                    <a:pt x="0" y="218"/>
                    <a:pt x="0" y="218"/>
                    <a:pt x="0" y="218"/>
                  </a:cubicBezTo>
                  <a:cubicBezTo>
                    <a:pt x="0" y="0"/>
                    <a:pt x="0" y="0"/>
                    <a:pt x="0" y="0"/>
                  </a:cubicBezTo>
                  <a:cubicBezTo>
                    <a:pt x="1803" y="0"/>
                    <a:pt x="1803" y="0"/>
                    <a:pt x="1803" y="0"/>
                  </a:cubicBezTo>
                  <a:cubicBezTo>
                    <a:pt x="1906" y="106"/>
                    <a:pt x="1906" y="106"/>
                    <a:pt x="1906" y="106"/>
                  </a:cubicBezTo>
                  <a:cubicBezTo>
                    <a:pt x="1908" y="108"/>
                    <a:pt x="1908" y="108"/>
                    <a:pt x="1908" y="108"/>
                  </a:cubicBezTo>
                  <a:cubicBezTo>
                    <a:pt x="1908" y="108"/>
                    <a:pt x="1908" y="108"/>
                    <a:pt x="1908" y="108"/>
                  </a:cubicBezTo>
                  <a:cubicBezTo>
                    <a:pt x="1910" y="110"/>
                    <a:pt x="1911" y="114"/>
                    <a:pt x="1908" y="116"/>
                  </a:cubicBezTo>
                  <a:close/>
                </a:path>
              </a:pathLst>
            </a:custGeom>
            <a:solidFill>
              <a:srgbClr val="B5D7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9" name="Google Shape;769;p19"/>
            <p:cNvSpPr/>
            <p:nvPr/>
          </p:nvSpPr>
          <p:spPr>
            <a:xfrm>
              <a:off x="2124" y="1573"/>
              <a:ext cx="2886" cy="376"/>
            </a:xfrm>
            <a:custGeom>
              <a:rect b="b" l="l" r="r" t="t"/>
              <a:pathLst>
                <a:path extrusionOk="0" h="218" w="1673">
                  <a:moveTo>
                    <a:pt x="1671" y="116"/>
                  </a:moveTo>
                  <a:cubicBezTo>
                    <a:pt x="1590" y="205"/>
                    <a:pt x="1590" y="205"/>
                    <a:pt x="1590" y="205"/>
                  </a:cubicBezTo>
                  <a:cubicBezTo>
                    <a:pt x="1578" y="218"/>
                    <a:pt x="1578" y="218"/>
                    <a:pt x="1578" y="218"/>
                  </a:cubicBezTo>
                  <a:cubicBezTo>
                    <a:pt x="0" y="218"/>
                    <a:pt x="0" y="218"/>
                    <a:pt x="0" y="218"/>
                  </a:cubicBezTo>
                  <a:cubicBezTo>
                    <a:pt x="0" y="0"/>
                    <a:pt x="0" y="0"/>
                    <a:pt x="0" y="0"/>
                  </a:cubicBezTo>
                  <a:cubicBezTo>
                    <a:pt x="1578" y="0"/>
                    <a:pt x="1578" y="0"/>
                    <a:pt x="1578" y="0"/>
                  </a:cubicBezTo>
                  <a:cubicBezTo>
                    <a:pt x="1669" y="106"/>
                    <a:pt x="1669" y="106"/>
                    <a:pt x="1669" y="106"/>
                  </a:cubicBezTo>
                  <a:cubicBezTo>
                    <a:pt x="1671" y="108"/>
                    <a:pt x="1671" y="108"/>
                    <a:pt x="1671" y="108"/>
                  </a:cubicBezTo>
                  <a:cubicBezTo>
                    <a:pt x="1671" y="108"/>
                    <a:pt x="1671" y="108"/>
                    <a:pt x="1671" y="108"/>
                  </a:cubicBezTo>
                  <a:cubicBezTo>
                    <a:pt x="1673" y="110"/>
                    <a:pt x="1673" y="114"/>
                    <a:pt x="1671" y="116"/>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0" name="Google Shape;770;p19"/>
            <p:cNvSpPr/>
            <p:nvPr/>
          </p:nvSpPr>
          <p:spPr>
            <a:xfrm>
              <a:off x="2124" y="1949"/>
              <a:ext cx="2539" cy="377"/>
            </a:xfrm>
            <a:custGeom>
              <a:rect b="b" l="l" r="r" t="t"/>
              <a:pathLst>
                <a:path extrusionOk="0" h="218" w="1472">
                  <a:moveTo>
                    <a:pt x="1471" y="116"/>
                  </a:moveTo>
                  <a:cubicBezTo>
                    <a:pt x="1399" y="205"/>
                    <a:pt x="1399" y="205"/>
                    <a:pt x="1399" y="205"/>
                  </a:cubicBezTo>
                  <a:cubicBezTo>
                    <a:pt x="1389" y="218"/>
                    <a:pt x="1389" y="218"/>
                    <a:pt x="1389" y="218"/>
                  </a:cubicBezTo>
                  <a:cubicBezTo>
                    <a:pt x="0" y="218"/>
                    <a:pt x="0" y="218"/>
                    <a:pt x="0" y="218"/>
                  </a:cubicBezTo>
                  <a:cubicBezTo>
                    <a:pt x="0" y="0"/>
                    <a:pt x="0" y="0"/>
                    <a:pt x="0" y="0"/>
                  </a:cubicBezTo>
                  <a:cubicBezTo>
                    <a:pt x="1389" y="0"/>
                    <a:pt x="1389" y="0"/>
                    <a:pt x="1389" y="0"/>
                  </a:cubicBezTo>
                  <a:cubicBezTo>
                    <a:pt x="1469" y="106"/>
                    <a:pt x="1469" y="106"/>
                    <a:pt x="1469" y="106"/>
                  </a:cubicBezTo>
                  <a:cubicBezTo>
                    <a:pt x="1470" y="107"/>
                    <a:pt x="1470" y="107"/>
                    <a:pt x="1470" y="107"/>
                  </a:cubicBezTo>
                  <a:cubicBezTo>
                    <a:pt x="1470" y="108"/>
                    <a:pt x="1470" y="108"/>
                    <a:pt x="1470" y="108"/>
                  </a:cubicBezTo>
                  <a:cubicBezTo>
                    <a:pt x="1472" y="110"/>
                    <a:pt x="1472" y="114"/>
                    <a:pt x="1471" y="116"/>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1" name="Google Shape;771;p19"/>
            <p:cNvSpPr/>
            <p:nvPr/>
          </p:nvSpPr>
          <p:spPr>
            <a:xfrm>
              <a:off x="2" y="1028"/>
              <a:ext cx="1500" cy="600"/>
            </a:xfrm>
            <a:prstGeom prst="rect">
              <a:avLst/>
            </a:prstGeom>
            <a:solidFill>
              <a:srgbClr val="B5D7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2" name="Google Shape;772;p19"/>
            <p:cNvSpPr/>
            <p:nvPr/>
          </p:nvSpPr>
          <p:spPr>
            <a:xfrm>
              <a:off x="2" y="1573"/>
              <a:ext cx="1500" cy="6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3" name="Google Shape;773;p19"/>
            <p:cNvSpPr/>
            <p:nvPr/>
          </p:nvSpPr>
          <p:spPr>
            <a:xfrm>
              <a:off x="2" y="2117"/>
              <a:ext cx="1500" cy="600"/>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4" name="Google Shape;774;p19"/>
            <p:cNvSpPr/>
            <p:nvPr/>
          </p:nvSpPr>
          <p:spPr>
            <a:xfrm>
              <a:off x="1385" y="1949"/>
              <a:ext cx="739" cy="712"/>
            </a:xfrm>
            <a:custGeom>
              <a:rect b="b" l="l" r="r" t="t"/>
              <a:pathLst>
                <a:path extrusionOk="0" h="712" w="739">
                  <a:moveTo>
                    <a:pt x="739" y="0"/>
                  </a:moveTo>
                  <a:lnTo>
                    <a:pt x="739" y="377"/>
                  </a:lnTo>
                  <a:lnTo>
                    <a:pt x="0" y="712"/>
                  </a:lnTo>
                  <a:lnTo>
                    <a:pt x="0" y="168"/>
                  </a:lnTo>
                  <a:lnTo>
                    <a:pt x="739" y="0"/>
                  </a:lnTo>
                  <a:close/>
                </a:path>
              </a:pathLst>
            </a:custGeom>
            <a:solidFill>
              <a:srgbClr val="4C783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5" name="Google Shape;775;p19"/>
            <p:cNvSpPr/>
            <p:nvPr/>
          </p:nvSpPr>
          <p:spPr>
            <a:xfrm>
              <a:off x="1385" y="1028"/>
              <a:ext cx="739" cy="545"/>
            </a:xfrm>
            <a:custGeom>
              <a:rect b="b" l="l" r="r" t="t"/>
              <a:pathLst>
                <a:path extrusionOk="0" h="545" w="739">
                  <a:moveTo>
                    <a:pt x="739" y="168"/>
                  </a:moveTo>
                  <a:lnTo>
                    <a:pt x="739" y="545"/>
                  </a:lnTo>
                  <a:lnTo>
                    <a:pt x="0" y="545"/>
                  </a:lnTo>
                  <a:lnTo>
                    <a:pt x="0" y="0"/>
                  </a:lnTo>
                  <a:lnTo>
                    <a:pt x="739" y="168"/>
                  </a:lnTo>
                  <a:close/>
                </a:path>
              </a:pathLst>
            </a:custGeom>
            <a:solidFill>
              <a:srgbClr val="8ABFC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76" name="Google Shape;776;p19"/>
          <p:cNvSpPr txBox="1"/>
          <p:nvPr>
            <p:ph idx="2" type="body"/>
          </p:nvPr>
        </p:nvSpPr>
        <p:spPr>
          <a:xfrm>
            <a:off x="3266659" y="2270689"/>
            <a:ext cx="605400" cy="400200"/>
          </a:xfrm>
          <a:prstGeom prst="rect">
            <a:avLst/>
          </a:prstGeom>
          <a:noFill/>
          <a:ln>
            <a:noFill/>
          </a:ln>
        </p:spPr>
        <p:txBody>
          <a:bodyPr anchorCtr="0" anchor="ctr" bIns="45700" lIns="91425" spcFirstLastPara="1" rIns="91425" wrap="square" tIns="45700">
            <a:noAutofit/>
          </a:bodyPr>
          <a:lstStyle>
            <a:lvl1pPr indent="-228600" lvl="0" marL="457200" algn="l">
              <a:spcBef>
                <a:spcPts val="480"/>
              </a:spcBef>
              <a:spcAft>
                <a:spcPts val="0"/>
              </a:spcAft>
              <a:buClr>
                <a:schemeClr val="lt1"/>
              </a:buClr>
              <a:buSzPts val="2400"/>
              <a:buNone/>
              <a:defRPr b="0" sz="24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7" name="Google Shape;777;p19"/>
          <p:cNvSpPr txBox="1"/>
          <p:nvPr>
            <p:ph idx="3" type="body"/>
          </p:nvPr>
        </p:nvSpPr>
        <p:spPr>
          <a:xfrm>
            <a:off x="3266659" y="2835155"/>
            <a:ext cx="605400" cy="400200"/>
          </a:xfrm>
          <a:prstGeom prst="rect">
            <a:avLst/>
          </a:prstGeom>
          <a:noFill/>
          <a:ln>
            <a:noFill/>
          </a:ln>
        </p:spPr>
        <p:txBody>
          <a:bodyPr anchorCtr="0" anchor="ctr" bIns="45700" lIns="91425" spcFirstLastPara="1" rIns="91425" wrap="square" tIns="45700">
            <a:noAutofit/>
          </a:bodyPr>
          <a:lstStyle>
            <a:lvl1pPr indent="-228600" lvl="0" marL="457200" algn="l">
              <a:spcBef>
                <a:spcPts val="480"/>
              </a:spcBef>
              <a:spcAft>
                <a:spcPts val="0"/>
              </a:spcAft>
              <a:buClr>
                <a:schemeClr val="lt1"/>
              </a:buClr>
              <a:buSzPts val="2400"/>
              <a:buNone/>
              <a:defRPr b="0" sz="24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8" name="Google Shape;778;p19"/>
          <p:cNvSpPr txBox="1"/>
          <p:nvPr>
            <p:ph idx="4" type="body"/>
          </p:nvPr>
        </p:nvSpPr>
        <p:spPr>
          <a:xfrm>
            <a:off x="3266659" y="3399622"/>
            <a:ext cx="605400" cy="400200"/>
          </a:xfrm>
          <a:prstGeom prst="rect">
            <a:avLst/>
          </a:prstGeom>
          <a:noFill/>
          <a:ln>
            <a:noFill/>
          </a:ln>
        </p:spPr>
        <p:txBody>
          <a:bodyPr anchorCtr="0" anchor="ctr" bIns="45700" lIns="91425" spcFirstLastPara="1" rIns="91425" wrap="square" tIns="45700">
            <a:noAutofit/>
          </a:bodyPr>
          <a:lstStyle>
            <a:lvl1pPr indent="-228600" lvl="0" marL="457200" algn="l">
              <a:spcBef>
                <a:spcPts val="480"/>
              </a:spcBef>
              <a:spcAft>
                <a:spcPts val="0"/>
              </a:spcAft>
              <a:buClr>
                <a:schemeClr val="lt1"/>
              </a:buClr>
              <a:buSzPts val="2400"/>
              <a:buNone/>
              <a:defRPr b="0" sz="24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9" name="Google Shape;779;p19"/>
          <p:cNvSpPr txBox="1"/>
          <p:nvPr>
            <p:ph idx="5" type="body"/>
          </p:nvPr>
        </p:nvSpPr>
        <p:spPr>
          <a:xfrm>
            <a:off x="3840290" y="2270689"/>
            <a:ext cx="3118200" cy="400200"/>
          </a:xfrm>
          <a:prstGeom prst="rect">
            <a:avLst/>
          </a:prstGeom>
          <a:noFill/>
          <a:ln>
            <a:noFill/>
          </a:ln>
        </p:spPr>
        <p:txBody>
          <a:bodyPr anchorCtr="0" anchor="ctr" bIns="45700" lIns="91425" spcFirstLastPara="1" rIns="91425" wrap="square" tIns="45700">
            <a:noAutofit/>
          </a:bodyPr>
          <a:lstStyle>
            <a:lvl1pPr indent="-228600" lvl="0" marL="457200" algn="l">
              <a:spcBef>
                <a:spcPts val="480"/>
              </a:spcBef>
              <a:spcAft>
                <a:spcPts val="0"/>
              </a:spcAft>
              <a:buClr>
                <a:schemeClr val="lt1"/>
              </a:buClr>
              <a:buSzPts val="2400"/>
              <a:buNone/>
              <a:defRPr b="0" sz="24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80" name="Google Shape;780;p19"/>
          <p:cNvSpPr txBox="1"/>
          <p:nvPr>
            <p:ph idx="6" type="body"/>
          </p:nvPr>
        </p:nvSpPr>
        <p:spPr>
          <a:xfrm>
            <a:off x="3840290" y="2835155"/>
            <a:ext cx="3118200" cy="400200"/>
          </a:xfrm>
          <a:prstGeom prst="rect">
            <a:avLst/>
          </a:prstGeom>
          <a:noFill/>
          <a:ln>
            <a:noFill/>
          </a:ln>
        </p:spPr>
        <p:txBody>
          <a:bodyPr anchorCtr="0" anchor="ctr" bIns="45700" lIns="91425" spcFirstLastPara="1" rIns="91425" wrap="square" tIns="45700">
            <a:noAutofit/>
          </a:bodyPr>
          <a:lstStyle>
            <a:lvl1pPr indent="-228600" lvl="0" marL="457200" algn="l">
              <a:spcBef>
                <a:spcPts val="480"/>
              </a:spcBef>
              <a:spcAft>
                <a:spcPts val="0"/>
              </a:spcAft>
              <a:buClr>
                <a:schemeClr val="lt1"/>
              </a:buClr>
              <a:buSzPts val="2400"/>
              <a:buNone/>
              <a:defRPr b="0" sz="24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81" name="Google Shape;781;p19"/>
          <p:cNvSpPr txBox="1"/>
          <p:nvPr>
            <p:ph idx="7" type="body"/>
          </p:nvPr>
        </p:nvSpPr>
        <p:spPr>
          <a:xfrm>
            <a:off x="3840290" y="3399622"/>
            <a:ext cx="3118200" cy="400200"/>
          </a:xfrm>
          <a:prstGeom prst="rect">
            <a:avLst/>
          </a:prstGeom>
          <a:noFill/>
          <a:ln>
            <a:noFill/>
          </a:ln>
        </p:spPr>
        <p:txBody>
          <a:bodyPr anchorCtr="0" anchor="ctr" bIns="45700" lIns="91425" spcFirstLastPara="1" rIns="91425" wrap="square" tIns="45700">
            <a:noAutofit/>
          </a:bodyPr>
          <a:lstStyle>
            <a:lvl1pPr indent="-228600" lvl="0" marL="457200" algn="l">
              <a:spcBef>
                <a:spcPts val="480"/>
              </a:spcBef>
              <a:spcAft>
                <a:spcPts val="0"/>
              </a:spcAft>
              <a:buClr>
                <a:schemeClr val="lt1"/>
              </a:buClr>
              <a:buSzPts val="2400"/>
              <a:buNone/>
              <a:defRPr b="0" sz="24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82" name="Google Shape;782;p19"/>
          <p:cNvSpPr/>
          <p:nvPr/>
        </p:nvSpPr>
        <p:spPr>
          <a:xfrm>
            <a:off x="205200" y="2129217"/>
            <a:ext cx="428054" cy="431322"/>
          </a:xfrm>
          <a:custGeom>
            <a:rect b="b" l="l" r="r" t="t"/>
            <a:pathLst>
              <a:path extrusionOk="0" h="388" w="385">
                <a:moveTo>
                  <a:pt x="284" y="92"/>
                </a:moveTo>
                <a:cubicBezTo>
                  <a:pt x="284" y="92"/>
                  <a:pt x="207" y="96"/>
                  <a:pt x="180" y="97"/>
                </a:cubicBezTo>
                <a:cubicBezTo>
                  <a:pt x="163" y="98"/>
                  <a:pt x="154" y="83"/>
                  <a:pt x="169" y="68"/>
                </a:cubicBezTo>
                <a:cubicBezTo>
                  <a:pt x="180" y="57"/>
                  <a:pt x="185" y="54"/>
                  <a:pt x="183" y="32"/>
                </a:cubicBezTo>
                <a:cubicBezTo>
                  <a:pt x="180" y="8"/>
                  <a:pt x="156" y="0"/>
                  <a:pt x="136" y="0"/>
                </a:cubicBezTo>
                <a:cubicBezTo>
                  <a:pt x="115" y="1"/>
                  <a:pt x="92" y="12"/>
                  <a:pt x="85" y="32"/>
                </a:cubicBezTo>
                <a:cubicBezTo>
                  <a:pt x="81" y="45"/>
                  <a:pt x="81" y="58"/>
                  <a:pt x="93" y="67"/>
                </a:cubicBezTo>
                <a:cubicBezTo>
                  <a:pt x="99" y="71"/>
                  <a:pt x="113" y="78"/>
                  <a:pt x="97" y="91"/>
                </a:cubicBezTo>
                <a:cubicBezTo>
                  <a:pt x="89" y="97"/>
                  <a:pt x="4" y="89"/>
                  <a:pt x="4" y="89"/>
                </a:cubicBezTo>
                <a:cubicBezTo>
                  <a:pt x="4" y="89"/>
                  <a:pt x="1" y="162"/>
                  <a:pt x="3" y="183"/>
                </a:cubicBezTo>
                <a:cubicBezTo>
                  <a:pt x="5" y="195"/>
                  <a:pt x="19" y="200"/>
                  <a:pt x="29" y="187"/>
                </a:cubicBezTo>
                <a:cubicBezTo>
                  <a:pt x="44" y="167"/>
                  <a:pt x="85" y="180"/>
                  <a:pt x="87" y="219"/>
                </a:cubicBezTo>
                <a:cubicBezTo>
                  <a:pt x="89" y="260"/>
                  <a:pt x="46" y="266"/>
                  <a:pt x="37" y="250"/>
                </a:cubicBezTo>
                <a:cubicBezTo>
                  <a:pt x="28" y="236"/>
                  <a:pt x="3" y="232"/>
                  <a:pt x="2" y="251"/>
                </a:cubicBezTo>
                <a:cubicBezTo>
                  <a:pt x="0" y="280"/>
                  <a:pt x="14" y="374"/>
                  <a:pt x="14" y="374"/>
                </a:cubicBezTo>
                <a:cubicBezTo>
                  <a:pt x="14" y="374"/>
                  <a:pt x="70" y="388"/>
                  <a:pt x="95" y="383"/>
                </a:cubicBezTo>
                <a:cubicBezTo>
                  <a:pt x="106" y="382"/>
                  <a:pt x="112" y="362"/>
                  <a:pt x="101" y="352"/>
                </a:cubicBezTo>
                <a:cubicBezTo>
                  <a:pt x="91" y="343"/>
                  <a:pt x="89" y="297"/>
                  <a:pt x="141" y="302"/>
                </a:cubicBezTo>
                <a:cubicBezTo>
                  <a:pt x="181" y="307"/>
                  <a:pt x="174" y="342"/>
                  <a:pt x="164" y="348"/>
                </a:cubicBezTo>
                <a:cubicBezTo>
                  <a:pt x="154" y="355"/>
                  <a:pt x="155" y="374"/>
                  <a:pt x="175" y="379"/>
                </a:cubicBezTo>
                <a:cubicBezTo>
                  <a:pt x="203" y="387"/>
                  <a:pt x="289" y="368"/>
                  <a:pt x="289" y="368"/>
                </a:cubicBezTo>
                <a:cubicBezTo>
                  <a:pt x="289" y="368"/>
                  <a:pt x="278" y="299"/>
                  <a:pt x="281" y="277"/>
                </a:cubicBezTo>
                <a:cubicBezTo>
                  <a:pt x="285" y="252"/>
                  <a:pt x="313" y="267"/>
                  <a:pt x="317" y="272"/>
                </a:cubicBezTo>
                <a:cubicBezTo>
                  <a:pt x="339" y="301"/>
                  <a:pt x="385" y="285"/>
                  <a:pt x="385" y="235"/>
                </a:cubicBezTo>
                <a:cubicBezTo>
                  <a:pt x="385" y="162"/>
                  <a:pt x="319" y="175"/>
                  <a:pt x="313" y="192"/>
                </a:cubicBezTo>
                <a:cubicBezTo>
                  <a:pt x="306" y="211"/>
                  <a:pt x="283" y="207"/>
                  <a:pt x="281" y="195"/>
                </a:cubicBezTo>
                <a:cubicBezTo>
                  <a:pt x="275" y="167"/>
                  <a:pt x="284" y="92"/>
                  <a:pt x="284" y="9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3" name="Google Shape;783;p19"/>
          <p:cNvSpPr txBox="1"/>
          <p:nvPr>
            <p:ph idx="8" type="body"/>
          </p:nvPr>
        </p:nvSpPr>
        <p:spPr>
          <a:xfrm>
            <a:off x="755576" y="1936333"/>
            <a:ext cx="1152000" cy="817200"/>
          </a:xfrm>
          <a:prstGeom prst="rect">
            <a:avLst/>
          </a:prstGeom>
          <a:noFill/>
          <a:ln>
            <a:noFill/>
          </a:ln>
        </p:spPr>
        <p:txBody>
          <a:bodyPr anchorCtr="0" anchor="ctr" bIns="45700" lIns="91425" spcFirstLastPara="1" rIns="91425" wrap="square" tIns="45700">
            <a:noAutofit/>
          </a:bodyPr>
          <a:lstStyle>
            <a:lvl1pPr indent="-228600" lvl="0" marL="457200" algn="l">
              <a:spcBef>
                <a:spcPts val="440"/>
              </a:spcBef>
              <a:spcAft>
                <a:spcPts val="0"/>
              </a:spcAft>
              <a:buClr>
                <a:schemeClr val="lt1"/>
              </a:buClr>
              <a:buSzPts val="2200"/>
              <a:buNone/>
              <a:defRPr b="0" sz="22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84" name="Google Shape;784;p19"/>
          <p:cNvSpPr txBox="1"/>
          <p:nvPr>
            <p:ph idx="9" type="body"/>
          </p:nvPr>
        </p:nvSpPr>
        <p:spPr>
          <a:xfrm>
            <a:off x="755576" y="2751924"/>
            <a:ext cx="1152000" cy="817200"/>
          </a:xfrm>
          <a:prstGeom prst="rect">
            <a:avLst/>
          </a:prstGeom>
          <a:noFill/>
          <a:ln>
            <a:noFill/>
          </a:ln>
        </p:spPr>
        <p:txBody>
          <a:bodyPr anchorCtr="0" anchor="ctr" bIns="45700" lIns="91425" spcFirstLastPara="1" rIns="91425" wrap="square" tIns="45700">
            <a:noAutofit/>
          </a:bodyPr>
          <a:lstStyle>
            <a:lvl1pPr indent="-228600" lvl="0" marL="457200" algn="l">
              <a:spcBef>
                <a:spcPts val="440"/>
              </a:spcBef>
              <a:spcAft>
                <a:spcPts val="0"/>
              </a:spcAft>
              <a:buClr>
                <a:schemeClr val="lt1"/>
              </a:buClr>
              <a:buSzPts val="2200"/>
              <a:buNone/>
              <a:defRPr b="0" sz="22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85" name="Google Shape;785;p19"/>
          <p:cNvSpPr txBox="1"/>
          <p:nvPr>
            <p:ph idx="13" type="body"/>
          </p:nvPr>
        </p:nvSpPr>
        <p:spPr>
          <a:xfrm>
            <a:off x="755576" y="3569014"/>
            <a:ext cx="1152000" cy="817200"/>
          </a:xfrm>
          <a:prstGeom prst="rect">
            <a:avLst/>
          </a:prstGeom>
          <a:noFill/>
          <a:ln>
            <a:noFill/>
          </a:ln>
        </p:spPr>
        <p:txBody>
          <a:bodyPr anchorCtr="0" anchor="ctr" bIns="45700" lIns="91425" spcFirstLastPara="1" rIns="91425" wrap="square" tIns="45700">
            <a:noAutofit/>
          </a:bodyPr>
          <a:lstStyle>
            <a:lvl1pPr indent="-228600" lvl="0" marL="457200" algn="l">
              <a:spcBef>
                <a:spcPts val="440"/>
              </a:spcBef>
              <a:spcAft>
                <a:spcPts val="0"/>
              </a:spcAft>
              <a:buClr>
                <a:schemeClr val="lt1"/>
              </a:buClr>
              <a:buSzPts val="2200"/>
              <a:buNone/>
              <a:defRPr b="0" sz="22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86" name="Google Shape;786;p19"/>
          <p:cNvSpPr/>
          <p:nvPr/>
        </p:nvSpPr>
        <p:spPr>
          <a:xfrm>
            <a:off x="185927" y="2956972"/>
            <a:ext cx="419219" cy="419219"/>
          </a:xfrm>
          <a:custGeom>
            <a:rect b="b" l="l" r="r" t="t"/>
            <a:pathLst>
              <a:path extrusionOk="0" h="548" w="548">
                <a:moveTo>
                  <a:pt x="274" y="548"/>
                </a:moveTo>
                <a:cubicBezTo>
                  <a:pt x="123" y="548"/>
                  <a:pt x="0" y="425"/>
                  <a:pt x="0" y="274"/>
                </a:cubicBezTo>
                <a:cubicBezTo>
                  <a:pt x="0" y="123"/>
                  <a:pt x="123" y="0"/>
                  <a:pt x="274" y="0"/>
                </a:cubicBezTo>
                <a:cubicBezTo>
                  <a:pt x="425" y="0"/>
                  <a:pt x="548" y="123"/>
                  <a:pt x="548" y="274"/>
                </a:cubicBezTo>
                <a:cubicBezTo>
                  <a:pt x="548" y="425"/>
                  <a:pt x="425" y="548"/>
                  <a:pt x="274" y="548"/>
                </a:cubicBezTo>
                <a:close/>
                <a:moveTo>
                  <a:pt x="274" y="37"/>
                </a:moveTo>
                <a:cubicBezTo>
                  <a:pt x="144" y="37"/>
                  <a:pt x="37" y="144"/>
                  <a:pt x="37" y="274"/>
                </a:cubicBezTo>
                <a:cubicBezTo>
                  <a:pt x="37" y="404"/>
                  <a:pt x="144" y="511"/>
                  <a:pt x="274" y="511"/>
                </a:cubicBezTo>
                <a:cubicBezTo>
                  <a:pt x="404" y="511"/>
                  <a:pt x="511" y="404"/>
                  <a:pt x="511" y="274"/>
                </a:cubicBezTo>
                <a:cubicBezTo>
                  <a:pt x="511" y="144"/>
                  <a:pt x="404" y="37"/>
                  <a:pt x="274" y="37"/>
                </a:cubicBezTo>
                <a:close/>
                <a:moveTo>
                  <a:pt x="287" y="286"/>
                </a:moveTo>
                <a:cubicBezTo>
                  <a:pt x="189" y="393"/>
                  <a:pt x="189" y="393"/>
                  <a:pt x="189" y="393"/>
                </a:cubicBezTo>
                <a:cubicBezTo>
                  <a:pt x="189" y="393"/>
                  <a:pt x="176" y="405"/>
                  <a:pt x="165" y="394"/>
                </a:cubicBezTo>
                <a:cubicBezTo>
                  <a:pt x="153" y="384"/>
                  <a:pt x="164" y="370"/>
                  <a:pt x="164" y="370"/>
                </a:cubicBezTo>
                <a:cubicBezTo>
                  <a:pt x="257" y="268"/>
                  <a:pt x="257" y="268"/>
                  <a:pt x="257" y="268"/>
                </a:cubicBezTo>
                <a:cubicBezTo>
                  <a:pt x="257" y="71"/>
                  <a:pt x="257" y="71"/>
                  <a:pt x="257" y="71"/>
                </a:cubicBezTo>
                <a:cubicBezTo>
                  <a:pt x="257" y="71"/>
                  <a:pt x="258" y="54"/>
                  <a:pt x="274" y="54"/>
                </a:cubicBezTo>
                <a:cubicBezTo>
                  <a:pt x="290" y="54"/>
                  <a:pt x="291" y="71"/>
                  <a:pt x="291" y="71"/>
                </a:cubicBezTo>
                <a:cubicBezTo>
                  <a:pt x="291" y="272"/>
                  <a:pt x="291" y="272"/>
                  <a:pt x="291" y="272"/>
                </a:cubicBezTo>
                <a:cubicBezTo>
                  <a:pt x="292" y="279"/>
                  <a:pt x="287" y="286"/>
                  <a:pt x="287" y="286"/>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7" name="Google Shape;787;p19"/>
          <p:cNvSpPr/>
          <p:nvPr/>
        </p:nvSpPr>
        <p:spPr>
          <a:xfrm flipH="1">
            <a:off x="180067" y="3761195"/>
            <a:ext cx="431083" cy="431083"/>
          </a:xfrm>
          <a:custGeom>
            <a:rect b="b" l="l" r="r" t="t"/>
            <a:pathLst>
              <a:path extrusionOk="0" h="676208" w="676208">
                <a:moveTo>
                  <a:pt x="383148" y="205522"/>
                </a:moveTo>
                <a:cubicBezTo>
                  <a:pt x="309924" y="180645"/>
                  <a:pt x="230399" y="219837"/>
                  <a:pt x="205522" y="293060"/>
                </a:cubicBezTo>
                <a:cubicBezTo>
                  <a:pt x="180645" y="366284"/>
                  <a:pt x="219837" y="445809"/>
                  <a:pt x="293060" y="470686"/>
                </a:cubicBezTo>
                <a:cubicBezTo>
                  <a:pt x="366284" y="495563"/>
                  <a:pt x="445809" y="456371"/>
                  <a:pt x="470686" y="383148"/>
                </a:cubicBezTo>
                <a:cubicBezTo>
                  <a:pt x="495563" y="309924"/>
                  <a:pt x="456371" y="230399"/>
                  <a:pt x="383148" y="205522"/>
                </a:cubicBezTo>
                <a:close/>
                <a:moveTo>
                  <a:pt x="411540" y="7455"/>
                </a:moveTo>
                <a:lnTo>
                  <a:pt x="432416" y="90211"/>
                </a:lnTo>
                <a:lnTo>
                  <a:pt x="490568" y="120778"/>
                </a:lnTo>
                <a:lnTo>
                  <a:pt x="523372" y="108850"/>
                </a:lnTo>
                <a:lnTo>
                  <a:pt x="570341" y="91702"/>
                </a:lnTo>
                <a:lnTo>
                  <a:pt x="581524" y="105122"/>
                </a:lnTo>
                <a:lnTo>
                  <a:pt x="623274" y="155819"/>
                </a:lnTo>
                <a:lnTo>
                  <a:pt x="604636" y="187877"/>
                </a:lnTo>
                <a:lnTo>
                  <a:pt x="579288" y="229628"/>
                </a:lnTo>
                <a:lnTo>
                  <a:pt x="583015" y="241556"/>
                </a:lnTo>
                <a:lnTo>
                  <a:pt x="599417" y="292253"/>
                </a:lnTo>
                <a:lnTo>
                  <a:pt x="652351" y="316856"/>
                </a:lnTo>
                <a:lnTo>
                  <a:pt x="676208" y="328039"/>
                </a:lnTo>
                <a:lnTo>
                  <a:pt x="676208" y="334749"/>
                </a:lnTo>
                <a:lnTo>
                  <a:pt x="668753" y="410794"/>
                </a:lnTo>
                <a:lnTo>
                  <a:pt x="611346" y="425705"/>
                </a:lnTo>
                <a:lnTo>
                  <a:pt x="585997" y="431670"/>
                </a:lnTo>
                <a:lnTo>
                  <a:pt x="555430" y="489822"/>
                </a:lnTo>
                <a:lnTo>
                  <a:pt x="584506" y="569595"/>
                </a:lnTo>
                <a:lnTo>
                  <a:pt x="521135" y="623274"/>
                </a:lnTo>
                <a:lnTo>
                  <a:pt x="447326" y="579287"/>
                </a:lnTo>
                <a:lnTo>
                  <a:pt x="384701" y="598672"/>
                </a:lnTo>
                <a:lnTo>
                  <a:pt x="348169" y="676208"/>
                </a:lnTo>
                <a:lnTo>
                  <a:pt x="265413" y="668007"/>
                </a:lnTo>
                <a:lnTo>
                  <a:pt x="244538" y="585252"/>
                </a:lnTo>
                <a:lnTo>
                  <a:pt x="186386" y="554684"/>
                </a:lnTo>
                <a:lnTo>
                  <a:pt x="106613" y="584506"/>
                </a:lnTo>
                <a:lnTo>
                  <a:pt x="53679" y="520390"/>
                </a:lnTo>
                <a:lnTo>
                  <a:pt x="56662" y="514425"/>
                </a:lnTo>
                <a:lnTo>
                  <a:pt x="96921" y="446581"/>
                </a:lnTo>
                <a:lnTo>
                  <a:pt x="77537" y="383955"/>
                </a:lnTo>
                <a:lnTo>
                  <a:pt x="12674" y="353388"/>
                </a:lnTo>
                <a:lnTo>
                  <a:pt x="0" y="348169"/>
                </a:lnTo>
                <a:lnTo>
                  <a:pt x="8201" y="265414"/>
                </a:lnTo>
                <a:lnTo>
                  <a:pt x="90956" y="244538"/>
                </a:lnTo>
                <a:lnTo>
                  <a:pt x="121524" y="186386"/>
                </a:lnTo>
                <a:lnTo>
                  <a:pt x="91702" y="105867"/>
                </a:lnTo>
                <a:lnTo>
                  <a:pt x="155819" y="52934"/>
                </a:lnTo>
                <a:lnTo>
                  <a:pt x="229627" y="96921"/>
                </a:lnTo>
                <a:lnTo>
                  <a:pt x="292253" y="77537"/>
                </a:lnTo>
                <a:lnTo>
                  <a:pt x="328785" y="0"/>
                </a:lnTo>
                <a:lnTo>
                  <a:pt x="410049" y="745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rrows - 3 Items">
  <p:cSld name="Text Arrows - 3 Items">
    <p:spTree>
      <p:nvGrpSpPr>
        <p:cNvPr id="788" name="Shape 788"/>
        <p:cNvGrpSpPr/>
        <p:nvPr/>
      </p:nvGrpSpPr>
      <p:grpSpPr>
        <a:xfrm>
          <a:off x="0" y="0"/>
          <a:ext cx="0" cy="0"/>
          <a:chOff x="0" y="0"/>
          <a:chExt cx="0" cy="0"/>
        </a:xfrm>
      </p:grpSpPr>
      <p:sp>
        <p:nvSpPr>
          <p:cNvPr id="789" name="Google Shape;789;p20"/>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0" name="Google Shape;790;p20"/>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1" name="Google Shape;791;p20"/>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grpSp>
        <p:nvGrpSpPr>
          <p:cNvPr id="792" name="Google Shape;792;p20"/>
          <p:cNvGrpSpPr/>
          <p:nvPr/>
        </p:nvGrpSpPr>
        <p:grpSpPr>
          <a:xfrm>
            <a:off x="1083079" y="1587821"/>
            <a:ext cx="6976258" cy="3001432"/>
            <a:chOff x="604" y="1031"/>
            <a:chExt cx="4551" cy="1958"/>
          </a:xfrm>
        </p:grpSpPr>
        <p:sp>
          <p:nvSpPr>
            <p:cNvPr id="793" name="Google Shape;793;p20"/>
            <p:cNvSpPr/>
            <p:nvPr/>
          </p:nvSpPr>
          <p:spPr>
            <a:xfrm>
              <a:off x="3400" y="1031"/>
              <a:ext cx="1755" cy="1958"/>
            </a:xfrm>
            <a:custGeom>
              <a:rect b="b" l="l" r="r" t="t"/>
              <a:pathLst>
                <a:path extrusionOk="0" h="1958" w="1755">
                  <a:moveTo>
                    <a:pt x="1755" y="979"/>
                  </a:moveTo>
                  <a:lnTo>
                    <a:pt x="1312" y="1958"/>
                  </a:lnTo>
                  <a:lnTo>
                    <a:pt x="0" y="1958"/>
                  </a:lnTo>
                  <a:lnTo>
                    <a:pt x="443" y="979"/>
                  </a:lnTo>
                  <a:lnTo>
                    <a:pt x="139" y="307"/>
                  </a:lnTo>
                  <a:lnTo>
                    <a:pt x="0" y="0"/>
                  </a:lnTo>
                  <a:lnTo>
                    <a:pt x="1312" y="0"/>
                  </a:lnTo>
                  <a:lnTo>
                    <a:pt x="1451" y="307"/>
                  </a:lnTo>
                  <a:lnTo>
                    <a:pt x="1755" y="979"/>
                  </a:lnTo>
                  <a:close/>
                </a:path>
              </a:pathLst>
            </a:custGeom>
            <a:solidFill>
              <a:schemeClr val="accent5"/>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4" name="Google Shape;794;p20"/>
            <p:cNvSpPr/>
            <p:nvPr/>
          </p:nvSpPr>
          <p:spPr>
            <a:xfrm>
              <a:off x="604" y="1031"/>
              <a:ext cx="1756" cy="1958"/>
            </a:xfrm>
            <a:custGeom>
              <a:rect b="b" l="l" r="r" t="t"/>
              <a:pathLst>
                <a:path extrusionOk="0" h="1958" w="1756">
                  <a:moveTo>
                    <a:pt x="1756" y="979"/>
                  </a:moveTo>
                  <a:lnTo>
                    <a:pt x="1313" y="1958"/>
                  </a:lnTo>
                  <a:lnTo>
                    <a:pt x="0" y="1958"/>
                  </a:lnTo>
                  <a:lnTo>
                    <a:pt x="444" y="979"/>
                  </a:lnTo>
                  <a:lnTo>
                    <a:pt x="140" y="307"/>
                  </a:lnTo>
                  <a:lnTo>
                    <a:pt x="0" y="0"/>
                  </a:lnTo>
                  <a:lnTo>
                    <a:pt x="1313" y="0"/>
                  </a:lnTo>
                  <a:lnTo>
                    <a:pt x="1452" y="307"/>
                  </a:lnTo>
                  <a:lnTo>
                    <a:pt x="1756" y="979"/>
                  </a:lnTo>
                  <a:close/>
                </a:path>
              </a:pathLst>
            </a:custGeom>
            <a:solidFill>
              <a:srgbClr val="8ABFC1"/>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5" name="Google Shape;795;p20"/>
            <p:cNvSpPr/>
            <p:nvPr/>
          </p:nvSpPr>
          <p:spPr>
            <a:xfrm>
              <a:off x="2002" y="1031"/>
              <a:ext cx="1755" cy="1958"/>
            </a:xfrm>
            <a:custGeom>
              <a:rect b="b" l="l" r="r" t="t"/>
              <a:pathLst>
                <a:path extrusionOk="0" h="1958" w="1755">
                  <a:moveTo>
                    <a:pt x="1755" y="979"/>
                  </a:moveTo>
                  <a:lnTo>
                    <a:pt x="1312" y="1958"/>
                  </a:lnTo>
                  <a:lnTo>
                    <a:pt x="0" y="1958"/>
                  </a:lnTo>
                  <a:lnTo>
                    <a:pt x="443" y="979"/>
                  </a:lnTo>
                  <a:lnTo>
                    <a:pt x="139" y="307"/>
                  </a:lnTo>
                  <a:lnTo>
                    <a:pt x="0" y="0"/>
                  </a:lnTo>
                  <a:lnTo>
                    <a:pt x="1312" y="0"/>
                  </a:lnTo>
                  <a:lnTo>
                    <a:pt x="1452" y="307"/>
                  </a:lnTo>
                  <a:lnTo>
                    <a:pt x="1755" y="979"/>
                  </a:lnTo>
                  <a:close/>
                </a:path>
              </a:pathLst>
            </a:custGeom>
            <a:solidFill>
              <a:schemeClr val="accent4"/>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6" name="Google Shape;796;p20"/>
            <p:cNvSpPr/>
            <p:nvPr/>
          </p:nvSpPr>
          <p:spPr>
            <a:xfrm>
              <a:off x="604" y="1031"/>
              <a:ext cx="1452" cy="307"/>
            </a:xfrm>
            <a:custGeom>
              <a:rect b="b" l="l" r="r" t="t"/>
              <a:pathLst>
                <a:path extrusionOk="0" h="307" w="1452">
                  <a:moveTo>
                    <a:pt x="1452" y="307"/>
                  </a:moveTo>
                  <a:lnTo>
                    <a:pt x="140" y="307"/>
                  </a:lnTo>
                  <a:lnTo>
                    <a:pt x="0" y="0"/>
                  </a:lnTo>
                  <a:lnTo>
                    <a:pt x="1313" y="0"/>
                  </a:lnTo>
                  <a:lnTo>
                    <a:pt x="1452" y="307"/>
                  </a:lnTo>
                  <a:close/>
                </a:path>
              </a:pathLst>
            </a:custGeom>
            <a:solidFill>
              <a:srgbClr val="8ABFC1"/>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7" name="Google Shape;797;p20"/>
            <p:cNvSpPr/>
            <p:nvPr/>
          </p:nvSpPr>
          <p:spPr>
            <a:xfrm>
              <a:off x="2002" y="1031"/>
              <a:ext cx="1452" cy="307"/>
            </a:xfrm>
            <a:custGeom>
              <a:rect b="b" l="l" r="r" t="t"/>
              <a:pathLst>
                <a:path extrusionOk="0" h="307" w="1452">
                  <a:moveTo>
                    <a:pt x="1452" y="307"/>
                  </a:moveTo>
                  <a:lnTo>
                    <a:pt x="139" y="307"/>
                  </a:lnTo>
                  <a:lnTo>
                    <a:pt x="0" y="0"/>
                  </a:lnTo>
                  <a:lnTo>
                    <a:pt x="1312" y="0"/>
                  </a:lnTo>
                  <a:lnTo>
                    <a:pt x="1452" y="307"/>
                  </a:lnTo>
                  <a:close/>
                </a:path>
              </a:pathLst>
            </a:custGeom>
            <a:solidFill>
              <a:schemeClr val="accent4"/>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8" name="Google Shape;798;p20"/>
            <p:cNvSpPr/>
            <p:nvPr/>
          </p:nvSpPr>
          <p:spPr>
            <a:xfrm>
              <a:off x="3400" y="1031"/>
              <a:ext cx="1451" cy="307"/>
            </a:xfrm>
            <a:custGeom>
              <a:rect b="b" l="l" r="r" t="t"/>
              <a:pathLst>
                <a:path extrusionOk="0" h="307" w="1451">
                  <a:moveTo>
                    <a:pt x="1451" y="307"/>
                  </a:moveTo>
                  <a:lnTo>
                    <a:pt x="139" y="307"/>
                  </a:lnTo>
                  <a:lnTo>
                    <a:pt x="0" y="0"/>
                  </a:lnTo>
                  <a:lnTo>
                    <a:pt x="1312" y="0"/>
                  </a:lnTo>
                  <a:lnTo>
                    <a:pt x="1451" y="307"/>
                  </a:lnTo>
                  <a:close/>
                </a:path>
              </a:pathLst>
            </a:custGeom>
            <a:solidFill>
              <a:schemeClr val="accent5"/>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99" name="Google Shape;799;p20"/>
          <p:cNvSpPr txBox="1"/>
          <p:nvPr>
            <p:ph idx="1" type="body"/>
          </p:nvPr>
        </p:nvSpPr>
        <p:spPr>
          <a:xfrm>
            <a:off x="1236806" y="1643102"/>
            <a:ext cx="1989300" cy="3600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chemeClr val="lt1"/>
              </a:buClr>
              <a:buSzPts val="2000"/>
              <a:buNone/>
              <a:defRPr sz="20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00" name="Google Shape;800;p20"/>
          <p:cNvSpPr txBox="1"/>
          <p:nvPr>
            <p:ph idx="2" type="body"/>
          </p:nvPr>
        </p:nvSpPr>
        <p:spPr>
          <a:xfrm>
            <a:off x="3416358" y="1643102"/>
            <a:ext cx="1952700" cy="3600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chemeClr val="lt1"/>
              </a:buClr>
              <a:buSzPts val="2000"/>
              <a:buNone/>
              <a:defRPr sz="20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01" name="Google Shape;801;p20"/>
          <p:cNvSpPr txBox="1"/>
          <p:nvPr>
            <p:ph idx="3" type="body"/>
          </p:nvPr>
        </p:nvSpPr>
        <p:spPr>
          <a:xfrm>
            <a:off x="5508104" y="1643102"/>
            <a:ext cx="1989300" cy="3600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chemeClr val="lt1"/>
              </a:buClr>
              <a:buSzPts val="2000"/>
              <a:buNone/>
              <a:defRPr sz="20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02" name="Google Shape;802;p20"/>
          <p:cNvSpPr txBox="1"/>
          <p:nvPr>
            <p:ph idx="4" type="body"/>
          </p:nvPr>
        </p:nvSpPr>
        <p:spPr>
          <a:xfrm>
            <a:off x="1913136" y="2355726"/>
            <a:ext cx="1440300" cy="1872300"/>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Clr>
                <a:schemeClr val="lt1"/>
              </a:buClr>
              <a:buSzPts val="1800"/>
              <a:buNone/>
              <a:defRPr sz="18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03" name="Google Shape;803;p20"/>
          <p:cNvSpPr txBox="1"/>
          <p:nvPr>
            <p:ph idx="5" type="body"/>
          </p:nvPr>
        </p:nvSpPr>
        <p:spPr>
          <a:xfrm>
            <a:off x="4086745" y="2355726"/>
            <a:ext cx="1440300" cy="1872300"/>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Clr>
                <a:schemeClr val="lt1"/>
              </a:buClr>
              <a:buSzPts val="1800"/>
              <a:buNone/>
              <a:defRPr sz="18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04" name="Google Shape;804;p20"/>
          <p:cNvSpPr txBox="1"/>
          <p:nvPr>
            <p:ph idx="6" type="body"/>
          </p:nvPr>
        </p:nvSpPr>
        <p:spPr>
          <a:xfrm>
            <a:off x="6228184" y="2355726"/>
            <a:ext cx="1440300" cy="1872300"/>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Clr>
                <a:schemeClr val="lt1"/>
              </a:buClr>
              <a:buSzPts val="1800"/>
              <a:buNone/>
              <a:defRPr sz="18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05" name="Google Shape;805;p20"/>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Calibri"/>
              <a:buNone/>
              <a:defRPr sz="4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6" name="Google Shape;806;p20"/>
          <p:cNvSpPr txBox="1"/>
          <p:nvPr>
            <p:ph idx="7" type="body"/>
          </p:nvPr>
        </p:nvSpPr>
        <p:spPr>
          <a:xfrm>
            <a:off x="468313" y="771550"/>
            <a:ext cx="8207400" cy="503700"/>
          </a:xfrm>
          <a:prstGeom prst="rect">
            <a:avLst/>
          </a:prstGeom>
          <a:noFill/>
          <a:ln>
            <a:noFill/>
          </a:ln>
        </p:spPr>
        <p:txBody>
          <a:bodyPr anchorCtr="0" anchor="t" bIns="45700" lIns="91425" spcFirstLastPara="1" rIns="91425" wrap="square" tIns="45700">
            <a:noAutofit/>
          </a:bodyPr>
          <a:lstStyle>
            <a:lvl1pPr indent="-228600" lvl="0" marL="457200" algn="l">
              <a:spcBef>
                <a:spcPts val="540"/>
              </a:spcBef>
              <a:spcAft>
                <a:spcPts val="0"/>
              </a:spcAft>
              <a:buClr>
                <a:schemeClr val="accent5"/>
              </a:buClr>
              <a:buSzPts val="2700"/>
              <a:buNone/>
              <a:defRPr sz="27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rrows - 4 Items">
  <p:cSld name="Text Arrows - 4 Items">
    <p:spTree>
      <p:nvGrpSpPr>
        <p:cNvPr id="807" name="Shape 807"/>
        <p:cNvGrpSpPr/>
        <p:nvPr/>
      </p:nvGrpSpPr>
      <p:grpSpPr>
        <a:xfrm>
          <a:off x="0" y="0"/>
          <a:ext cx="0" cy="0"/>
          <a:chOff x="0" y="0"/>
          <a:chExt cx="0" cy="0"/>
        </a:xfrm>
      </p:grpSpPr>
      <p:sp>
        <p:nvSpPr>
          <p:cNvPr id="808" name="Google Shape;808;p21"/>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9" name="Google Shape;809;p21"/>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0" name="Google Shape;810;p21"/>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grpSp>
        <p:nvGrpSpPr>
          <p:cNvPr id="811" name="Google Shape;811;p21"/>
          <p:cNvGrpSpPr/>
          <p:nvPr/>
        </p:nvGrpSpPr>
        <p:grpSpPr>
          <a:xfrm>
            <a:off x="398463" y="1623987"/>
            <a:ext cx="8343900" cy="2747963"/>
            <a:chOff x="251" y="944"/>
            <a:chExt cx="5256" cy="1731"/>
          </a:xfrm>
        </p:grpSpPr>
        <p:sp>
          <p:nvSpPr>
            <p:cNvPr id="812" name="Google Shape;812;p21"/>
            <p:cNvSpPr/>
            <p:nvPr/>
          </p:nvSpPr>
          <p:spPr>
            <a:xfrm>
              <a:off x="251" y="944"/>
              <a:ext cx="1551" cy="1731"/>
            </a:xfrm>
            <a:custGeom>
              <a:rect b="b" l="l" r="r" t="t"/>
              <a:pathLst>
                <a:path extrusionOk="0" h="1731" w="1551">
                  <a:moveTo>
                    <a:pt x="1551" y="865"/>
                  </a:moveTo>
                  <a:lnTo>
                    <a:pt x="1159" y="1731"/>
                  </a:lnTo>
                  <a:lnTo>
                    <a:pt x="0" y="1731"/>
                  </a:lnTo>
                  <a:lnTo>
                    <a:pt x="392" y="865"/>
                  </a:lnTo>
                  <a:lnTo>
                    <a:pt x="123" y="272"/>
                  </a:lnTo>
                  <a:lnTo>
                    <a:pt x="0" y="0"/>
                  </a:lnTo>
                  <a:lnTo>
                    <a:pt x="1159" y="0"/>
                  </a:lnTo>
                  <a:lnTo>
                    <a:pt x="1281" y="272"/>
                  </a:lnTo>
                  <a:lnTo>
                    <a:pt x="1551" y="865"/>
                  </a:lnTo>
                  <a:close/>
                </a:path>
              </a:pathLst>
            </a:custGeom>
            <a:solidFill>
              <a:srgbClr val="8ABFC1"/>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3" name="Google Shape;813;p21"/>
            <p:cNvSpPr/>
            <p:nvPr/>
          </p:nvSpPr>
          <p:spPr>
            <a:xfrm>
              <a:off x="251" y="944"/>
              <a:ext cx="1281" cy="272"/>
            </a:xfrm>
            <a:custGeom>
              <a:rect b="b" l="l" r="r" t="t"/>
              <a:pathLst>
                <a:path extrusionOk="0" h="272" w="1281">
                  <a:moveTo>
                    <a:pt x="1281" y="272"/>
                  </a:moveTo>
                  <a:lnTo>
                    <a:pt x="123" y="272"/>
                  </a:lnTo>
                  <a:lnTo>
                    <a:pt x="0" y="0"/>
                  </a:lnTo>
                  <a:lnTo>
                    <a:pt x="1159" y="0"/>
                  </a:lnTo>
                  <a:lnTo>
                    <a:pt x="1281" y="272"/>
                  </a:lnTo>
                  <a:close/>
                </a:path>
              </a:pathLst>
            </a:custGeom>
            <a:solidFill>
              <a:srgbClr val="8ABFC1"/>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4" name="Google Shape;814;p21"/>
            <p:cNvSpPr/>
            <p:nvPr/>
          </p:nvSpPr>
          <p:spPr>
            <a:xfrm>
              <a:off x="1487" y="944"/>
              <a:ext cx="1549" cy="1731"/>
            </a:xfrm>
            <a:custGeom>
              <a:rect b="b" l="l" r="r" t="t"/>
              <a:pathLst>
                <a:path extrusionOk="0" h="1731" w="1549">
                  <a:moveTo>
                    <a:pt x="1549" y="865"/>
                  </a:moveTo>
                  <a:lnTo>
                    <a:pt x="1158" y="1731"/>
                  </a:lnTo>
                  <a:lnTo>
                    <a:pt x="0" y="1731"/>
                  </a:lnTo>
                  <a:lnTo>
                    <a:pt x="390" y="865"/>
                  </a:lnTo>
                  <a:lnTo>
                    <a:pt x="122" y="272"/>
                  </a:lnTo>
                  <a:lnTo>
                    <a:pt x="0" y="0"/>
                  </a:lnTo>
                  <a:lnTo>
                    <a:pt x="1158" y="0"/>
                  </a:lnTo>
                  <a:lnTo>
                    <a:pt x="1281" y="272"/>
                  </a:lnTo>
                  <a:lnTo>
                    <a:pt x="1549" y="865"/>
                  </a:lnTo>
                  <a:close/>
                </a:path>
              </a:pathLst>
            </a:custGeom>
            <a:solidFill>
              <a:schemeClr val="accent4"/>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5" name="Google Shape;815;p21"/>
            <p:cNvSpPr/>
            <p:nvPr/>
          </p:nvSpPr>
          <p:spPr>
            <a:xfrm>
              <a:off x="1487" y="944"/>
              <a:ext cx="1281" cy="272"/>
            </a:xfrm>
            <a:custGeom>
              <a:rect b="b" l="l" r="r" t="t"/>
              <a:pathLst>
                <a:path extrusionOk="0" h="272" w="1281">
                  <a:moveTo>
                    <a:pt x="1281" y="272"/>
                  </a:moveTo>
                  <a:lnTo>
                    <a:pt x="122" y="272"/>
                  </a:lnTo>
                  <a:lnTo>
                    <a:pt x="0" y="0"/>
                  </a:lnTo>
                  <a:lnTo>
                    <a:pt x="1158" y="0"/>
                  </a:lnTo>
                  <a:lnTo>
                    <a:pt x="1281" y="272"/>
                  </a:lnTo>
                  <a:close/>
                </a:path>
              </a:pathLst>
            </a:custGeom>
            <a:solidFill>
              <a:schemeClr val="accent4"/>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6" name="Google Shape;816;p21"/>
            <p:cNvSpPr/>
            <p:nvPr/>
          </p:nvSpPr>
          <p:spPr>
            <a:xfrm>
              <a:off x="2721" y="944"/>
              <a:ext cx="1551" cy="1731"/>
            </a:xfrm>
            <a:custGeom>
              <a:rect b="b" l="l" r="r" t="t"/>
              <a:pathLst>
                <a:path extrusionOk="0" h="1731" w="1551">
                  <a:moveTo>
                    <a:pt x="1551" y="865"/>
                  </a:moveTo>
                  <a:lnTo>
                    <a:pt x="1159" y="1731"/>
                  </a:lnTo>
                  <a:lnTo>
                    <a:pt x="0" y="1731"/>
                  </a:lnTo>
                  <a:lnTo>
                    <a:pt x="392" y="865"/>
                  </a:lnTo>
                  <a:lnTo>
                    <a:pt x="124" y="272"/>
                  </a:lnTo>
                  <a:lnTo>
                    <a:pt x="0" y="0"/>
                  </a:lnTo>
                  <a:lnTo>
                    <a:pt x="1159" y="0"/>
                  </a:lnTo>
                  <a:lnTo>
                    <a:pt x="1283" y="272"/>
                  </a:lnTo>
                  <a:lnTo>
                    <a:pt x="1551" y="865"/>
                  </a:lnTo>
                  <a:close/>
                </a:path>
              </a:pathLst>
            </a:custGeom>
            <a:solidFill>
              <a:schemeClr val="accent5"/>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7" name="Google Shape;817;p21"/>
            <p:cNvSpPr/>
            <p:nvPr/>
          </p:nvSpPr>
          <p:spPr>
            <a:xfrm>
              <a:off x="2721" y="944"/>
              <a:ext cx="1283" cy="272"/>
            </a:xfrm>
            <a:custGeom>
              <a:rect b="b" l="l" r="r" t="t"/>
              <a:pathLst>
                <a:path extrusionOk="0" h="272" w="1283">
                  <a:moveTo>
                    <a:pt x="1283" y="272"/>
                  </a:moveTo>
                  <a:lnTo>
                    <a:pt x="124" y="272"/>
                  </a:lnTo>
                  <a:lnTo>
                    <a:pt x="0" y="0"/>
                  </a:lnTo>
                  <a:lnTo>
                    <a:pt x="1159" y="0"/>
                  </a:lnTo>
                  <a:lnTo>
                    <a:pt x="1283" y="272"/>
                  </a:lnTo>
                  <a:close/>
                </a:path>
              </a:pathLst>
            </a:custGeom>
            <a:solidFill>
              <a:schemeClr val="accent5"/>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8" name="Google Shape;818;p21"/>
            <p:cNvSpPr/>
            <p:nvPr/>
          </p:nvSpPr>
          <p:spPr>
            <a:xfrm>
              <a:off x="3957" y="944"/>
              <a:ext cx="1550" cy="1731"/>
            </a:xfrm>
            <a:custGeom>
              <a:rect b="b" l="l" r="r" t="t"/>
              <a:pathLst>
                <a:path extrusionOk="0" h="1731" w="1550">
                  <a:moveTo>
                    <a:pt x="1550" y="865"/>
                  </a:moveTo>
                  <a:lnTo>
                    <a:pt x="1159" y="1731"/>
                  </a:lnTo>
                  <a:lnTo>
                    <a:pt x="0" y="1731"/>
                  </a:lnTo>
                  <a:lnTo>
                    <a:pt x="391" y="865"/>
                  </a:lnTo>
                  <a:lnTo>
                    <a:pt x="123" y="272"/>
                  </a:lnTo>
                  <a:lnTo>
                    <a:pt x="0" y="0"/>
                  </a:lnTo>
                  <a:lnTo>
                    <a:pt x="1159" y="0"/>
                  </a:lnTo>
                  <a:lnTo>
                    <a:pt x="1282" y="272"/>
                  </a:lnTo>
                  <a:lnTo>
                    <a:pt x="1550" y="865"/>
                  </a:lnTo>
                  <a:close/>
                </a:path>
              </a:pathLst>
            </a:custGeom>
            <a:solidFill>
              <a:srgbClr val="4C7836"/>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9" name="Google Shape;819;p21"/>
            <p:cNvSpPr/>
            <p:nvPr/>
          </p:nvSpPr>
          <p:spPr>
            <a:xfrm>
              <a:off x="3957" y="944"/>
              <a:ext cx="1282" cy="272"/>
            </a:xfrm>
            <a:custGeom>
              <a:rect b="b" l="l" r="r" t="t"/>
              <a:pathLst>
                <a:path extrusionOk="0" h="272" w="1282">
                  <a:moveTo>
                    <a:pt x="1282" y="272"/>
                  </a:moveTo>
                  <a:lnTo>
                    <a:pt x="123" y="272"/>
                  </a:lnTo>
                  <a:lnTo>
                    <a:pt x="0" y="0"/>
                  </a:lnTo>
                  <a:lnTo>
                    <a:pt x="1159" y="0"/>
                  </a:lnTo>
                  <a:lnTo>
                    <a:pt x="1282" y="272"/>
                  </a:lnTo>
                  <a:close/>
                </a:path>
              </a:pathLst>
            </a:custGeom>
            <a:solidFill>
              <a:srgbClr val="4C7836"/>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20" name="Google Shape;820;p21"/>
          <p:cNvSpPr txBox="1"/>
          <p:nvPr>
            <p:ph idx="1" type="body"/>
          </p:nvPr>
        </p:nvSpPr>
        <p:spPr>
          <a:xfrm>
            <a:off x="539552" y="1689025"/>
            <a:ext cx="1800300" cy="3600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chemeClr val="lt1"/>
              </a:buClr>
              <a:buSzPts val="2000"/>
              <a:buNone/>
              <a:defRPr sz="20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21" name="Google Shape;821;p21"/>
          <p:cNvSpPr txBox="1"/>
          <p:nvPr>
            <p:ph idx="2" type="body"/>
          </p:nvPr>
        </p:nvSpPr>
        <p:spPr>
          <a:xfrm>
            <a:off x="1043608" y="2265089"/>
            <a:ext cx="1440300" cy="1872300"/>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Clr>
                <a:schemeClr val="lt1"/>
              </a:buClr>
              <a:buSzPts val="1800"/>
              <a:buNone/>
              <a:defRPr sz="18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22" name="Google Shape;822;p21"/>
          <p:cNvSpPr txBox="1"/>
          <p:nvPr>
            <p:ph idx="3" type="body"/>
          </p:nvPr>
        </p:nvSpPr>
        <p:spPr>
          <a:xfrm>
            <a:off x="2483768" y="1689025"/>
            <a:ext cx="1800300" cy="3600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chemeClr val="lt1"/>
              </a:buClr>
              <a:buSzPts val="2000"/>
              <a:buNone/>
              <a:defRPr sz="20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23" name="Google Shape;823;p21"/>
          <p:cNvSpPr txBox="1"/>
          <p:nvPr>
            <p:ph idx="4" type="body"/>
          </p:nvPr>
        </p:nvSpPr>
        <p:spPr>
          <a:xfrm>
            <a:off x="3006000" y="2265089"/>
            <a:ext cx="1440300" cy="1872300"/>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Clr>
                <a:schemeClr val="lt1"/>
              </a:buClr>
              <a:buSzPts val="1800"/>
              <a:buNone/>
              <a:defRPr sz="18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24" name="Google Shape;824;p21"/>
          <p:cNvSpPr txBox="1"/>
          <p:nvPr>
            <p:ph idx="5" type="body"/>
          </p:nvPr>
        </p:nvSpPr>
        <p:spPr>
          <a:xfrm>
            <a:off x="4464000" y="1689025"/>
            <a:ext cx="1800300" cy="3600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chemeClr val="lt1"/>
              </a:buClr>
              <a:buSzPts val="2000"/>
              <a:buNone/>
              <a:defRPr sz="20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25" name="Google Shape;825;p21"/>
          <p:cNvSpPr txBox="1"/>
          <p:nvPr>
            <p:ph idx="6" type="body"/>
          </p:nvPr>
        </p:nvSpPr>
        <p:spPr>
          <a:xfrm>
            <a:off x="4986000" y="2265089"/>
            <a:ext cx="1440300" cy="1872300"/>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Clr>
                <a:schemeClr val="lt1"/>
              </a:buClr>
              <a:buSzPts val="1800"/>
              <a:buNone/>
              <a:defRPr sz="18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26" name="Google Shape;826;p21"/>
          <p:cNvSpPr txBox="1"/>
          <p:nvPr>
            <p:ph idx="7" type="body"/>
          </p:nvPr>
        </p:nvSpPr>
        <p:spPr>
          <a:xfrm>
            <a:off x="6426000" y="1689025"/>
            <a:ext cx="1800300" cy="3600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chemeClr val="lt1"/>
              </a:buClr>
              <a:buSzPts val="2000"/>
              <a:buNone/>
              <a:defRPr sz="20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27" name="Google Shape;827;p21"/>
          <p:cNvSpPr txBox="1"/>
          <p:nvPr>
            <p:ph idx="8" type="body"/>
          </p:nvPr>
        </p:nvSpPr>
        <p:spPr>
          <a:xfrm>
            <a:off x="6948264" y="2265089"/>
            <a:ext cx="1440300" cy="1872300"/>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Clr>
                <a:schemeClr val="lt1"/>
              </a:buClr>
              <a:buSzPts val="1800"/>
              <a:buNone/>
              <a:defRPr sz="18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28" name="Google Shape;828;p21"/>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Calibri"/>
              <a:buNone/>
              <a:defRPr sz="4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9" name="Google Shape;829;p21"/>
          <p:cNvSpPr txBox="1"/>
          <p:nvPr>
            <p:ph idx="9" type="body"/>
          </p:nvPr>
        </p:nvSpPr>
        <p:spPr>
          <a:xfrm>
            <a:off x="468313" y="771550"/>
            <a:ext cx="8207400" cy="503700"/>
          </a:xfrm>
          <a:prstGeom prst="rect">
            <a:avLst/>
          </a:prstGeom>
          <a:noFill/>
          <a:ln>
            <a:noFill/>
          </a:ln>
        </p:spPr>
        <p:txBody>
          <a:bodyPr anchorCtr="0" anchor="t" bIns="45700" lIns="91425" spcFirstLastPara="1" rIns="91425" wrap="square" tIns="45700">
            <a:noAutofit/>
          </a:bodyPr>
          <a:lstStyle>
            <a:lvl1pPr indent="-228600" lvl="0" marL="457200" algn="l">
              <a:spcBef>
                <a:spcPts val="540"/>
              </a:spcBef>
              <a:spcAft>
                <a:spcPts val="0"/>
              </a:spcAft>
              <a:buClr>
                <a:schemeClr val="accent5"/>
              </a:buClr>
              <a:buSzPts val="2700"/>
              <a:buNone/>
              <a:defRPr sz="27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Pictures Placeholders">
  <p:cSld name="2 Pictures Placeholders">
    <p:spTree>
      <p:nvGrpSpPr>
        <p:cNvPr id="830" name="Shape 830"/>
        <p:cNvGrpSpPr/>
        <p:nvPr/>
      </p:nvGrpSpPr>
      <p:grpSpPr>
        <a:xfrm>
          <a:off x="0" y="0"/>
          <a:ext cx="0" cy="0"/>
          <a:chOff x="0" y="0"/>
          <a:chExt cx="0" cy="0"/>
        </a:xfrm>
      </p:grpSpPr>
      <p:sp>
        <p:nvSpPr>
          <p:cNvPr id="831" name="Google Shape;831;p22"/>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Calibri"/>
              <a:buNone/>
              <a:defRPr sz="4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2" name="Google Shape;832;p22"/>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3" name="Google Shape;833;p22"/>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4" name="Google Shape;834;p22"/>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sp>
        <p:nvSpPr>
          <p:cNvPr id="835" name="Google Shape;835;p22"/>
          <p:cNvSpPr txBox="1"/>
          <p:nvPr>
            <p:ph idx="1" type="body"/>
          </p:nvPr>
        </p:nvSpPr>
        <p:spPr>
          <a:xfrm>
            <a:off x="468313" y="771550"/>
            <a:ext cx="8207400" cy="503700"/>
          </a:xfrm>
          <a:prstGeom prst="rect">
            <a:avLst/>
          </a:prstGeom>
          <a:noFill/>
          <a:ln>
            <a:noFill/>
          </a:ln>
        </p:spPr>
        <p:txBody>
          <a:bodyPr anchorCtr="0" anchor="t" bIns="45700" lIns="91425" spcFirstLastPara="1" rIns="91425" wrap="square" tIns="45700">
            <a:noAutofit/>
          </a:bodyPr>
          <a:lstStyle>
            <a:lvl1pPr indent="-228600" lvl="0" marL="457200" algn="l">
              <a:spcBef>
                <a:spcPts val="540"/>
              </a:spcBef>
              <a:spcAft>
                <a:spcPts val="0"/>
              </a:spcAft>
              <a:buClr>
                <a:schemeClr val="accent5"/>
              </a:buClr>
              <a:buSzPts val="2700"/>
              <a:buNone/>
              <a:defRPr sz="27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36" name="Google Shape;836;p22"/>
          <p:cNvSpPr/>
          <p:nvPr/>
        </p:nvSpPr>
        <p:spPr>
          <a:xfrm>
            <a:off x="463149" y="1563638"/>
            <a:ext cx="3961200" cy="2160600"/>
          </a:xfrm>
          <a:prstGeom prst="rect">
            <a:avLst/>
          </a:prstGeom>
          <a:solidFill>
            <a:schemeClr val="accent1"/>
          </a:solid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sp>
        <p:nvSpPr>
          <p:cNvPr id="837" name="Google Shape;837;p22"/>
          <p:cNvSpPr txBox="1"/>
          <p:nvPr>
            <p:ph idx="2" type="body"/>
          </p:nvPr>
        </p:nvSpPr>
        <p:spPr>
          <a:xfrm>
            <a:off x="458705" y="3730620"/>
            <a:ext cx="3970200" cy="857400"/>
          </a:xfrm>
          <a:prstGeom prst="rect">
            <a:avLst/>
          </a:prstGeom>
          <a:noFill/>
          <a:ln>
            <a:noFill/>
          </a:ln>
        </p:spPr>
        <p:txBody>
          <a:bodyPr anchorCtr="0" anchor="t" bIns="45700" lIns="91425" spcFirstLastPara="1" rIns="91425" wrap="square" tIns="45700">
            <a:normAutofit/>
          </a:bodyPr>
          <a:lstStyle>
            <a:lvl1pPr indent="-228600" lvl="0" marL="457200" algn="ctr">
              <a:spcBef>
                <a:spcPts val="360"/>
              </a:spcBef>
              <a:spcAft>
                <a:spcPts val="0"/>
              </a:spcAft>
              <a:buClr>
                <a:srgbClr val="484848"/>
              </a:buClr>
              <a:buSzPts val="1800"/>
              <a:buNone/>
              <a:defRPr sz="1800">
                <a:solidFill>
                  <a:srgbClr val="484848"/>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38" name="Google Shape;838;p22"/>
          <p:cNvSpPr/>
          <p:nvPr/>
        </p:nvSpPr>
        <p:spPr>
          <a:xfrm>
            <a:off x="4710938" y="1563547"/>
            <a:ext cx="3961200" cy="2160600"/>
          </a:xfrm>
          <a:prstGeom prst="rect">
            <a:avLst/>
          </a:prstGeom>
          <a:solidFill>
            <a:schemeClr val="accent4"/>
          </a:solid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sp>
        <p:nvSpPr>
          <p:cNvPr id="839" name="Google Shape;839;p22"/>
          <p:cNvSpPr txBox="1"/>
          <p:nvPr>
            <p:ph idx="3" type="body"/>
          </p:nvPr>
        </p:nvSpPr>
        <p:spPr>
          <a:xfrm>
            <a:off x="4706494" y="3730620"/>
            <a:ext cx="3970200" cy="857400"/>
          </a:xfrm>
          <a:prstGeom prst="rect">
            <a:avLst/>
          </a:prstGeom>
          <a:noFill/>
          <a:ln>
            <a:noFill/>
          </a:ln>
        </p:spPr>
        <p:txBody>
          <a:bodyPr anchorCtr="0" anchor="t" bIns="45700" lIns="91425" spcFirstLastPara="1" rIns="91425" wrap="square" tIns="45700">
            <a:normAutofit/>
          </a:bodyPr>
          <a:lstStyle>
            <a:lvl1pPr indent="-228600" lvl="0" marL="457200" algn="ctr">
              <a:spcBef>
                <a:spcPts val="360"/>
              </a:spcBef>
              <a:spcAft>
                <a:spcPts val="0"/>
              </a:spcAft>
              <a:buClr>
                <a:srgbClr val="484848"/>
              </a:buClr>
              <a:buSzPts val="1800"/>
              <a:buNone/>
              <a:defRPr sz="1800">
                <a:solidFill>
                  <a:srgbClr val="484848"/>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840" name="Google Shape;840;p22"/>
          <p:cNvGrpSpPr/>
          <p:nvPr/>
        </p:nvGrpSpPr>
        <p:grpSpPr>
          <a:xfrm>
            <a:off x="2138297" y="2481180"/>
            <a:ext cx="474780" cy="325564"/>
            <a:chOff x="1216" y="481"/>
            <a:chExt cx="3328" cy="2282"/>
          </a:xfrm>
        </p:grpSpPr>
        <p:sp>
          <p:nvSpPr>
            <p:cNvPr id="841" name="Google Shape;841;p22"/>
            <p:cNvSpPr/>
            <p:nvPr/>
          </p:nvSpPr>
          <p:spPr>
            <a:xfrm>
              <a:off x="1216" y="481"/>
              <a:ext cx="1870" cy="2282"/>
            </a:xfrm>
            <a:custGeom>
              <a:rect b="b" l="l" r="r" t="t"/>
              <a:pathLst>
                <a:path extrusionOk="0" h="963" w="790">
                  <a:moveTo>
                    <a:pt x="790" y="0"/>
                  </a:moveTo>
                  <a:cubicBezTo>
                    <a:pt x="790" y="963"/>
                    <a:pt x="790" y="963"/>
                    <a:pt x="790" y="963"/>
                  </a:cubicBezTo>
                  <a:cubicBezTo>
                    <a:pt x="114" y="963"/>
                    <a:pt x="114" y="963"/>
                    <a:pt x="114" y="963"/>
                  </a:cubicBezTo>
                  <a:cubicBezTo>
                    <a:pt x="51" y="963"/>
                    <a:pt x="0" y="912"/>
                    <a:pt x="0" y="849"/>
                  </a:cubicBezTo>
                  <a:cubicBezTo>
                    <a:pt x="0" y="252"/>
                    <a:pt x="0" y="252"/>
                    <a:pt x="0" y="252"/>
                  </a:cubicBezTo>
                  <a:cubicBezTo>
                    <a:pt x="0" y="189"/>
                    <a:pt x="51" y="138"/>
                    <a:pt x="114" y="138"/>
                  </a:cubicBezTo>
                  <a:cubicBezTo>
                    <a:pt x="506" y="138"/>
                    <a:pt x="506" y="138"/>
                    <a:pt x="506" y="138"/>
                  </a:cubicBezTo>
                  <a:cubicBezTo>
                    <a:pt x="523" y="138"/>
                    <a:pt x="539" y="128"/>
                    <a:pt x="547" y="113"/>
                  </a:cubicBezTo>
                  <a:cubicBezTo>
                    <a:pt x="568" y="68"/>
                    <a:pt x="613" y="0"/>
                    <a:pt x="692" y="0"/>
                  </a:cubicBezTo>
                  <a:lnTo>
                    <a:pt x="790"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6"/>
                </a:solidFill>
                <a:latin typeface="Calibri"/>
                <a:ea typeface="Calibri"/>
                <a:cs typeface="Calibri"/>
                <a:sym typeface="Calibri"/>
              </a:endParaRPr>
            </a:p>
          </p:txBody>
        </p:sp>
        <p:sp>
          <p:nvSpPr>
            <p:cNvPr id="842" name="Google Shape;842;p22"/>
            <p:cNvSpPr/>
            <p:nvPr/>
          </p:nvSpPr>
          <p:spPr>
            <a:xfrm>
              <a:off x="2312" y="1012"/>
              <a:ext cx="774" cy="1548"/>
            </a:xfrm>
            <a:custGeom>
              <a:rect b="b" l="l" r="r" t="t"/>
              <a:pathLst>
                <a:path extrusionOk="0" h="653" w="327">
                  <a:moveTo>
                    <a:pt x="327" y="72"/>
                  </a:moveTo>
                  <a:cubicBezTo>
                    <a:pt x="327" y="0"/>
                    <a:pt x="327" y="0"/>
                    <a:pt x="327" y="0"/>
                  </a:cubicBezTo>
                  <a:cubicBezTo>
                    <a:pt x="147" y="0"/>
                    <a:pt x="0" y="146"/>
                    <a:pt x="0" y="326"/>
                  </a:cubicBezTo>
                  <a:cubicBezTo>
                    <a:pt x="0" y="507"/>
                    <a:pt x="147" y="653"/>
                    <a:pt x="327" y="653"/>
                  </a:cubicBezTo>
                  <a:cubicBezTo>
                    <a:pt x="327" y="581"/>
                    <a:pt x="327" y="581"/>
                    <a:pt x="327" y="581"/>
                  </a:cubicBezTo>
                  <a:cubicBezTo>
                    <a:pt x="187" y="581"/>
                    <a:pt x="72" y="467"/>
                    <a:pt x="72" y="326"/>
                  </a:cubicBezTo>
                  <a:cubicBezTo>
                    <a:pt x="72" y="186"/>
                    <a:pt x="187" y="72"/>
                    <a:pt x="327" y="7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6"/>
                </a:solidFill>
                <a:latin typeface="Calibri"/>
                <a:ea typeface="Calibri"/>
                <a:cs typeface="Calibri"/>
                <a:sym typeface="Calibri"/>
              </a:endParaRPr>
            </a:p>
          </p:txBody>
        </p:sp>
        <p:sp>
          <p:nvSpPr>
            <p:cNvPr id="843" name="Google Shape;843;p22"/>
            <p:cNvSpPr/>
            <p:nvPr/>
          </p:nvSpPr>
          <p:spPr>
            <a:xfrm>
              <a:off x="1616" y="733"/>
              <a:ext cx="461" cy="132"/>
            </a:xfrm>
            <a:custGeom>
              <a:rect b="b" l="l" r="r" t="t"/>
              <a:pathLst>
                <a:path extrusionOk="0" h="56" w="195">
                  <a:moveTo>
                    <a:pt x="195" y="28"/>
                  </a:moveTo>
                  <a:cubicBezTo>
                    <a:pt x="195" y="12"/>
                    <a:pt x="182" y="0"/>
                    <a:pt x="166" y="0"/>
                  </a:cubicBezTo>
                  <a:cubicBezTo>
                    <a:pt x="28" y="0"/>
                    <a:pt x="28" y="0"/>
                    <a:pt x="28" y="0"/>
                  </a:cubicBezTo>
                  <a:cubicBezTo>
                    <a:pt x="13" y="0"/>
                    <a:pt x="0" y="12"/>
                    <a:pt x="0" y="28"/>
                  </a:cubicBezTo>
                  <a:cubicBezTo>
                    <a:pt x="0" y="28"/>
                    <a:pt x="0" y="28"/>
                    <a:pt x="0" y="28"/>
                  </a:cubicBezTo>
                  <a:cubicBezTo>
                    <a:pt x="0" y="43"/>
                    <a:pt x="13" y="56"/>
                    <a:pt x="28" y="56"/>
                  </a:cubicBezTo>
                  <a:cubicBezTo>
                    <a:pt x="166" y="56"/>
                    <a:pt x="166" y="56"/>
                    <a:pt x="166" y="56"/>
                  </a:cubicBezTo>
                  <a:cubicBezTo>
                    <a:pt x="182" y="56"/>
                    <a:pt x="195" y="43"/>
                    <a:pt x="195" y="28"/>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6"/>
                </a:solidFill>
                <a:latin typeface="Calibri"/>
                <a:ea typeface="Calibri"/>
                <a:cs typeface="Calibri"/>
                <a:sym typeface="Calibri"/>
              </a:endParaRPr>
            </a:p>
          </p:txBody>
        </p:sp>
        <p:sp>
          <p:nvSpPr>
            <p:cNvPr id="844" name="Google Shape;844;p22"/>
            <p:cNvSpPr/>
            <p:nvPr/>
          </p:nvSpPr>
          <p:spPr>
            <a:xfrm>
              <a:off x="3086" y="481"/>
              <a:ext cx="1458" cy="2282"/>
            </a:xfrm>
            <a:custGeom>
              <a:rect b="b" l="l" r="r" t="t"/>
              <a:pathLst>
                <a:path extrusionOk="0" h="963" w="616">
                  <a:moveTo>
                    <a:pt x="616" y="252"/>
                  </a:moveTo>
                  <a:cubicBezTo>
                    <a:pt x="616" y="849"/>
                    <a:pt x="616" y="849"/>
                    <a:pt x="616" y="849"/>
                  </a:cubicBezTo>
                  <a:cubicBezTo>
                    <a:pt x="616" y="912"/>
                    <a:pt x="565" y="963"/>
                    <a:pt x="503" y="963"/>
                  </a:cubicBezTo>
                  <a:cubicBezTo>
                    <a:pt x="0" y="963"/>
                    <a:pt x="0" y="963"/>
                    <a:pt x="0" y="963"/>
                  </a:cubicBezTo>
                  <a:cubicBezTo>
                    <a:pt x="0" y="877"/>
                    <a:pt x="0" y="877"/>
                    <a:pt x="0" y="877"/>
                  </a:cubicBezTo>
                  <a:cubicBezTo>
                    <a:pt x="180" y="877"/>
                    <a:pt x="327" y="731"/>
                    <a:pt x="327" y="550"/>
                  </a:cubicBezTo>
                  <a:cubicBezTo>
                    <a:pt x="327" y="370"/>
                    <a:pt x="180" y="224"/>
                    <a:pt x="0" y="224"/>
                  </a:cubicBezTo>
                  <a:cubicBezTo>
                    <a:pt x="0" y="0"/>
                    <a:pt x="0" y="0"/>
                    <a:pt x="0" y="0"/>
                  </a:cubicBezTo>
                  <a:cubicBezTo>
                    <a:pt x="98" y="0"/>
                    <a:pt x="98" y="0"/>
                    <a:pt x="98" y="0"/>
                  </a:cubicBezTo>
                  <a:cubicBezTo>
                    <a:pt x="177" y="0"/>
                    <a:pt x="222" y="68"/>
                    <a:pt x="243" y="113"/>
                  </a:cubicBezTo>
                  <a:cubicBezTo>
                    <a:pt x="251" y="128"/>
                    <a:pt x="267" y="138"/>
                    <a:pt x="284" y="138"/>
                  </a:cubicBezTo>
                  <a:cubicBezTo>
                    <a:pt x="503" y="138"/>
                    <a:pt x="503" y="138"/>
                    <a:pt x="503" y="138"/>
                  </a:cubicBezTo>
                  <a:cubicBezTo>
                    <a:pt x="565" y="138"/>
                    <a:pt x="616" y="189"/>
                    <a:pt x="616" y="25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6"/>
                </a:solidFill>
                <a:latin typeface="Calibri"/>
                <a:ea typeface="Calibri"/>
                <a:cs typeface="Calibri"/>
                <a:sym typeface="Calibri"/>
              </a:endParaRPr>
            </a:p>
          </p:txBody>
        </p:sp>
        <p:sp>
          <p:nvSpPr>
            <p:cNvPr id="845" name="Google Shape;845;p22"/>
            <p:cNvSpPr/>
            <p:nvPr/>
          </p:nvSpPr>
          <p:spPr>
            <a:xfrm>
              <a:off x="3086" y="1012"/>
              <a:ext cx="774" cy="1548"/>
            </a:xfrm>
            <a:custGeom>
              <a:rect b="b" l="l" r="r" t="t"/>
              <a:pathLst>
                <a:path extrusionOk="0" h="653" w="327">
                  <a:moveTo>
                    <a:pt x="327" y="326"/>
                  </a:moveTo>
                  <a:cubicBezTo>
                    <a:pt x="327" y="507"/>
                    <a:pt x="180" y="653"/>
                    <a:pt x="0" y="653"/>
                  </a:cubicBezTo>
                  <a:cubicBezTo>
                    <a:pt x="0" y="581"/>
                    <a:pt x="0" y="581"/>
                    <a:pt x="0" y="581"/>
                  </a:cubicBezTo>
                  <a:cubicBezTo>
                    <a:pt x="140" y="581"/>
                    <a:pt x="255" y="467"/>
                    <a:pt x="255" y="326"/>
                  </a:cubicBezTo>
                  <a:cubicBezTo>
                    <a:pt x="255" y="186"/>
                    <a:pt x="140" y="72"/>
                    <a:pt x="0" y="72"/>
                  </a:cubicBezTo>
                  <a:cubicBezTo>
                    <a:pt x="0" y="0"/>
                    <a:pt x="0" y="0"/>
                    <a:pt x="0" y="0"/>
                  </a:cubicBezTo>
                  <a:cubicBezTo>
                    <a:pt x="180" y="0"/>
                    <a:pt x="327" y="146"/>
                    <a:pt x="327" y="32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6"/>
                </a:solidFill>
                <a:latin typeface="Calibri"/>
                <a:ea typeface="Calibri"/>
                <a:cs typeface="Calibri"/>
                <a:sym typeface="Calibri"/>
              </a:endParaRPr>
            </a:p>
          </p:txBody>
        </p:sp>
        <p:sp>
          <p:nvSpPr>
            <p:cNvPr id="846" name="Google Shape;846;p22"/>
            <p:cNvSpPr/>
            <p:nvPr/>
          </p:nvSpPr>
          <p:spPr>
            <a:xfrm>
              <a:off x="3086" y="1183"/>
              <a:ext cx="604" cy="1206"/>
            </a:xfrm>
            <a:custGeom>
              <a:rect b="b" l="l" r="r" t="t"/>
              <a:pathLst>
                <a:path extrusionOk="0" h="509" w="255">
                  <a:moveTo>
                    <a:pt x="255" y="254"/>
                  </a:moveTo>
                  <a:cubicBezTo>
                    <a:pt x="255" y="395"/>
                    <a:pt x="140" y="509"/>
                    <a:pt x="0" y="509"/>
                  </a:cubicBezTo>
                  <a:cubicBezTo>
                    <a:pt x="0" y="0"/>
                    <a:pt x="0" y="0"/>
                    <a:pt x="0" y="0"/>
                  </a:cubicBezTo>
                  <a:cubicBezTo>
                    <a:pt x="140" y="0"/>
                    <a:pt x="255" y="114"/>
                    <a:pt x="255" y="254"/>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6"/>
                </a:solidFill>
                <a:latin typeface="Calibri"/>
                <a:ea typeface="Calibri"/>
                <a:cs typeface="Calibri"/>
                <a:sym typeface="Calibri"/>
              </a:endParaRPr>
            </a:p>
          </p:txBody>
        </p:sp>
      </p:grpSp>
      <p:sp>
        <p:nvSpPr>
          <p:cNvPr id="847" name="Google Shape;847;p22"/>
          <p:cNvSpPr/>
          <p:nvPr>
            <p:ph idx="4" type="pic"/>
          </p:nvPr>
        </p:nvSpPr>
        <p:spPr>
          <a:xfrm>
            <a:off x="463784" y="1564002"/>
            <a:ext cx="3960000" cy="2160300"/>
          </a:xfrm>
          <a:prstGeom prst="rect">
            <a:avLst/>
          </a:prstGeom>
          <a:noFill/>
          <a:ln cap="flat" cmpd="sng" w="9525">
            <a:solidFill>
              <a:srgbClr val="F2F2F2"/>
            </a:solidFill>
            <a:prstDash val="solid"/>
            <a:round/>
            <a:headEnd len="sm" w="sm" type="none"/>
            <a:tailEnd len="sm" w="sm" type="none"/>
          </a:ln>
        </p:spPr>
      </p:sp>
      <p:sp>
        <p:nvSpPr>
          <p:cNvPr id="848" name="Google Shape;848;p22"/>
          <p:cNvSpPr/>
          <p:nvPr>
            <p:ph idx="5" type="pic"/>
          </p:nvPr>
        </p:nvSpPr>
        <p:spPr>
          <a:xfrm>
            <a:off x="4711573" y="1563820"/>
            <a:ext cx="3960000" cy="2160300"/>
          </a:xfrm>
          <a:prstGeom prst="rect">
            <a:avLst/>
          </a:prstGeom>
          <a:noFill/>
          <a:ln cap="flat" cmpd="sng" w="9525">
            <a:solidFill>
              <a:srgbClr val="F2F2F2"/>
            </a:solidFill>
            <a:prstDash val="solid"/>
            <a:round/>
            <a:headEnd len="sm" w="sm" type="none"/>
            <a:tailEnd len="sm" w="sm" type="none"/>
          </a:ln>
        </p:spPr>
      </p:sp>
      <p:grpSp>
        <p:nvGrpSpPr>
          <p:cNvPr id="849" name="Google Shape;849;p22"/>
          <p:cNvGrpSpPr/>
          <p:nvPr/>
        </p:nvGrpSpPr>
        <p:grpSpPr>
          <a:xfrm>
            <a:off x="6454238" y="2481180"/>
            <a:ext cx="474780" cy="325564"/>
            <a:chOff x="1216" y="481"/>
            <a:chExt cx="3328" cy="2282"/>
          </a:xfrm>
        </p:grpSpPr>
        <p:sp>
          <p:nvSpPr>
            <p:cNvPr id="850" name="Google Shape;850;p22"/>
            <p:cNvSpPr/>
            <p:nvPr/>
          </p:nvSpPr>
          <p:spPr>
            <a:xfrm>
              <a:off x="1216" y="481"/>
              <a:ext cx="1870" cy="2282"/>
            </a:xfrm>
            <a:custGeom>
              <a:rect b="b" l="l" r="r" t="t"/>
              <a:pathLst>
                <a:path extrusionOk="0" h="963" w="790">
                  <a:moveTo>
                    <a:pt x="790" y="0"/>
                  </a:moveTo>
                  <a:cubicBezTo>
                    <a:pt x="790" y="963"/>
                    <a:pt x="790" y="963"/>
                    <a:pt x="790" y="963"/>
                  </a:cubicBezTo>
                  <a:cubicBezTo>
                    <a:pt x="114" y="963"/>
                    <a:pt x="114" y="963"/>
                    <a:pt x="114" y="963"/>
                  </a:cubicBezTo>
                  <a:cubicBezTo>
                    <a:pt x="51" y="963"/>
                    <a:pt x="0" y="912"/>
                    <a:pt x="0" y="849"/>
                  </a:cubicBezTo>
                  <a:cubicBezTo>
                    <a:pt x="0" y="252"/>
                    <a:pt x="0" y="252"/>
                    <a:pt x="0" y="252"/>
                  </a:cubicBezTo>
                  <a:cubicBezTo>
                    <a:pt x="0" y="189"/>
                    <a:pt x="51" y="138"/>
                    <a:pt x="114" y="138"/>
                  </a:cubicBezTo>
                  <a:cubicBezTo>
                    <a:pt x="506" y="138"/>
                    <a:pt x="506" y="138"/>
                    <a:pt x="506" y="138"/>
                  </a:cubicBezTo>
                  <a:cubicBezTo>
                    <a:pt x="523" y="138"/>
                    <a:pt x="539" y="128"/>
                    <a:pt x="547" y="113"/>
                  </a:cubicBezTo>
                  <a:cubicBezTo>
                    <a:pt x="568" y="68"/>
                    <a:pt x="613" y="0"/>
                    <a:pt x="692" y="0"/>
                  </a:cubicBezTo>
                  <a:lnTo>
                    <a:pt x="790"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6"/>
                </a:solidFill>
                <a:latin typeface="Calibri"/>
                <a:ea typeface="Calibri"/>
                <a:cs typeface="Calibri"/>
                <a:sym typeface="Calibri"/>
              </a:endParaRPr>
            </a:p>
          </p:txBody>
        </p:sp>
        <p:sp>
          <p:nvSpPr>
            <p:cNvPr id="851" name="Google Shape;851;p22"/>
            <p:cNvSpPr/>
            <p:nvPr/>
          </p:nvSpPr>
          <p:spPr>
            <a:xfrm>
              <a:off x="2312" y="1012"/>
              <a:ext cx="774" cy="1548"/>
            </a:xfrm>
            <a:custGeom>
              <a:rect b="b" l="l" r="r" t="t"/>
              <a:pathLst>
                <a:path extrusionOk="0" h="653" w="327">
                  <a:moveTo>
                    <a:pt x="327" y="72"/>
                  </a:moveTo>
                  <a:cubicBezTo>
                    <a:pt x="327" y="0"/>
                    <a:pt x="327" y="0"/>
                    <a:pt x="327" y="0"/>
                  </a:cubicBezTo>
                  <a:cubicBezTo>
                    <a:pt x="147" y="0"/>
                    <a:pt x="0" y="146"/>
                    <a:pt x="0" y="326"/>
                  </a:cubicBezTo>
                  <a:cubicBezTo>
                    <a:pt x="0" y="507"/>
                    <a:pt x="147" y="653"/>
                    <a:pt x="327" y="653"/>
                  </a:cubicBezTo>
                  <a:cubicBezTo>
                    <a:pt x="327" y="581"/>
                    <a:pt x="327" y="581"/>
                    <a:pt x="327" y="581"/>
                  </a:cubicBezTo>
                  <a:cubicBezTo>
                    <a:pt x="187" y="581"/>
                    <a:pt x="72" y="467"/>
                    <a:pt x="72" y="326"/>
                  </a:cubicBezTo>
                  <a:cubicBezTo>
                    <a:pt x="72" y="186"/>
                    <a:pt x="187" y="72"/>
                    <a:pt x="327" y="72"/>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6"/>
                </a:solidFill>
                <a:latin typeface="Calibri"/>
                <a:ea typeface="Calibri"/>
                <a:cs typeface="Calibri"/>
                <a:sym typeface="Calibri"/>
              </a:endParaRPr>
            </a:p>
          </p:txBody>
        </p:sp>
        <p:sp>
          <p:nvSpPr>
            <p:cNvPr id="852" name="Google Shape;852;p22"/>
            <p:cNvSpPr/>
            <p:nvPr/>
          </p:nvSpPr>
          <p:spPr>
            <a:xfrm>
              <a:off x="1616" y="733"/>
              <a:ext cx="461" cy="132"/>
            </a:xfrm>
            <a:custGeom>
              <a:rect b="b" l="l" r="r" t="t"/>
              <a:pathLst>
                <a:path extrusionOk="0" h="56" w="195">
                  <a:moveTo>
                    <a:pt x="195" y="28"/>
                  </a:moveTo>
                  <a:cubicBezTo>
                    <a:pt x="195" y="12"/>
                    <a:pt x="182" y="0"/>
                    <a:pt x="166" y="0"/>
                  </a:cubicBezTo>
                  <a:cubicBezTo>
                    <a:pt x="28" y="0"/>
                    <a:pt x="28" y="0"/>
                    <a:pt x="28" y="0"/>
                  </a:cubicBezTo>
                  <a:cubicBezTo>
                    <a:pt x="13" y="0"/>
                    <a:pt x="0" y="12"/>
                    <a:pt x="0" y="28"/>
                  </a:cubicBezTo>
                  <a:cubicBezTo>
                    <a:pt x="0" y="28"/>
                    <a:pt x="0" y="28"/>
                    <a:pt x="0" y="28"/>
                  </a:cubicBezTo>
                  <a:cubicBezTo>
                    <a:pt x="0" y="43"/>
                    <a:pt x="13" y="56"/>
                    <a:pt x="28" y="56"/>
                  </a:cubicBezTo>
                  <a:cubicBezTo>
                    <a:pt x="166" y="56"/>
                    <a:pt x="166" y="56"/>
                    <a:pt x="166" y="56"/>
                  </a:cubicBezTo>
                  <a:cubicBezTo>
                    <a:pt x="182" y="56"/>
                    <a:pt x="195" y="43"/>
                    <a:pt x="195" y="28"/>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6"/>
                </a:solidFill>
                <a:latin typeface="Calibri"/>
                <a:ea typeface="Calibri"/>
                <a:cs typeface="Calibri"/>
                <a:sym typeface="Calibri"/>
              </a:endParaRPr>
            </a:p>
          </p:txBody>
        </p:sp>
        <p:sp>
          <p:nvSpPr>
            <p:cNvPr id="853" name="Google Shape;853;p22"/>
            <p:cNvSpPr/>
            <p:nvPr/>
          </p:nvSpPr>
          <p:spPr>
            <a:xfrm>
              <a:off x="3086" y="481"/>
              <a:ext cx="1458" cy="2282"/>
            </a:xfrm>
            <a:custGeom>
              <a:rect b="b" l="l" r="r" t="t"/>
              <a:pathLst>
                <a:path extrusionOk="0" h="963" w="616">
                  <a:moveTo>
                    <a:pt x="616" y="252"/>
                  </a:moveTo>
                  <a:cubicBezTo>
                    <a:pt x="616" y="849"/>
                    <a:pt x="616" y="849"/>
                    <a:pt x="616" y="849"/>
                  </a:cubicBezTo>
                  <a:cubicBezTo>
                    <a:pt x="616" y="912"/>
                    <a:pt x="565" y="963"/>
                    <a:pt x="503" y="963"/>
                  </a:cubicBezTo>
                  <a:cubicBezTo>
                    <a:pt x="0" y="963"/>
                    <a:pt x="0" y="963"/>
                    <a:pt x="0" y="963"/>
                  </a:cubicBezTo>
                  <a:cubicBezTo>
                    <a:pt x="0" y="877"/>
                    <a:pt x="0" y="877"/>
                    <a:pt x="0" y="877"/>
                  </a:cubicBezTo>
                  <a:cubicBezTo>
                    <a:pt x="180" y="877"/>
                    <a:pt x="327" y="731"/>
                    <a:pt x="327" y="550"/>
                  </a:cubicBezTo>
                  <a:cubicBezTo>
                    <a:pt x="327" y="370"/>
                    <a:pt x="180" y="224"/>
                    <a:pt x="0" y="224"/>
                  </a:cubicBezTo>
                  <a:cubicBezTo>
                    <a:pt x="0" y="0"/>
                    <a:pt x="0" y="0"/>
                    <a:pt x="0" y="0"/>
                  </a:cubicBezTo>
                  <a:cubicBezTo>
                    <a:pt x="98" y="0"/>
                    <a:pt x="98" y="0"/>
                    <a:pt x="98" y="0"/>
                  </a:cubicBezTo>
                  <a:cubicBezTo>
                    <a:pt x="177" y="0"/>
                    <a:pt x="222" y="68"/>
                    <a:pt x="243" y="113"/>
                  </a:cubicBezTo>
                  <a:cubicBezTo>
                    <a:pt x="251" y="128"/>
                    <a:pt x="267" y="138"/>
                    <a:pt x="284" y="138"/>
                  </a:cubicBezTo>
                  <a:cubicBezTo>
                    <a:pt x="503" y="138"/>
                    <a:pt x="503" y="138"/>
                    <a:pt x="503" y="138"/>
                  </a:cubicBezTo>
                  <a:cubicBezTo>
                    <a:pt x="565" y="138"/>
                    <a:pt x="616" y="189"/>
                    <a:pt x="616" y="25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6"/>
                </a:solidFill>
                <a:latin typeface="Calibri"/>
                <a:ea typeface="Calibri"/>
                <a:cs typeface="Calibri"/>
                <a:sym typeface="Calibri"/>
              </a:endParaRPr>
            </a:p>
          </p:txBody>
        </p:sp>
        <p:sp>
          <p:nvSpPr>
            <p:cNvPr id="854" name="Google Shape;854;p22"/>
            <p:cNvSpPr/>
            <p:nvPr/>
          </p:nvSpPr>
          <p:spPr>
            <a:xfrm>
              <a:off x="3086" y="1012"/>
              <a:ext cx="774" cy="1548"/>
            </a:xfrm>
            <a:custGeom>
              <a:rect b="b" l="l" r="r" t="t"/>
              <a:pathLst>
                <a:path extrusionOk="0" h="653" w="327">
                  <a:moveTo>
                    <a:pt x="327" y="326"/>
                  </a:moveTo>
                  <a:cubicBezTo>
                    <a:pt x="327" y="507"/>
                    <a:pt x="180" y="653"/>
                    <a:pt x="0" y="653"/>
                  </a:cubicBezTo>
                  <a:cubicBezTo>
                    <a:pt x="0" y="581"/>
                    <a:pt x="0" y="581"/>
                    <a:pt x="0" y="581"/>
                  </a:cubicBezTo>
                  <a:cubicBezTo>
                    <a:pt x="140" y="581"/>
                    <a:pt x="255" y="467"/>
                    <a:pt x="255" y="326"/>
                  </a:cubicBezTo>
                  <a:cubicBezTo>
                    <a:pt x="255" y="186"/>
                    <a:pt x="140" y="72"/>
                    <a:pt x="0" y="72"/>
                  </a:cubicBezTo>
                  <a:cubicBezTo>
                    <a:pt x="0" y="0"/>
                    <a:pt x="0" y="0"/>
                    <a:pt x="0" y="0"/>
                  </a:cubicBezTo>
                  <a:cubicBezTo>
                    <a:pt x="180" y="0"/>
                    <a:pt x="327" y="146"/>
                    <a:pt x="327" y="326"/>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6"/>
                </a:solidFill>
                <a:latin typeface="Calibri"/>
                <a:ea typeface="Calibri"/>
                <a:cs typeface="Calibri"/>
                <a:sym typeface="Calibri"/>
              </a:endParaRPr>
            </a:p>
          </p:txBody>
        </p:sp>
        <p:sp>
          <p:nvSpPr>
            <p:cNvPr id="855" name="Google Shape;855;p22"/>
            <p:cNvSpPr/>
            <p:nvPr/>
          </p:nvSpPr>
          <p:spPr>
            <a:xfrm>
              <a:off x="3086" y="1183"/>
              <a:ext cx="604" cy="1206"/>
            </a:xfrm>
            <a:custGeom>
              <a:rect b="b" l="l" r="r" t="t"/>
              <a:pathLst>
                <a:path extrusionOk="0" h="509" w="255">
                  <a:moveTo>
                    <a:pt x="255" y="254"/>
                  </a:moveTo>
                  <a:cubicBezTo>
                    <a:pt x="255" y="395"/>
                    <a:pt x="140" y="509"/>
                    <a:pt x="0" y="509"/>
                  </a:cubicBezTo>
                  <a:cubicBezTo>
                    <a:pt x="0" y="0"/>
                    <a:pt x="0" y="0"/>
                    <a:pt x="0" y="0"/>
                  </a:cubicBezTo>
                  <a:cubicBezTo>
                    <a:pt x="140" y="0"/>
                    <a:pt x="255" y="114"/>
                    <a:pt x="255" y="254"/>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6"/>
                </a:solidFill>
                <a:latin typeface="Calibri"/>
                <a:ea typeface="Calibri"/>
                <a:cs typeface="Calibri"/>
                <a:sym typeface="Calibri"/>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ictures Placeholders">
  <p:cSld name="4 Pictures Placeholders">
    <p:spTree>
      <p:nvGrpSpPr>
        <p:cNvPr id="856" name="Shape 856"/>
        <p:cNvGrpSpPr/>
        <p:nvPr/>
      </p:nvGrpSpPr>
      <p:grpSpPr>
        <a:xfrm>
          <a:off x="0" y="0"/>
          <a:ext cx="0" cy="0"/>
          <a:chOff x="0" y="0"/>
          <a:chExt cx="0" cy="0"/>
        </a:xfrm>
      </p:grpSpPr>
      <p:sp>
        <p:nvSpPr>
          <p:cNvPr id="857" name="Google Shape;857;p23"/>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Calibri"/>
              <a:buNone/>
              <a:defRPr sz="4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8" name="Google Shape;858;p2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9" name="Google Shape;859;p2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0" name="Google Shape;860;p2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sp>
        <p:nvSpPr>
          <p:cNvPr id="861" name="Google Shape;861;p23"/>
          <p:cNvSpPr txBox="1"/>
          <p:nvPr>
            <p:ph idx="1" type="body"/>
          </p:nvPr>
        </p:nvSpPr>
        <p:spPr>
          <a:xfrm>
            <a:off x="468313" y="771550"/>
            <a:ext cx="8207400" cy="503700"/>
          </a:xfrm>
          <a:prstGeom prst="rect">
            <a:avLst/>
          </a:prstGeom>
          <a:noFill/>
          <a:ln>
            <a:noFill/>
          </a:ln>
        </p:spPr>
        <p:txBody>
          <a:bodyPr anchorCtr="0" anchor="t" bIns="45700" lIns="91425" spcFirstLastPara="1" rIns="91425" wrap="square" tIns="45700">
            <a:noAutofit/>
          </a:bodyPr>
          <a:lstStyle>
            <a:lvl1pPr indent="-228600" lvl="0" marL="457200" algn="l">
              <a:spcBef>
                <a:spcPts val="540"/>
              </a:spcBef>
              <a:spcAft>
                <a:spcPts val="0"/>
              </a:spcAft>
              <a:buClr>
                <a:schemeClr val="accent5"/>
              </a:buClr>
              <a:buSzPts val="2700"/>
              <a:buNone/>
              <a:defRPr sz="27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62" name="Google Shape;862;p23"/>
          <p:cNvSpPr/>
          <p:nvPr/>
        </p:nvSpPr>
        <p:spPr>
          <a:xfrm>
            <a:off x="467544" y="3219822"/>
            <a:ext cx="2088300" cy="1305000"/>
          </a:xfrm>
          <a:prstGeom prst="rect">
            <a:avLst/>
          </a:prstGeom>
          <a:solidFill>
            <a:schemeClr val="accent3"/>
          </a:solidFill>
          <a:ln cap="flat" cmpd="sng" w="127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2"/>
              </a:solidFill>
              <a:latin typeface="Calibri"/>
              <a:ea typeface="Calibri"/>
              <a:cs typeface="Calibri"/>
              <a:sym typeface="Calibri"/>
            </a:endParaRPr>
          </a:p>
        </p:txBody>
      </p:sp>
      <p:sp>
        <p:nvSpPr>
          <p:cNvPr id="863" name="Google Shape;863;p23"/>
          <p:cNvSpPr/>
          <p:nvPr/>
        </p:nvSpPr>
        <p:spPr>
          <a:xfrm>
            <a:off x="4716016" y="1563638"/>
            <a:ext cx="2088300" cy="1305000"/>
          </a:xfrm>
          <a:prstGeom prst="rect">
            <a:avLst/>
          </a:prstGeom>
          <a:solidFill>
            <a:schemeClr val="accent5"/>
          </a:solidFill>
          <a:ln cap="flat" cmpd="sng" w="127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2"/>
              </a:solidFill>
              <a:latin typeface="Calibri"/>
              <a:ea typeface="Calibri"/>
              <a:cs typeface="Calibri"/>
              <a:sym typeface="Calibri"/>
            </a:endParaRPr>
          </a:p>
        </p:txBody>
      </p:sp>
      <p:sp>
        <p:nvSpPr>
          <p:cNvPr id="864" name="Google Shape;864;p23"/>
          <p:cNvSpPr/>
          <p:nvPr/>
        </p:nvSpPr>
        <p:spPr>
          <a:xfrm>
            <a:off x="4716016" y="3219822"/>
            <a:ext cx="2088300" cy="1305000"/>
          </a:xfrm>
          <a:prstGeom prst="rect">
            <a:avLst/>
          </a:prstGeom>
          <a:solidFill>
            <a:schemeClr val="accent2"/>
          </a:solidFill>
          <a:ln cap="flat" cmpd="sng" w="127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2"/>
              </a:solidFill>
              <a:latin typeface="Calibri"/>
              <a:ea typeface="Calibri"/>
              <a:cs typeface="Calibri"/>
              <a:sym typeface="Calibri"/>
            </a:endParaRPr>
          </a:p>
        </p:txBody>
      </p:sp>
      <p:sp>
        <p:nvSpPr>
          <p:cNvPr id="865" name="Google Shape;865;p23"/>
          <p:cNvSpPr/>
          <p:nvPr/>
        </p:nvSpPr>
        <p:spPr>
          <a:xfrm>
            <a:off x="467593" y="1563638"/>
            <a:ext cx="2088300" cy="1305000"/>
          </a:xfrm>
          <a:prstGeom prst="rect">
            <a:avLst/>
          </a:prstGeom>
          <a:solidFill>
            <a:schemeClr val="accent1"/>
          </a:solidFill>
          <a:ln cap="flat" cmpd="sng" w="127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2"/>
              </a:solidFill>
              <a:latin typeface="Calibri"/>
              <a:ea typeface="Calibri"/>
              <a:cs typeface="Calibri"/>
              <a:sym typeface="Calibri"/>
            </a:endParaRPr>
          </a:p>
        </p:txBody>
      </p:sp>
      <p:sp>
        <p:nvSpPr>
          <p:cNvPr id="866" name="Google Shape;866;p23"/>
          <p:cNvSpPr txBox="1"/>
          <p:nvPr>
            <p:ph idx="2" type="body"/>
          </p:nvPr>
        </p:nvSpPr>
        <p:spPr>
          <a:xfrm>
            <a:off x="2627784" y="1563688"/>
            <a:ext cx="1728900" cy="1305000"/>
          </a:xfrm>
          <a:prstGeom prst="rect">
            <a:avLst/>
          </a:prstGeom>
          <a:noFill/>
          <a:ln>
            <a:noFill/>
          </a:ln>
        </p:spPr>
        <p:txBody>
          <a:bodyPr anchorCtr="0" anchor="ctr" bIns="45700" lIns="91425" spcFirstLastPara="1" rIns="91425" wrap="square" tIns="45700">
            <a:normAutofit/>
          </a:bodyPr>
          <a:lstStyle>
            <a:lvl1pPr indent="-228600" lvl="0" marL="457200" marR="0" algn="l">
              <a:lnSpc>
                <a:spcPct val="100000"/>
              </a:lnSpc>
              <a:spcBef>
                <a:spcPts val="320"/>
              </a:spcBef>
              <a:spcAft>
                <a:spcPts val="0"/>
              </a:spcAft>
              <a:buClr>
                <a:srgbClr val="484848"/>
              </a:buClr>
              <a:buSzPts val="1600"/>
              <a:buFont typeface="Arial"/>
              <a:buNone/>
              <a:defRPr sz="1600">
                <a:solidFill>
                  <a:srgbClr val="484848"/>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67" name="Google Shape;867;p23"/>
          <p:cNvSpPr txBox="1"/>
          <p:nvPr>
            <p:ph idx="3" type="body"/>
          </p:nvPr>
        </p:nvSpPr>
        <p:spPr>
          <a:xfrm>
            <a:off x="2627784" y="3219822"/>
            <a:ext cx="1728900" cy="1305000"/>
          </a:xfrm>
          <a:prstGeom prst="rect">
            <a:avLst/>
          </a:prstGeom>
          <a:noFill/>
          <a:ln>
            <a:noFill/>
          </a:ln>
        </p:spPr>
        <p:txBody>
          <a:bodyPr anchorCtr="0" anchor="ctr" bIns="45700" lIns="91425" spcFirstLastPara="1" rIns="91425" wrap="square" tIns="45700">
            <a:normAutofit/>
          </a:bodyPr>
          <a:lstStyle>
            <a:lvl1pPr indent="-228600" lvl="0" marL="457200" marR="0" algn="l">
              <a:lnSpc>
                <a:spcPct val="100000"/>
              </a:lnSpc>
              <a:spcBef>
                <a:spcPts val="320"/>
              </a:spcBef>
              <a:spcAft>
                <a:spcPts val="0"/>
              </a:spcAft>
              <a:buClr>
                <a:srgbClr val="484848"/>
              </a:buClr>
              <a:buSzPts val="1600"/>
              <a:buFont typeface="Arial"/>
              <a:buNone/>
              <a:defRPr sz="1600">
                <a:solidFill>
                  <a:srgbClr val="484848"/>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68" name="Google Shape;868;p23"/>
          <p:cNvSpPr txBox="1"/>
          <p:nvPr>
            <p:ph idx="4" type="body"/>
          </p:nvPr>
        </p:nvSpPr>
        <p:spPr>
          <a:xfrm>
            <a:off x="6876256" y="1563688"/>
            <a:ext cx="1728900" cy="1305000"/>
          </a:xfrm>
          <a:prstGeom prst="rect">
            <a:avLst/>
          </a:prstGeom>
          <a:noFill/>
          <a:ln>
            <a:noFill/>
          </a:ln>
        </p:spPr>
        <p:txBody>
          <a:bodyPr anchorCtr="0" anchor="ctr" bIns="45700" lIns="91425" spcFirstLastPara="1" rIns="91425" wrap="square" tIns="45700">
            <a:normAutofit/>
          </a:bodyPr>
          <a:lstStyle>
            <a:lvl1pPr indent="-228600" lvl="0" marL="457200" marR="0" algn="l">
              <a:lnSpc>
                <a:spcPct val="100000"/>
              </a:lnSpc>
              <a:spcBef>
                <a:spcPts val="320"/>
              </a:spcBef>
              <a:spcAft>
                <a:spcPts val="0"/>
              </a:spcAft>
              <a:buClr>
                <a:srgbClr val="484848"/>
              </a:buClr>
              <a:buSzPts val="1600"/>
              <a:buFont typeface="Arial"/>
              <a:buNone/>
              <a:defRPr sz="1600">
                <a:solidFill>
                  <a:srgbClr val="484848"/>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69" name="Google Shape;869;p23"/>
          <p:cNvSpPr txBox="1"/>
          <p:nvPr>
            <p:ph idx="5" type="body"/>
          </p:nvPr>
        </p:nvSpPr>
        <p:spPr>
          <a:xfrm>
            <a:off x="6876256" y="3219822"/>
            <a:ext cx="1728900" cy="1305000"/>
          </a:xfrm>
          <a:prstGeom prst="rect">
            <a:avLst/>
          </a:prstGeom>
          <a:noFill/>
          <a:ln>
            <a:noFill/>
          </a:ln>
        </p:spPr>
        <p:txBody>
          <a:bodyPr anchorCtr="0" anchor="ctr" bIns="45700" lIns="91425" spcFirstLastPara="1" rIns="91425" wrap="square" tIns="45700">
            <a:normAutofit/>
          </a:bodyPr>
          <a:lstStyle>
            <a:lvl1pPr indent="-228600" lvl="0" marL="457200" marR="0" algn="l">
              <a:lnSpc>
                <a:spcPct val="100000"/>
              </a:lnSpc>
              <a:spcBef>
                <a:spcPts val="320"/>
              </a:spcBef>
              <a:spcAft>
                <a:spcPts val="0"/>
              </a:spcAft>
              <a:buClr>
                <a:srgbClr val="484848"/>
              </a:buClr>
              <a:buSzPts val="1600"/>
              <a:buFont typeface="Arial"/>
              <a:buNone/>
              <a:defRPr sz="1600">
                <a:solidFill>
                  <a:srgbClr val="484848"/>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70" name="Google Shape;870;p23"/>
          <p:cNvSpPr/>
          <p:nvPr>
            <p:ph idx="6" type="pic"/>
          </p:nvPr>
        </p:nvSpPr>
        <p:spPr>
          <a:xfrm>
            <a:off x="474097" y="1563638"/>
            <a:ext cx="2087700" cy="1305000"/>
          </a:xfrm>
          <a:prstGeom prst="rect">
            <a:avLst/>
          </a:prstGeom>
          <a:noFill/>
          <a:ln cap="flat" cmpd="sng" w="9525">
            <a:solidFill>
              <a:srgbClr val="F2F2F2"/>
            </a:solidFill>
            <a:prstDash val="solid"/>
            <a:round/>
            <a:headEnd len="sm" w="sm" type="none"/>
            <a:tailEnd len="sm" w="sm" type="none"/>
          </a:ln>
        </p:spPr>
      </p:sp>
      <p:sp>
        <p:nvSpPr>
          <p:cNvPr id="871" name="Google Shape;871;p23"/>
          <p:cNvSpPr/>
          <p:nvPr>
            <p:ph idx="7" type="pic"/>
          </p:nvPr>
        </p:nvSpPr>
        <p:spPr>
          <a:xfrm>
            <a:off x="468313" y="3220042"/>
            <a:ext cx="2087400" cy="1305000"/>
          </a:xfrm>
          <a:prstGeom prst="rect">
            <a:avLst/>
          </a:prstGeom>
          <a:noFill/>
          <a:ln cap="flat" cmpd="sng" w="9525">
            <a:solidFill>
              <a:srgbClr val="F2F2F2"/>
            </a:solidFill>
            <a:prstDash val="solid"/>
            <a:round/>
            <a:headEnd len="sm" w="sm" type="none"/>
            <a:tailEnd len="sm" w="sm" type="none"/>
          </a:ln>
        </p:spPr>
      </p:sp>
      <p:sp>
        <p:nvSpPr>
          <p:cNvPr id="872" name="Google Shape;872;p23"/>
          <p:cNvSpPr/>
          <p:nvPr>
            <p:ph idx="8" type="pic"/>
          </p:nvPr>
        </p:nvSpPr>
        <p:spPr>
          <a:xfrm>
            <a:off x="4716016" y="1563418"/>
            <a:ext cx="2087700" cy="1305000"/>
          </a:xfrm>
          <a:prstGeom prst="rect">
            <a:avLst/>
          </a:prstGeom>
          <a:noFill/>
          <a:ln cap="flat" cmpd="sng" w="9525">
            <a:solidFill>
              <a:srgbClr val="F2F2F2"/>
            </a:solidFill>
            <a:prstDash val="solid"/>
            <a:round/>
            <a:headEnd len="sm" w="sm" type="none"/>
            <a:tailEnd len="sm" w="sm" type="none"/>
          </a:ln>
        </p:spPr>
      </p:sp>
      <p:sp>
        <p:nvSpPr>
          <p:cNvPr id="873" name="Google Shape;873;p23"/>
          <p:cNvSpPr/>
          <p:nvPr>
            <p:ph idx="9" type="pic"/>
          </p:nvPr>
        </p:nvSpPr>
        <p:spPr>
          <a:xfrm>
            <a:off x="4716016" y="3220414"/>
            <a:ext cx="2087700" cy="1305000"/>
          </a:xfrm>
          <a:prstGeom prst="rect">
            <a:avLst/>
          </a:prstGeom>
          <a:noFill/>
          <a:ln cap="flat" cmpd="sng" w="9525">
            <a:solidFill>
              <a:srgbClr val="F2F2F2"/>
            </a:solidFill>
            <a:prstDash val="solid"/>
            <a:round/>
            <a:headEnd len="sm" w="sm" type="none"/>
            <a:tailEnd len="sm" w="sm" type="none"/>
          </a:ln>
        </p:spPr>
      </p:sp>
      <p:grpSp>
        <p:nvGrpSpPr>
          <p:cNvPr id="874" name="Google Shape;874;p23"/>
          <p:cNvGrpSpPr/>
          <p:nvPr/>
        </p:nvGrpSpPr>
        <p:grpSpPr>
          <a:xfrm>
            <a:off x="1267875" y="2064291"/>
            <a:ext cx="443158" cy="303879"/>
            <a:chOff x="1216" y="481"/>
            <a:chExt cx="3328" cy="2282"/>
          </a:xfrm>
        </p:grpSpPr>
        <p:sp>
          <p:nvSpPr>
            <p:cNvPr id="875" name="Google Shape;875;p23"/>
            <p:cNvSpPr/>
            <p:nvPr/>
          </p:nvSpPr>
          <p:spPr>
            <a:xfrm>
              <a:off x="1216" y="481"/>
              <a:ext cx="1870" cy="2282"/>
            </a:xfrm>
            <a:custGeom>
              <a:rect b="b" l="l" r="r" t="t"/>
              <a:pathLst>
                <a:path extrusionOk="0" h="963" w="790">
                  <a:moveTo>
                    <a:pt x="790" y="0"/>
                  </a:moveTo>
                  <a:cubicBezTo>
                    <a:pt x="790" y="963"/>
                    <a:pt x="790" y="963"/>
                    <a:pt x="790" y="963"/>
                  </a:cubicBezTo>
                  <a:cubicBezTo>
                    <a:pt x="114" y="963"/>
                    <a:pt x="114" y="963"/>
                    <a:pt x="114" y="963"/>
                  </a:cubicBezTo>
                  <a:cubicBezTo>
                    <a:pt x="51" y="963"/>
                    <a:pt x="0" y="912"/>
                    <a:pt x="0" y="849"/>
                  </a:cubicBezTo>
                  <a:cubicBezTo>
                    <a:pt x="0" y="252"/>
                    <a:pt x="0" y="252"/>
                    <a:pt x="0" y="252"/>
                  </a:cubicBezTo>
                  <a:cubicBezTo>
                    <a:pt x="0" y="189"/>
                    <a:pt x="51" y="138"/>
                    <a:pt x="114" y="138"/>
                  </a:cubicBezTo>
                  <a:cubicBezTo>
                    <a:pt x="506" y="138"/>
                    <a:pt x="506" y="138"/>
                    <a:pt x="506" y="138"/>
                  </a:cubicBezTo>
                  <a:cubicBezTo>
                    <a:pt x="523" y="138"/>
                    <a:pt x="539" y="128"/>
                    <a:pt x="547" y="113"/>
                  </a:cubicBezTo>
                  <a:cubicBezTo>
                    <a:pt x="568" y="68"/>
                    <a:pt x="613" y="0"/>
                    <a:pt x="692" y="0"/>
                  </a:cubicBezTo>
                  <a:lnTo>
                    <a:pt x="790"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Calibri"/>
                <a:ea typeface="Calibri"/>
                <a:cs typeface="Calibri"/>
                <a:sym typeface="Calibri"/>
              </a:endParaRPr>
            </a:p>
          </p:txBody>
        </p:sp>
        <p:sp>
          <p:nvSpPr>
            <p:cNvPr id="876" name="Google Shape;876;p23"/>
            <p:cNvSpPr/>
            <p:nvPr/>
          </p:nvSpPr>
          <p:spPr>
            <a:xfrm>
              <a:off x="2312" y="1012"/>
              <a:ext cx="774" cy="1548"/>
            </a:xfrm>
            <a:custGeom>
              <a:rect b="b" l="l" r="r" t="t"/>
              <a:pathLst>
                <a:path extrusionOk="0" h="653" w="327">
                  <a:moveTo>
                    <a:pt x="327" y="72"/>
                  </a:moveTo>
                  <a:cubicBezTo>
                    <a:pt x="327" y="0"/>
                    <a:pt x="327" y="0"/>
                    <a:pt x="327" y="0"/>
                  </a:cubicBezTo>
                  <a:cubicBezTo>
                    <a:pt x="147" y="0"/>
                    <a:pt x="0" y="146"/>
                    <a:pt x="0" y="326"/>
                  </a:cubicBezTo>
                  <a:cubicBezTo>
                    <a:pt x="0" y="507"/>
                    <a:pt x="147" y="653"/>
                    <a:pt x="327" y="653"/>
                  </a:cubicBezTo>
                  <a:cubicBezTo>
                    <a:pt x="327" y="581"/>
                    <a:pt x="327" y="581"/>
                    <a:pt x="327" y="581"/>
                  </a:cubicBezTo>
                  <a:cubicBezTo>
                    <a:pt x="187" y="581"/>
                    <a:pt x="72" y="467"/>
                    <a:pt x="72" y="326"/>
                  </a:cubicBezTo>
                  <a:cubicBezTo>
                    <a:pt x="72" y="186"/>
                    <a:pt x="187" y="72"/>
                    <a:pt x="327" y="7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Calibri"/>
                <a:ea typeface="Calibri"/>
                <a:cs typeface="Calibri"/>
                <a:sym typeface="Calibri"/>
              </a:endParaRPr>
            </a:p>
          </p:txBody>
        </p:sp>
        <p:sp>
          <p:nvSpPr>
            <p:cNvPr id="877" name="Google Shape;877;p23"/>
            <p:cNvSpPr/>
            <p:nvPr/>
          </p:nvSpPr>
          <p:spPr>
            <a:xfrm>
              <a:off x="1616" y="733"/>
              <a:ext cx="461" cy="132"/>
            </a:xfrm>
            <a:custGeom>
              <a:rect b="b" l="l" r="r" t="t"/>
              <a:pathLst>
                <a:path extrusionOk="0" h="56" w="195">
                  <a:moveTo>
                    <a:pt x="195" y="28"/>
                  </a:moveTo>
                  <a:cubicBezTo>
                    <a:pt x="195" y="12"/>
                    <a:pt x="182" y="0"/>
                    <a:pt x="166" y="0"/>
                  </a:cubicBezTo>
                  <a:cubicBezTo>
                    <a:pt x="28" y="0"/>
                    <a:pt x="28" y="0"/>
                    <a:pt x="28" y="0"/>
                  </a:cubicBezTo>
                  <a:cubicBezTo>
                    <a:pt x="13" y="0"/>
                    <a:pt x="0" y="12"/>
                    <a:pt x="0" y="28"/>
                  </a:cubicBezTo>
                  <a:cubicBezTo>
                    <a:pt x="0" y="28"/>
                    <a:pt x="0" y="28"/>
                    <a:pt x="0" y="28"/>
                  </a:cubicBezTo>
                  <a:cubicBezTo>
                    <a:pt x="0" y="43"/>
                    <a:pt x="13" y="56"/>
                    <a:pt x="28" y="56"/>
                  </a:cubicBezTo>
                  <a:cubicBezTo>
                    <a:pt x="166" y="56"/>
                    <a:pt x="166" y="56"/>
                    <a:pt x="166" y="56"/>
                  </a:cubicBezTo>
                  <a:cubicBezTo>
                    <a:pt x="182" y="56"/>
                    <a:pt x="195" y="43"/>
                    <a:pt x="195" y="28"/>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Calibri"/>
                <a:ea typeface="Calibri"/>
                <a:cs typeface="Calibri"/>
                <a:sym typeface="Calibri"/>
              </a:endParaRPr>
            </a:p>
          </p:txBody>
        </p:sp>
        <p:sp>
          <p:nvSpPr>
            <p:cNvPr id="878" name="Google Shape;878;p23"/>
            <p:cNvSpPr/>
            <p:nvPr/>
          </p:nvSpPr>
          <p:spPr>
            <a:xfrm>
              <a:off x="3086" y="481"/>
              <a:ext cx="1458" cy="2282"/>
            </a:xfrm>
            <a:custGeom>
              <a:rect b="b" l="l" r="r" t="t"/>
              <a:pathLst>
                <a:path extrusionOk="0" h="963" w="616">
                  <a:moveTo>
                    <a:pt x="616" y="252"/>
                  </a:moveTo>
                  <a:cubicBezTo>
                    <a:pt x="616" y="849"/>
                    <a:pt x="616" y="849"/>
                    <a:pt x="616" y="849"/>
                  </a:cubicBezTo>
                  <a:cubicBezTo>
                    <a:pt x="616" y="912"/>
                    <a:pt x="565" y="963"/>
                    <a:pt x="503" y="963"/>
                  </a:cubicBezTo>
                  <a:cubicBezTo>
                    <a:pt x="0" y="963"/>
                    <a:pt x="0" y="963"/>
                    <a:pt x="0" y="963"/>
                  </a:cubicBezTo>
                  <a:cubicBezTo>
                    <a:pt x="0" y="877"/>
                    <a:pt x="0" y="877"/>
                    <a:pt x="0" y="877"/>
                  </a:cubicBezTo>
                  <a:cubicBezTo>
                    <a:pt x="180" y="877"/>
                    <a:pt x="327" y="731"/>
                    <a:pt x="327" y="550"/>
                  </a:cubicBezTo>
                  <a:cubicBezTo>
                    <a:pt x="327" y="370"/>
                    <a:pt x="180" y="224"/>
                    <a:pt x="0" y="224"/>
                  </a:cubicBezTo>
                  <a:cubicBezTo>
                    <a:pt x="0" y="0"/>
                    <a:pt x="0" y="0"/>
                    <a:pt x="0" y="0"/>
                  </a:cubicBezTo>
                  <a:cubicBezTo>
                    <a:pt x="98" y="0"/>
                    <a:pt x="98" y="0"/>
                    <a:pt x="98" y="0"/>
                  </a:cubicBezTo>
                  <a:cubicBezTo>
                    <a:pt x="177" y="0"/>
                    <a:pt x="222" y="68"/>
                    <a:pt x="243" y="113"/>
                  </a:cubicBezTo>
                  <a:cubicBezTo>
                    <a:pt x="251" y="128"/>
                    <a:pt x="267" y="138"/>
                    <a:pt x="284" y="138"/>
                  </a:cubicBezTo>
                  <a:cubicBezTo>
                    <a:pt x="503" y="138"/>
                    <a:pt x="503" y="138"/>
                    <a:pt x="503" y="138"/>
                  </a:cubicBezTo>
                  <a:cubicBezTo>
                    <a:pt x="565" y="138"/>
                    <a:pt x="616" y="189"/>
                    <a:pt x="616" y="25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Calibri"/>
                <a:ea typeface="Calibri"/>
                <a:cs typeface="Calibri"/>
                <a:sym typeface="Calibri"/>
              </a:endParaRPr>
            </a:p>
          </p:txBody>
        </p:sp>
        <p:sp>
          <p:nvSpPr>
            <p:cNvPr id="879" name="Google Shape;879;p23"/>
            <p:cNvSpPr/>
            <p:nvPr/>
          </p:nvSpPr>
          <p:spPr>
            <a:xfrm>
              <a:off x="3086" y="1012"/>
              <a:ext cx="774" cy="1548"/>
            </a:xfrm>
            <a:custGeom>
              <a:rect b="b" l="l" r="r" t="t"/>
              <a:pathLst>
                <a:path extrusionOk="0" h="653" w="327">
                  <a:moveTo>
                    <a:pt x="327" y="326"/>
                  </a:moveTo>
                  <a:cubicBezTo>
                    <a:pt x="327" y="507"/>
                    <a:pt x="180" y="653"/>
                    <a:pt x="0" y="653"/>
                  </a:cubicBezTo>
                  <a:cubicBezTo>
                    <a:pt x="0" y="581"/>
                    <a:pt x="0" y="581"/>
                    <a:pt x="0" y="581"/>
                  </a:cubicBezTo>
                  <a:cubicBezTo>
                    <a:pt x="140" y="581"/>
                    <a:pt x="255" y="467"/>
                    <a:pt x="255" y="326"/>
                  </a:cubicBezTo>
                  <a:cubicBezTo>
                    <a:pt x="255" y="186"/>
                    <a:pt x="140" y="72"/>
                    <a:pt x="0" y="72"/>
                  </a:cubicBezTo>
                  <a:cubicBezTo>
                    <a:pt x="0" y="0"/>
                    <a:pt x="0" y="0"/>
                    <a:pt x="0" y="0"/>
                  </a:cubicBezTo>
                  <a:cubicBezTo>
                    <a:pt x="180" y="0"/>
                    <a:pt x="327" y="146"/>
                    <a:pt x="327" y="32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Calibri"/>
                <a:ea typeface="Calibri"/>
                <a:cs typeface="Calibri"/>
                <a:sym typeface="Calibri"/>
              </a:endParaRPr>
            </a:p>
          </p:txBody>
        </p:sp>
        <p:sp>
          <p:nvSpPr>
            <p:cNvPr id="880" name="Google Shape;880;p23"/>
            <p:cNvSpPr/>
            <p:nvPr/>
          </p:nvSpPr>
          <p:spPr>
            <a:xfrm>
              <a:off x="3086" y="1183"/>
              <a:ext cx="604" cy="1206"/>
            </a:xfrm>
            <a:custGeom>
              <a:rect b="b" l="l" r="r" t="t"/>
              <a:pathLst>
                <a:path extrusionOk="0" h="509" w="255">
                  <a:moveTo>
                    <a:pt x="255" y="254"/>
                  </a:moveTo>
                  <a:cubicBezTo>
                    <a:pt x="255" y="395"/>
                    <a:pt x="140" y="509"/>
                    <a:pt x="0" y="509"/>
                  </a:cubicBezTo>
                  <a:cubicBezTo>
                    <a:pt x="0" y="0"/>
                    <a:pt x="0" y="0"/>
                    <a:pt x="0" y="0"/>
                  </a:cubicBezTo>
                  <a:cubicBezTo>
                    <a:pt x="140" y="0"/>
                    <a:pt x="255" y="114"/>
                    <a:pt x="255" y="254"/>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Calibri"/>
                <a:ea typeface="Calibri"/>
                <a:cs typeface="Calibri"/>
                <a:sym typeface="Calibri"/>
              </a:endParaRPr>
            </a:p>
          </p:txBody>
        </p:sp>
      </p:grpSp>
      <p:grpSp>
        <p:nvGrpSpPr>
          <p:cNvPr id="881" name="Google Shape;881;p23"/>
          <p:cNvGrpSpPr/>
          <p:nvPr/>
        </p:nvGrpSpPr>
        <p:grpSpPr>
          <a:xfrm>
            <a:off x="5516347" y="2064291"/>
            <a:ext cx="443158" cy="303879"/>
            <a:chOff x="1216" y="481"/>
            <a:chExt cx="3328" cy="2282"/>
          </a:xfrm>
        </p:grpSpPr>
        <p:sp>
          <p:nvSpPr>
            <p:cNvPr id="882" name="Google Shape;882;p23"/>
            <p:cNvSpPr/>
            <p:nvPr/>
          </p:nvSpPr>
          <p:spPr>
            <a:xfrm>
              <a:off x="1216" y="481"/>
              <a:ext cx="1870" cy="2282"/>
            </a:xfrm>
            <a:custGeom>
              <a:rect b="b" l="l" r="r" t="t"/>
              <a:pathLst>
                <a:path extrusionOk="0" h="963" w="790">
                  <a:moveTo>
                    <a:pt x="790" y="0"/>
                  </a:moveTo>
                  <a:cubicBezTo>
                    <a:pt x="790" y="963"/>
                    <a:pt x="790" y="963"/>
                    <a:pt x="790" y="963"/>
                  </a:cubicBezTo>
                  <a:cubicBezTo>
                    <a:pt x="114" y="963"/>
                    <a:pt x="114" y="963"/>
                    <a:pt x="114" y="963"/>
                  </a:cubicBezTo>
                  <a:cubicBezTo>
                    <a:pt x="51" y="963"/>
                    <a:pt x="0" y="912"/>
                    <a:pt x="0" y="849"/>
                  </a:cubicBezTo>
                  <a:cubicBezTo>
                    <a:pt x="0" y="252"/>
                    <a:pt x="0" y="252"/>
                    <a:pt x="0" y="252"/>
                  </a:cubicBezTo>
                  <a:cubicBezTo>
                    <a:pt x="0" y="189"/>
                    <a:pt x="51" y="138"/>
                    <a:pt x="114" y="138"/>
                  </a:cubicBezTo>
                  <a:cubicBezTo>
                    <a:pt x="506" y="138"/>
                    <a:pt x="506" y="138"/>
                    <a:pt x="506" y="138"/>
                  </a:cubicBezTo>
                  <a:cubicBezTo>
                    <a:pt x="523" y="138"/>
                    <a:pt x="539" y="128"/>
                    <a:pt x="547" y="113"/>
                  </a:cubicBezTo>
                  <a:cubicBezTo>
                    <a:pt x="568" y="68"/>
                    <a:pt x="613" y="0"/>
                    <a:pt x="692" y="0"/>
                  </a:cubicBezTo>
                  <a:lnTo>
                    <a:pt x="790"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Calibri"/>
                <a:ea typeface="Calibri"/>
                <a:cs typeface="Calibri"/>
                <a:sym typeface="Calibri"/>
              </a:endParaRPr>
            </a:p>
          </p:txBody>
        </p:sp>
        <p:sp>
          <p:nvSpPr>
            <p:cNvPr id="883" name="Google Shape;883;p23"/>
            <p:cNvSpPr/>
            <p:nvPr/>
          </p:nvSpPr>
          <p:spPr>
            <a:xfrm>
              <a:off x="2312" y="1012"/>
              <a:ext cx="774" cy="1548"/>
            </a:xfrm>
            <a:custGeom>
              <a:rect b="b" l="l" r="r" t="t"/>
              <a:pathLst>
                <a:path extrusionOk="0" h="653" w="327">
                  <a:moveTo>
                    <a:pt x="327" y="72"/>
                  </a:moveTo>
                  <a:cubicBezTo>
                    <a:pt x="327" y="0"/>
                    <a:pt x="327" y="0"/>
                    <a:pt x="327" y="0"/>
                  </a:cubicBezTo>
                  <a:cubicBezTo>
                    <a:pt x="147" y="0"/>
                    <a:pt x="0" y="146"/>
                    <a:pt x="0" y="326"/>
                  </a:cubicBezTo>
                  <a:cubicBezTo>
                    <a:pt x="0" y="507"/>
                    <a:pt x="147" y="653"/>
                    <a:pt x="327" y="653"/>
                  </a:cubicBezTo>
                  <a:cubicBezTo>
                    <a:pt x="327" y="581"/>
                    <a:pt x="327" y="581"/>
                    <a:pt x="327" y="581"/>
                  </a:cubicBezTo>
                  <a:cubicBezTo>
                    <a:pt x="187" y="581"/>
                    <a:pt x="72" y="467"/>
                    <a:pt x="72" y="326"/>
                  </a:cubicBezTo>
                  <a:cubicBezTo>
                    <a:pt x="72" y="186"/>
                    <a:pt x="187" y="72"/>
                    <a:pt x="327" y="72"/>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Calibri"/>
                <a:ea typeface="Calibri"/>
                <a:cs typeface="Calibri"/>
                <a:sym typeface="Calibri"/>
              </a:endParaRPr>
            </a:p>
          </p:txBody>
        </p:sp>
        <p:sp>
          <p:nvSpPr>
            <p:cNvPr id="884" name="Google Shape;884;p23"/>
            <p:cNvSpPr/>
            <p:nvPr/>
          </p:nvSpPr>
          <p:spPr>
            <a:xfrm>
              <a:off x="1616" y="733"/>
              <a:ext cx="461" cy="132"/>
            </a:xfrm>
            <a:custGeom>
              <a:rect b="b" l="l" r="r" t="t"/>
              <a:pathLst>
                <a:path extrusionOk="0" h="56" w="195">
                  <a:moveTo>
                    <a:pt x="195" y="28"/>
                  </a:moveTo>
                  <a:cubicBezTo>
                    <a:pt x="195" y="12"/>
                    <a:pt x="182" y="0"/>
                    <a:pt x="166" y="0"/>
                  </a:cubicBezTo>
                  <a:cubicBezTo>
                    <a:pt x="28" y="0"/>
                    <a:pt x="28" y="0"/>
                    <a:pt x="28" y="0"/>
                  </a:cubicBezTo>
                  <a:cubicBezTo>
                    <a:pt x="13" y="0"/>
                    <a:pt x="0" y="12"/>
                    <a:pt x="0" y="28"/>
                  </a:cubicBezTo>
                  <a:cubicBezTo>
                    <a:pt x="0" y="28"/>
                    <a:pt x="0" y="28"/>
                    <a:pt x="0" y="28"/>
                  </a:cubicBezTo>
                  <a:cubicBezTo>
                    <a:pt x="0" y="43"/>
                    <a:pt x="13" y="56"/>
                    <a:pt x="28" y="56"/>
                  </a:cubicBezTo>
                  <a:cubicBezTo>
                    <a:pt x="166" y="56"/>
                    <a:pt x="166" y="56"/>
                    <a:pt x="166" y="56"/>
                  </a:cubicBezTo>
                  <a:cubicBezTo>
                    <a:pt x="182" y="56"/>
                    <a:pt x="195" y="43"/>
                    <a:pt x="195" y="28"/>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Calibri"/>
                <a:ea typeface="Calibri"/>
                <a:cs typeface="Calibri"/>
                <a:sym typeface="Calibri"/>
              </a:endParaRPr>
            </a:p>
          </p:txBody>
        </p:sp>
        <p:sp>
          <p:nvSpPr>
            <p:cNvPr id="885" name="Google Shape;885;p23"/>
            <p:cNvSpPr/>
            <p:nvPr/>
          </p:nvSpPr>
          <p:spPr>
            <a:xfrm>
              <a:off x="3086" y="481"/>
              <a:ext cx="1458" cy="2282"/>
            </a:xfrm>
            <a:custGeom>
              <a:rect b="b" l="l" r="r" t="t"/>
              <a:pathLst>
                <a:path extrusionOk="0" h="963" w="616">
                  <a:moveTo>
                    <a:pt x="616" y="252"/>
                  </a:moveTo>
                  <a:cubicBezTo>
                    <a:pt x="616" y="849"/>
                    <a:pt x="616" y="849"/>
                    <a:pt x="616" y="849"/>
                  </a:cubicBezTo>
                  <a:cubicBezTo>
                    <a:pt x="616" y="912"/>
                    <a:pt x="565" y="963"/>
                    <a:pt x="503" y="963"/>
                  </a:cubicBezTo>
                  <a:cubicBezTo>
                    <a:pt x="0" y="963"/>
                    <a:pt x="0" y="963"/>
                    <a:pt x="0" y="963"/>
                  </a:cubicBezTo>
                  <a:cubicBezTo>
                    <a:pt x="0" y="877"/>
                    <a:pt x="0" y="877"/>
                    <a:pt x="0" y="877"/>
                  </a:cubicBezTo>
                  <a:cubicBezTo>
                    <a:pt x="180" y="877"/>
                    <a:pt x="327" y="731"/>
                    <a:pt x="327" y="550"/>
                  </a:cubicBezTo>
                  <a:cubicBezTo>
                    <a:pt x="327" y="370"/>
                    <a:pt x="180" y="224"/>
                    <a:pt x="0" y="224"/>
                  </a:cubicBezTo>
                  <a:cubicBezTo>
                    <a:pt x="0" y="0"/>
                    <a:pt x="0" y="0"/>
                    <a:pt x="0" y="0"/>
                  </a:cubicBezTo>
                  <a:cubicBezTo>
                    <a:pt x="98" y="0"/>
                    <a:pt x="98" y="0"/>
                    <a:pt x="98" y="0"/>
                  </a:cubicBezTo>
                  <a:cubicBezTo>
                    <a:pt x="177" y="0"/>
                    <a:pt x="222" y="68"/>
                    <a:pt x="243" y="113"/>
                  </a:cubicBezTo>
                  <a:cubicBezTo>
                    <a:pt x="251" y="128"/>
                    <a:pt x="267" y="138"/>
                    <a:pt x="284" y="138"/>
                  </a:cubicBezTo>
                  <a:cubicBezTo>
                    <a:pt x="503" y="138"/>
                    <a:pt x="503" y="138"/>
                    <a:pt x="503" y="138"/>
                  </a:cubicBezTo>
                  <a:cubicBezTo>
                    <a:pt x="565" y="138"/>
                    <a:pt x="616" y="189"/>
                    <a:pt x="616" y="25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Calibri"/>
                <a:ea typeface="Calibri"/>
                <a:cs typeface="Calibri"/>
                <a:sym typeface="Calibri"/>
              </a:endParaRPr>
            </a:p>
          </p:txBody>
        </p:sp>
        <p:sp>
          <p:nvSpPr>
            <p:cNvPr id="886" name="Google Shape;886;p23"/>
            <p:cNvSpPr/>
            <p:nvPr/>
          </p:nvSpPr>
          <p:spPr>
            <a:xfrm>
              <a:off x="3086" y="1012"/>
              <a:ext cx="774" cy="1548"/>
            </a:xfrm>
            <a:custGeom>
              <a:rect b="b" l="l" r="r" t="t"/>
              <a:pathLst>
                <a:path extrusionOk="0" h="653" w="327">
                  <a:moveTo>
                    <a:pt x="327" y="326"/>
                  </a:moveTo>
                  <a:cubicBezTo>
                    <a:pt x="327" y="507"/>
                    <a:pt x="180" y="653"/>
                    <a:pt x="0" y="653"/>
                  </a:cubicBezTo>
                  <a:cubicBezTo>
                    <a:pt x="0" y="581"/>
                    <a:pt x="0" y="581"/>
                    <a:pt x="0" y="581"/>
                  </a:cubicBezTo>
                  <a:cubicBezTo>
                    <a:pt x="140" y="581"/>
                    <a:pt x="255" y="467"/>
                    <a:pt x="255" y="326"/>
                  </a:cubicBezTo>
                  <a:cubicBezTo>
                    <a:pt x="255" y="186"/>
                    <a:pt x="140" y="72"/>
                    <a:pt x="0" y="72"/>
                  </a:cubicBezTo>
                  <a:cubicBezTo>
                    <a:pt x="0" y="0"/>
                    <a:pt x="0" y="0"/>
                    <a:pt x="0" y="0"/>
                  </a:cubicBezTo>
                  <a:cubicBezTo>
                    <a:pt x="180" y="0"/>
                    <a:pt x="327" y="146"/>
                    <a:pt x="327" y="326"/>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Calibri"/>
                <a:ea typeface="Calibri"/>
                <a:cs typeface="Calibri"/>
                <a:sym typeface="Calibri"/>
              </a:endParaRPr>
            </a:p>
          </p:txBody>
        </p:sp>
        <p:sp>
          <p:nvSpPr>
            <p:cNvPr id="887" name="Google Shape;887;p23"/>
            <p:cNvSpPr/>
            <p:nvPr/>
          </p:nvSpPr>
          <p:spPr>
            <a:xfrm>
              <a:off x="3086" y="1183"/>
              <a:ext cx="604" cy="1206"/>
            </a:xfrm>
            <a:custGeom>
              <a:rect b="b" l="l" r="r" t="t"/>
              <a:pathLst>
                <a:path extrusionOk="0" h="509" w="255">
                  <a:moveTo>
                    <a:pt x="255" y="254"/>
                  </a:moveTo>
                  <a:cubicBezTo>
                    <a:pt x="255" y="395"/>
                    <a:pt x="140" y="509"/>
                    <a:pt x="0" y="509"/>
                  </a:cubicBezTo>
                  <a:cubicBezTo>
                    <a:pt x="0" y="0"/>
                    <a:pt x="0" y="0"/>
                    <a:pt x="0" y="0"/>
                  </a:cubicBezTo>
                  <a:cubicBezTo>
                    <a:pt x="140" y="0"/>
                    <a:pt x="255" y="114"/>
                    <a:pt x="255" y="254"/>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Calibri"/>
                <a:ea typeface="Calibri"/>
                <a:cs typeface="Calibri"/>
                <a:sym typeface="Calibri"/>
              </a:endParaRPr>
            </a:p>
          </p:txBody>
        </p:sp>
      </p:grpSp>
      <p:grpSp>
        <p:nvGrpSpPr>
          <p:cNvPr id="888" name="Google Shape;888;p23"/>
          <p:cNvGrpSpPr/>
          <p:nvPr/>
        </p:nvGrpSpPr>
        <p:grpSpPr>
          <a:xfrm>
            <a:off x="1267875" y="3720475"/>
            <a:ext cx="443158" cy="303879"/>
            <a:chOff x="1216" y="481"/>
            <a:chExt cx="3328" cy="2282"/>
          </a:xfrm>
        </p:grpSpPr>
        <p:sp>
          <p:nvSpPr>
            <p:cNvPr id="889" name="Google Shape;889;p23"/>
            <p:cNvSpPr/>
            <p:nvPr/>
          </p:nvSpPr>
          <p:spPr>
            <a:xfrm>
              <a:off x="1216" y="481"/>
              <a:ext cx="1870" cy="2282"/>
            </a:xfrm>
            <a:custGeom>
              <a:rect b="b" l="l" r="r" t="t"/>
              <a:pathLst>
                <a:path extrusionOk="0" h="963" w="790">
                  <a:moveTo>
                    <a:pt x="790" y="0"/>
                  </a:moveTo>
                  <a:cubicBezTo>
                    <a:pt x="790" y="963"/>
                    <a:pt x="790" y="963"/>
                    <a:pt x="790" y="963"/>
                  </a:cubicBezTo>
                  <a:cubicBezTo>
                    <a:pt x="114" y="963"/>
                    <a:pt x="114" y="963"/>
                    <a:pt x="114" y="963"/>
                  </a:cubicBezTo>
                  <a:cubicBezTo>
                    <a:pt x="51" y="963"/>
                    <a:pt x="0" y="912"/>
                    <a:pt x="0" y="849"/>
                  </a:cubicBezTo>
                  <a:cubicBezTo>
                    <a:pt x="0" y="252"/>
                    <a:pt x="0" y="252"/>
                    <a:pt x="0" y="252"/>
                  </a:cubicBezTo>
                  <a:cubicBezTo>
                    <a:pt x="0" y="189"/>
                    <a:pt x="51" y="138"/>
                    <a:pt x="114" y="138"/>
                  </a:cubicBezTo>
                  <a:cubicBezTo>
                    <a:pt x="506" y="138"/>
                    <a:pt x="506" y="138"/>
                    <a:pt x="506" y="138"/>
                  </a:cubicBezTo>
                  <a:cubicBezTo>
                    <a:pt x="523" y="138"/>
                    <a:pt x="539" y="128"/>
                    <a:pt x="547" y="113"/>
                  </a:cubicBezTo>
                  <a:cubicBezTo>
                    <a:pt x="568" y="68"/>
                    <a:pt x="613" y="0"/>
                    <a:pt x="692" y="0"/>
                  </a:cubicBezTo>
                  <a:lnTo>
                    <a:pt x="790"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Calibri"/>
                <a:ea typeface="Calibri"/>
                <a:cs typeface="Calibri"/>
                <a:sym typeface="Calibri"/>
              </a:endParaRPr>
            </a:p>
          </p:txBody>
        </p:sp>
        <p:sp>
          <p:nvSpPr>
            <p:cNvPr id="890" name="Google Shape;890;p23"/>
            <p:cNvSpPr/>
            <p:nvPr/>
          </p:nvSpPr>
          <p:spPr>
            <a:xfrm>
              <a:off x="2312" y="1012"/>
              <a:ext cx="774" cy="1548"/>
            </a:xfrm>
            <a:custGeom>
              <a:rect b="b" l="l" r="r" t="t"/>
              <a:pathLst>
                <a:path extrusionOk="0" h="653" w="327">
                  <a:moveTo>
                    <a:pt x="327" y="72"/>
                  </a:moveTo>
                  <a:cubicBezTo>
                    <a:pt x="327" y="0"/>
                    <a:pt x="327" y="0"/>
                    <a:pt x="327" y="0"/>
                  </a:cubicBezTo>
                  <a:cubicBezTo>
                    <a:pt x="147" y="0"/>
                    <a:pt x="0" y="146"/>
                    <a:pt x="0" y="326"/>
                  </a:cubicBezTo>
                  <a:cubicBezTo>
                    <a:pt x="0" y="507"/>
                    <a:pt x="147" y="653"/>
                    <a:pt x="327" y="653"/>
                  </a:cubicBezTo>
                  <a:cubicBezTo>
                    <a:pt x="327" y="581"/>
                    <a:pt x="327" y="581"/>
                    <a:pt x="327" y="581"/>
                  </a:cubicBezTo>
                  <a:cubicBezTo>
                    <a:pt x="187" y="581"/>
                    <a:pt x="72" y="467"/>
                    <a:pt x="72" y="326"/>
                  </a:cubicBezTo>
                  <a:cubicBezTo>
                    <a:pt x="72" y="186"/>
                    <a:pt x="187" y="72"/>
                    <a:pt x="327" y="72"/>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Calibri"/>
                <a:ea typeface="Calibri"/>
                <a:cs typeface="Calibri"/>
                <a:sym typeface="Calibri"/>
              </a:endParaRPr>
            </a:p>
          </p:txBody>
        </p:sp>
        <p:sp>
          <p:nvSpPr>
            <p:cNvPr id="891" name="Google Shape;891;p23"/>
            <p:cNvSpPr/>
            <p:nvPr/>
          </p:nvSpPr>
          <p:spPr>
            <a:xfrm>
              <a:off x="1616" y="733"/>
              <a:ext cx="461" cy="132"/>
            </a:xfrm>
            <a:custGeom>
              <a:rect b="b" l="l" r="r" t="t"/>
              <a:pathLst>
                <a:path extrusionOk="0" h="56" w="195">
                  <a:moveTo>
                    <a:pt x="195" y="28"/>
                  </a:moveTo>
                  <a:cubicBezTo>
                    <a:pt x="195" y="12"/>
                    <a:pt x="182" y="0"/>
                    <a:pt x="166" y="0"/>
                  </a:cubicBezTo>
                  <a:cubicBezTo>
                    <a:pt x="28" y="0"/>
                    <a:pt x="28" y="0"/>
                    <a:pt x="28" y="0"/>
                  </a:cubicBezTo>
                  <a:cubicBezTo>
                    <a:pt x="13" y="0"/>
                    <a:pt x="0" y="12"/>
                    <a:pt x="0" y="28"/>
                  </a:cubicBezTo>
                  <a:cubicBezTo>
                    <a:pt x="0" y="28"/>
                    <a:pt x="0" y="28"/>
                    <a:pt x="0" y="28"/>
                  </a:cubicBezTo>
                  <a:cubicBezTo>
                    <a:pt x="0" y="43"/>
                    <a:pt x="13" y="56"/>
                    <a:pt x="28" y="56"/>
                  </a:cubicBezTo>
                  <a:cubicBezTo>
                    <a:pt x="166" y="56"/>
                    <a:pt x="166" y="56"/>
                    <a:pt x="166" y="56"/>
                  </a:cubicBezTo>
                  <a:cubicBezTo>
                    <a:pt x="182" y="56"/>
                    <a:pt x="195" y="43"/>
                    <a:pt x="195" y="28"/>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Calibri"/>
                <a:ea typeface="Calibri"/>
                <a:cs typeface="Calibri"/>
                <a:sym typeface="Calibri"/>
              </a:endParaRPr>
            </a:p>
          </p:txBody>
        </p:sp>
        <p:sp>
          <p:nvSpPr>
            <p:cNvPr id="892" name="Google Shape;892;p23"/>
            <p:cNvSpPr/>
            <p:nvPr/>
          </p:nvSpPr>
          <p:spPr>
            <a:xfrm>
              <a:off x="3086" y="481"/>
              <a:ext cx="1458" cy="2282"/>
            </a:xfrm>
            <a:custGeom>
              <a:rect b="b" l="l" r="r" t="t"/>
              <a:pathLst>
                <a:path extrusionOk="0" h="963" w="616">
                  <a:moveTo>
                    <a:pt x="616" y="252"/>
                  </a:moveTo>
                  <a:cubicBezTo>
                    <a:pt x="616" y="849"/>
                    <a:pt x="616" y="849"/>
                    <a:pt x="616" y="849"/>
                  </a:cubicBezTo>
                  <a:cubicBezTo>
                    <a:pt x="616" y="912"/>
                    <a:pt x="565" y="963"/>
                    <a:pt x="503" y="963"/>
                  </a:cubicBezTo>
                  <a:cubicBezTo>
                    <a:pt x="0" y="963"/>
                    <a:pt x="0" y="963"/>
                    <a:pt x="0" y="963"/>
                  </a:cubicBezTo>
                  <a:cubicBezTo>
                    <a:pt x="0" y="877"/>
                    <a:pt x="0" y="877"/>
                    <a:pt x="0" y="877"/>
                  </a:cubicBezTo>
                  <a:cubicBezTo>
                    <a:pt x="180" y="877"/>
                    <a:pt x="327" y="731"/>
                    <a:pt x="327" y="550"/>
                  </a:cubicBezTo>
                  <a:cubicBezTo>
                    <a:pt x="327" y="370"/>
                    <a:pt x="180" y="224"/>
                    <a:pt x="0" y="224"/>
                  </a:cubicBezTo>
                  <a:cubicBezTo>
                    <a:pt x="0" y="0"/>
                    <a:pt x="0" y="0"/>
                    <a:pt x="0" y="0"/>
                  </a:cubicBezTo>
                  <a:cubicBezTo>
                    <a:pt x="98" y="0"/>
                    <a:pt x="98" y="0"/>
                    <a:pt x="98" y="0"/>
                  </a:cubicBezTo>
                  <a:cubicBezTo>
                    <a:pt x="177" y="0"/>
                    <a:pt x="222" y="68"/>
                    <a:pt x="243" y="113"/>
                  </a:cubicBezTo>
                  <a:cubicBezTo>
                    <a:pt x="251" y="128"/>
                    <a:pt x="267" y="138"/>
                    <a:pt x="284" y="138"/>
                  </a:cubicBezTo>
                  <a:cubicBezTo>
                    <a:pt x="503" y="138"/>
                    <a:pt x="503" y="138"/>
                    <a:pt x="503" y="138"/>
                  </a:cubicBezTo>
                  <a:cubicBezTo>
                    <a:pt x="565" y="138"/>
                    <a:pt x="616" y="189"/>
                    <a:pt x="616" y="25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Calibri"/>
                <a:ea typeface="Calibri"/>
                <a:cs typeface="Calibri"/>
                <a:sym typeface="Calibri"/>
              </a:endParaRPr>
            </a:p>
          </p:txBody>
        </p:sp>
        <p:sp>
          <p:nvSpPr>
            <p:cNvPr id="893" name="Google Shape;893;p23"/>
            <p:cNvSpPr/>
            <p:nvPr/>
          </p:nvSpPr>
          <p:spPr>
            <a:xfrm>
              <a:off x="3086" y="1012"/>
              <a:ext cx="774" cy="1548"/>
            </a:xfrm>
            <a:custGeom>
              <a:rect b="b" l="l" r="r" t="t"/>
              <a:pathLst>
                <a:path extrusionOk="0" h="653" w="327">
                  <a:moveTo>
                    <a:pt x="327" y="326"/>
                  </a:moveTo>
                  <a:cubicBezTo>
                    <a:pt x="327" y="507"/>
                    <a:pt x="180" y="653"/>
                    <a:pt x="0" y="653"/>
                  </a:cubicBezTo>
                  <a:cubicBezTo>
                    <a:pt x="0" y="581"/>
                    <a:pt x="0" y="581"/>
                    <a:pt x="0" y="581"/>
                  </a:cubicBezTo>
                  <a:cubicBezTo>
                    <a:pt x="140" y="581"/>
                    <a:pt x="255" y="467"/>
                    <a:pt x="255" y="326"/>
                  </a:cubicBezTo>
                  <a:cubicBezTo>
                    <a:pt x="255" y="186"/>
                    <a:pt x="140" y="72"/>
                    <a:pt x="0" y="72"/>
                  </a:cubicBezTo>
                  <a:cubicBezTo>
                    <a:pt x="0" y="0"/>
                    <a:pt x="0" y="0"/>
                    <a:pt x="0" y="0"/>
                  </a:cubicBezTo>
                  <a:cubicBezTo>
                    <a:pt x="180" y="0"/>
                    <a:pt x="327" y="146"/>
                    <a:pt x="327" y="326"/>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Calibri"/>
                <a:ea typeface="Calibri"/>
                <a:cs typeface="Calibri"/>
                <a:sym typeface="Calibri"/>
              </a:endParaRPr>
            </a:p>
          </p:txBody>
        </p:sp>
        <p:sp>
          <p:nvSpPr>
            <p:cNvPr id="894" name="Google Shape;894;p23"/>
            <p:cNvSpPr/>
            <p:nvPr/>
          </p:nvSpPr>
          <p:spPr>
            <a:xfrm>
              <a:off x="3086" y="1183"/>
              <a:ext cx="604" cy="1206"/>
            </a:xfrm>
            <a:custGeom>
              <a:rect b="b" l="l" r="r" t="t"/>
              <a:pathLst>
                <a:path extrusionOk="0" h="509" w="255">
                  <a:moveTo>
                    <a:pt x="255" y="254"/>
                  </a:moveTo>
                  <a:cubicBezTo>
                    <a:pt x="255" y="395"/>
                    <a:pt x="140" y="509"/>
                    <a:pt x="0" y="509"/>
                  </a:cubicBezTo>
                  <a:cubicBezTo>
                    <a:pt x="0" y="0"/>
                    <a:pt x="0" y="0"/>
                    <a:pt x="0" y="0"/>
                  </a:cubicBezTo>
                  <a:cubicBezTo>
                    <a:pt x="140" y="0"/>
                    <a:pt x="255" y="114"/>
                    <a:pt x="255" y="254"/>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Calibri"/>
                <a:ea typeface="Calibri"/>
                <a:cs typeface="Calibri"/>
                <a:sym typeface="Calibri"/>
              </a:endParaRPr>
            </a:p>
          </p:txBody>
        </p:sp>
      </p:grpSp>
      <p:grpSp>
        <p:nvGrpSpPr>
          <p:cNvPr id="895" name="Google Shape;895;p23"/>
          <p:cNvGrpSpPr/>
          <p:nvPr/>
        </p:nvGrpSpPr>
        <p:grpSpPr>
          <a:xfrm>
            <a:off x="5516347" y="3720475"/>
            <a:ext cx="443158" cy="303879"/>
            <a:chOff x="1216" y="481"/>
            <a:chExt cx="3328" cy="2282"/>
          </a:xfrm>
        </p:grpSpPr>
        <p:sp>
          <p:nvSpPr>
            <p:cNvPr id="896" name="Google Shape;896;p23"/>
            <p:cNvSpPr/>
            <p:nvPr/>
          </p:nvSpPr>
          <p:spPr>
            <a:xfrm>
              <a:off x="1216" y="481"/>
              <a:ext cx="1870" cy="2282"/>
            </a:xfrm>
            <a:custGeom>
              <a:rect b="b" l="l" r="r" t="t"/>
              <a:pathLst>
                <a:path extrusionOk="0" h="963" w="790">
                  <a:moveTo>
                    <a:pt x="790" y="0"/>
                  </a:moveTo>
                  <a:cubicBezTo>
                    <a:pt x="790" y="963"/>
                    <a:pt x="790" y="963"/>
                    <a:pt x="790" y="963"/>
                  </a:cubicBezTo>
                  <a:cubicBezTo>
                    <a:pt x="114" y="963"/>
                    <a:pt x="114" y="963"/>
                    <a:pt x="114" y="963"/>
                  </a:cubicBezTo>
                  <a:cubicBezTo>
                    <a:pt x="51" y="963"/>
                    <a:pt x="0" y="912"/>
                    <a:pt x="0" y="849"/>
                  </a:cubicBezTo>
                  <a:cubicBezTo>
                    <a:pt x="0" y="252"/>
                    <a:pt x="0" y="252"/>
                    <a:pt x="0" y="252"/>
                  </a:cubicBezTo>
                  <a:cubicBezTo>
                    <a:pt x="0" y="189"/>
                    <a:pt x="51" y="138"/>
                    <a:pt x="114" y="138"/>
                  </a:cubicBezTo>
                  <a:cubicBezTo>
                    <a:pt x="506" y="138"/>
                    <a:pt x="506" y="138"/>
                    <a:pt x="506" y="138"/>
                  </a:cubicBezTo>
                  <a:cubicBezTo>
                    <a:pt x="523" y="138"/>
                    <a:pt x="539" y="128"/>
                    <a:pt x="547" y="113"/>
                  </a:cubicBezTo>
                  <a:cubicBezTo>
                    <a:pt x="568" y="68"/>
                    <a:pt x="613" y="0"/>
                    <a:pt x="692" y="0"/>
                  </a:cubicBezTo>
                  <a:lnTo>
                    <a:pt x="790"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Calibri"/>
                <a:ea typeface="Calibri"/>
                <a:cs typeface="Calibri"/>
                <a:sym typeface="Calibri"/>
              </a:endParaRPr>
            </a:p>
          </p:txBody>
        </p:sp>
        <p:sp>
          <p:nvSpPr>
            <p:cNvPr id="897" name="Google Shape;897;p23"/>
            <p:cNvSpPr/>
            <p:nvPr/>
          </p:nvSpPr>
          <p:spPr>
            <a:xfrm>
              <a:off x="2312" y="1012"/>
              <a:ext cx="774" cy="1548"/>
            </a:xfrm>
            <a:custGeom>
              <a:rect b="b" l="l" r="r" t="t"/>
              <a:pathLst>
                <a:path extrusionOk="0" h="653" w="327">
                  <a:moveTo>
                    <a:pt x="327" y="72"/>
                  </a:moveTo>
                  <a:cubicBezTo>
                    <a:pt x="327" y="0"/>
                    <a:pt x="327" y="0"/>
                    <a:pt x="327" y="0"/>
                  </a:cubicBezTo>
                  <a:cubicBezTo>
                    <a:pt x="147" y="0"/>
                    <a:pt x="0" y="146"/>
                    <a:pt x="0" y="326"/>
                  </a:cubicBezTo>
                  <a:cubicBezTo>
                    <a:pt x="0" y="507"/>
                    <a:pt x="147" y="653"/>
                    <a:pt x="327" y="653"/>
                  </a:cubicBezTo>
                  <a:cubicBezTo>
                    <a:pt x="327" y="581"/>
                    <a:pt x="327" y="581"/>
                    <a:pt x="327" y="581"/>
                  </a:cubicBezTo>
                  <a:cubicBezTo>
                    <a:pt x="187" y="581"/>
                    <a:pt x="72" y="467"/>
                    <a:pt x="72" y="326"/>
                  </a:cubicBezTo>
                  <a:cubicBezTo>
                    <a:pt x="72" y="186"/>
                    <a:pt x="187" y="72"/>
                    <a:pt x="327" y="72"/>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Calibri"/>
                <a:ea typeface="Calibri"/>
                <a:cs typeface="Calibri"/>
                <a:sym typeface="Calibri"/>
              </a:endParaRPr>
            </a:p>
          </p:txBody>
        </p:sp>
        <p:sp>
          <p:nvSpPr>
            <p:cNvPr id="898" name="Google Shape;898;p23"/>
            <p:cNvSpPr/>
            <p:nvPr/>
          </p:nvSpPr>
          <p:spPr>
            <a:xfrm>
              <a:off x="1616" y="733"/>
              <a:ext cx="461" cy="132"/>
            </a:xfrm>
            <a:custGeom>
              <a:rect b="b" l="l" r="r" t="t"/>
              <a:pathLst>
                <a:path extrusionOk="0" h="56" w="195">
                  <a:moveTo>
                    <a:pt x="195" y="28"/>
                  </a:moveTo>
                  <a:cubicBezTo>
                    <a:pt x="195" y="12"/>
                    <a:pt x="182" y="0"/>
                    <a:pt x="166" y="0"/>
                  </a:cubicBezTo>
                  <a:cubicBezTo>
                    <a:pt x="28" y="0"/>
                    <a:pt x="28" y="0"/>
                    <a:pt x="28" y="0"/>
                  </a:cubicBezTo>
                  <a:cubicBezTo>
                    <a:pt x="13" y="0"/>
                    <a:pt x="0" y="12"/>
                    <a:pt x="0" y="28"/>
                  </a:cubicBezTo>
                  <a:cubicBezTo>
                    <a:pt x="0" y="28"/>
                    <a:pt x="0" y="28"/>
                    <a:pt x="0" y="28"/>
                  </a:cubicBezTo>
                  <a:cubicBezTo>
                    <a:pt x="0" y="43"/>
                    <a:pt x="13" y="56"/>
                    <a:pt x="28" y="56"/>
                  </a:cubicBezTo>
                  <a:cubicBezTo>
                    <a:pt x="166" y="56"/>
                    <a:pt x="166" y="56"/>
                    <a:pt x="166" y="56"/>
                  </a:cubicBezTo>
                  <a:cubicBezTo>
                    <a:pt x="182" y="56"/>
                    <a:pt x="195" y="43"/>
                    <a:pt x="195" y="28"/>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Calibri"/>
                <a:ea typeface="Calibri"/>
                <a:cs typeface="Calibri"/>
                <a:sym typeface="Calibri"/>
              </a:endParaRPr>
            </a:p>
          </p:txBody>
        </p:sp>
        <p:sp>
          <p:nvSpPr>
            <p:cNvPr id="899" name="Google Shape;899;p23"/>
            <p:cNvSpPr/>
            <p:nvPr/>
          </p:nvSpPr>
          <p:spPr>
            <a:xfrm>
              <a:off x="3086" y="481"/>
              <a:ext cx="1458" cy="2282"/>
            </a:xfrm>
            <a:custGeom>
              <a:rect b="b" l="l" r="r" t="t"/>
              <a:pathLst>
                <a:path extrusionOk="0" h="963" w="616">
                  <a:moveTo>
                    <a:pt x="616" y="252"/>
                  </a:moveTo>
                  <a:cubicBezTo>
                    <a:pt x="616" y="849"/>
                    <a:pt x="616" y="849"/>
                    <a:pt x="616" y="849"/>
                  </a:cubicBezTo>
                  <a:cubicBezTo>
                    <a:pt x="616" y="912"/>
                    <a:pt x="565" y="963"/>
                    <a:pt x="503" y="963"/>
                  </a:cubicBezTo>
                  <a:cubicBezTo>
                    <a:pt x="0" y="963"/>
                    <a:pt x="0" y="963"/>
                    <a:pt x="0" y="963"/>
                  </a:cubicBezTo>
                  <a:cubicBezTo>
                    <a:pt x="0" y="877"/>
                    <a:pt x="0" y="877"/>
                    <a:pt x="0" y="877"/>
                  </a:cubicBezTo>
                  <a:cubicBezTo>
                    <a:pt x="180" y="877"/>
                    <a:pt x="327" y="731"/>
                    <a:pt x="327" y="550"/>
                  </a:cubicBezTo>
                  <a:cubicBezTo>
                    <a:pt x="327" y="370"/>
                    <a:pt x="180" y="224"/>
                    <a:pt x="0" y="224"/>
                  </a:cubicBezTo>
                  <a:cubicBezTo>
                    <a:pt x="0" y="0"/>
                    <a:pt x="0" y="0"/>
                    <a:pt x="0" y="0"/>
                  </a:cubicBezTo>
                  <a:cubicBezTo>
                    <a:pt x="98" y="0"/>
                    <a:pt x="98" y="0"/>
                    <a:pt x="98" y="0"/>
                  </a:cubicBezTo>
                  <a:cubicBezTo>
                    <a:pt x="177" y="0"/>
                    <a:pt x="222" y="68"/>
                    <a:pt x="243" y="113"/>
                  </a:cubicBezTo>
                  <a:cubicBezTo>
                    <a:pt x="251" y="128"/>
                    <a:pt x="267" y="138"/>
                    <a:pt x="284" y="138"/>
                  </a:cubicBezTo>
                  <a:cubicBezTo>
                    <a:pt x="503" y="138"/>
                    <a:pt x="503" y="138"/>
                    <a:pt x="503" y="138"/>
                  </a:cubicBezTo>
                  <a:cubicBezTo>
                    <a:pt x="565" y="138"/>
                    <a:pt x="616" y="189"/>
                    <a:pt x="616" y="25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Calibri"/>
                <a:ea typeface="Calibri"/>
                <a:cs typeface="Calibri"/>
                <a:sym typeface="Calibri"/>
              </a:endParaRPr>
            </a:p>
          </p:txBody>
        </p:sp>
        <p:sp>
          <p:nvSpPr>
            <p:cNvPr id="900" name="Google Shape;900;p23"/>
            <p:cNvSpPr/>
            <p:nvPr/>
          </p:nvSpPr>
          <p:spPr>
            <a:xfrm>
              <a:off x="3086" y="1012"/>
              <a:ext cx="774" cy="1548"/>
            </a:xfrm>
            <a:custGeom>
              <a:rect b="b" l="l" r="r" t="t"/>
              <a:pathLst>
                <a:path extrusionOk="0" h="653" w="327">
                  <a:moveTo>
                    <a:pt x="327" y="326"/>
                  </a:moveTo>
                  <a:cubicBezTo>
                    <a:pt x="327" y="507"/>
                    <a:pt x="180" y="653"/>
                    <a:pt x="0" y="653"/>
                  </a:cubicBezTo>
                  <a:cubicBezTo>
                    <a:pt x="0" y="581"/>
                    <a:pt x="0" y="581"/>
                    <a:pt x="0" y="581"/>
                  </a:cubicBezTo>
                  <a:cubicBezTo>
                    <a:pt x="140" y="581"/>
                    <a:pt x="255" y="467"/>
                    <a:pt x="255" y="326"/>
                  </a:cubicBezTo>
                  <a:cubicBezTo>
                    <a:pt x="255" y="186"/>
                    <a:pt x="140" y="72"/>
                    <a:pt x="0" y="72"/>
                  </a:cubicBezTo>
                  <a:cubicBezTo>
                    <a:pt x="0" y="0"/>
                    <a:pt x="0" y="0"/>
                    <a:pt x="0" y="0"/>
                  </a:cubicBezTo>
                  <a:cubicBezTo>
                    <a:pt x="180" y="0"/>
                    <a:pt x="327" y="146"/>
                    <a:pt x="327" y="326"/>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Calibri"/>
                <a:ea typeface="Calibri"/>
                <a:cs typeface="Calibri"/>
                <a:sym typeface="Calibri"/>
              </a:endParaRPr>
            </a:p>
          </p:txBody>
        </p:sp>
        <p:sp>
          <p:nvSpPr>
            <p:cNvPr id="901" name="Google Shape;901;p23"/>
            <p:cNvSpPr/>
            <p:nvPr/>
          </p:nvSpPr>
          <p:spPr>
            <a:xfrm>
              <a:off x="3086" y="1183"/>
              <a:ext cx="604" cy="1206"/>
            </a:xfrm>
            <a:custGeom>
              <a:rect b="b" l="l" r="r" t="t"/>
              <a:pathLst>
                <a:path extrusionOk="0" h="509" w="255">
                  <a:moveTo>
                    <a:pt x="255" y="254"/>
                  </a:moveTo>
                  <a:cubicBezTo>
                    <a:pt x="255" y="395"/>
                    <a:pt x="140" y="509"/>
                    <a:pt x="0" y="509"/>
                  </a:cubicBezTo>
                  <a:cubicBezTo>
                    <a:pt x="0" y="0"/>
                    <a:pt x="0" y="0"/>
                    <a:pt x="0" y="0"/>
                  </a:cubicBezTo>
                  <a:cubicBezTo>
                    <a:pt x="140" y="0"/>
                    <a:pt x="255" y="114"/>
                    <a:pt x="255" y="254"/>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Calibri"/>
                <a:ea typeface="Calibri"/>
                <a:cs typeface="Calibri"/>
                <a:sym typeface="Calibri"/>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type="secHead">
  <p:cSld name="SECTION_HEADER">
    <p:spTree>
      <p:nvGrpSpPr>
        <p:cNvPr id="902" name="Shape 902"/>
        <p:cNvGrpSpPr/>
        <p:nvPr/>
      </p:nvGrpSpPr>
      <p:grpSpPr>
        <a:xfrm>
          <a:off x="0" y="0"/>
          <a:ext cx="0" cy="0"/>
          <a:chOff x="0" y="0"/>
          <a:chExt cx="0" cy="0"/>
        </a:xfrm>
      </p:grpSpPr>
      <p:sp>
        <p:nvSpPr>
          <p:cNvPr id="903" name="Google Shape;903;p24"/>
          <p:cNvSpPr txBox="1"/>
          <p:nvPr>
            <p:ph type="title"/>
          </p:nvPr>
        </p:nvSpPr>
        <p:spPr>
          <a:xfrm>
            <a:off x="722313" y="1059582"/>
            <a:ext cx="7772400" cy="7920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4C7836"/>
              </a:buClr>
              <a:buSzPts val="4000"/>
              <a:buFont typeface="Calibri"/>
              <a:buNone/>
              <a:defRPr b="0" sz="4000" cap="none">
                <a:solidFill>
                  <a:srgbClr val="4C7836"/>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4" name="Google Shape;904;p24"/>
          <p:cNvSpPr txBox="1"/>
          <p:nvPr>
            <p:ph idx="1" type="body"/>
          </p:nvPr>
        </p:nvSpPr>
        <p:spPr>
          <a:xfrm>
            <a:off x="755576" y="555526"/>
            <a:ext cx="7739100" cy="5895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4C8E91"/>
              </a:buClr>
              <a:buSzPts val="2000"/>
              <a:buNone/>
              <a:defRPr sz="2000">
                <a:solidFill>
                  <a:srgbClr val="4C8E91"/>
                </a:solidFill>
                <a:latin typeface="Calibri"/>
                <a:ea typeface="Calibri"/>
                <a:cs typeface="Calibri"/>
                <a:sym typeface="Calibri"/>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905" name="Google Shape;905;p24"/>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6" name="Google Shape;906;p24"/>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7" name="Google Shape;907;p24"/>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table Trends">
  <p:cSld name="Notable Trends">
    <p:spTree>
      <p:nvGrpSpPr>
        <p:cNvPr id="908" name="Shape 908"/>
        <p:cNvGrpSpPr/>
        <p:nvPr/>
      </p:nvGrpSpPr>
      <p:grpSpPr>
        <a:xfrm>
          <a:off x="0" y="0"/>
          <a:ext cx="0" cy="0"/>
          <a:chOff x="0" y="0"/>
          <a:chExt cx="0" cy="0"/>
        </a:xfrm>
      </p:grpSpPr>
      <p:sp>
        <p:nvSpPr>
          <p:cNvPr id="909" name="Google Shape;909;p2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0" name="Google Shape;910;p25"/>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1" name="Google Shape;911;p25"/>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sp>
        <p:nvSpPr>
          <p:cNvPr id="912" name="Google Shape;912;p25"/>
          <p:cNvSpPr txBox="1"/>
          <p:nvPr>
            <p:ph idx="1" type="body"/>
          </p:nvPr>
        </p:nvSpPr>
        <p:spPr>
          <a:xfrm>
            <a:off x="468313" y="771550"/>
            <a:ext cx="8207400" cy="503700"/>
          </a:xfrm>
          <a:prstGeom prst="rect">
            <a:avLst/>
          </a:prstGeom>
          <a:noFill/>
          <a:ln>
            <a:noFill/>
          </a:ln>
        </p:spPr>
        <p:txBody>
          <a:bodyPr anchorCtr="0" anchor="t" bIns="45700" lIns="91425" spcFirstLastPara="1" rIns="91425" wrap="square" tIns="45700">
            <a:noAutofit/>
          </a:bodyPr>
          <a:lstStyle>
            <a:lvl1pPr indent="-228600" lvl="0" marL="457200" algn="l">
              <a:spcBef>
                <a:spcPts val="540"/>
              </a:spcBef>
              <a:spcAft>
                <a:spcPts val="0"/>
              </a:spcAft>
              <a:buClr>
                <a:schemeClr val="accent5"/>
              </a:buClr>
              <a:buSzPts val="2700"/>
              <a:buNone/>
              <a:defRPr sz="27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13" name="Google Shape;913;p25"/>
          <p:cNvSpPr txBox="1"/>
          <p:nvPr>
            <p:ph idx="2" type="body"/>
          </p:nvPr>
        </p:nvSpPr>
        <p:spPr>
          <a:xfrm>
            <a:off x="1400479" y="2219178"/>
            <a:ext cx="1299300" cy="675600"/>
          </a:xfrm>
          <a:prstGeom prst="rect">
            <a:avLst/>
          </a:prstGeom>
          <a:noFill/>
          <a:ln>
            <a:noFill/>
          </a:ln>
        </p:spPr>
        <p:txBody>
          <a:bodyPr anchorCtr="0" anchor="t" bIns="45700" lIns="91425" spcFirstLastPara="1" rIns="91425" wrap="square" tIns="45700">
            <a:noAutofit/>
          </a:bodyPr>
          <a:lstStyle>
            <a:lvl1pPr indent="-228600" lvl="0" marL="457200" algn="l">
              <a:spcBef>
                <a:spcPts val="880"/>
              </a:spcBef>
              <a:spcAft>
                <a:spcPts val="0"/>
              </a:spcAft>
              <a:buClr>
                <a:schemeClr val="accent5"/>
              </a:buClr>
              <a:buSzPts val="4400"/>
              <a:buNone/>
              <a:defRPr sz="44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914" name="Google Shape;914;p25"/>
          <p:cNvGrpSpPr/>
          <p:nvPr/>
        </p:nvGrpSpPr>
        <p:grpSpPr>
          <a:xfrm rot="5400000">
            <a:off x="672222" y="2108242"/>
            <a:ext cx="860497" cy="677693"/>
            <a:chOff x="2013" y="922"/>
            <a:chExt cx="1704" cy="1342"/>
          </a:xfrm>
        </p:grpSpPr>
        <p:sp>
          <p:nvSpPr>
            <p:cNvPr id="915" name="Google Shape;915;p25"/>
            <p:cNvSpPr/>
            <p:nvPr/>
          </p:nvSpPr>
          <p:spPr>
            <a:xfrm>
              <a:off x="3717" y="1606"/>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16" name="Google Shape;916;p25"/>
            <p:cNvSpPr/>
            <p:nvPr/>
          </p:nvSpPr>
          <p:spPr>
            <a:xfrm>
              <a:off x="3579" y="1597"/>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17" name="Google Shape;917;p25"/>
            <p:cNvSpPr/>
            <p:nvPr/>
          </p:nvSpPr>
          <p:spPr>
            <a:xfrm>
              <a:off x="3438" y="1585"/>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18" name="Google Shape;918;p25"/>
            <p:cNvSpPr/>
            <p:nvPr/>
          </p:nvSpPr>
          <p:spPr>
            <a:xfrm>
              <a:off x="3298" y="1573"/>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19" name="Google Shape;919;p25"/>
            <p:cNvSpPr/>
            <p:nvPr/>
          </p:nvSpPr>
          <p:spPr>
            <a:xfrm>
              <a:off x="3717" y="1739"/>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20" name="Google Shape;920;p25"/>
            <p:cNvSpPr/>
            <p:nvPr/>
          </p:nvSpPr>
          <p:spPr>
            <a:xfrm>
              <a:off x="3579" y="1730"/>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21" name="Google Shape;921;p25"/>
            <p:cNvSpPr/>
            <p:nvPr/>
          </p:nvSpPr>
          <p:spPr>
            <a:xfrm>
              <a:off x="3438" y="1718"/>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22" name="Google Shape;922;p25"/>
            <p:cNvSpPr/>
            <p:nvPr/>
          </p:nvSpPr>
          <p:spPr>
            <a:xfrm>
              <a:off x="3298" y="1707"/>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23" name="Google Shape;923;p25"/>
            <p:cNvSpPr/>
            <p:nvPr/>
          </p:nvSpPr>
          <p:spPr>
            <a:xfrm>
              <a:off x="3717" y="1874"/>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24" name="Google Shape;924;p25"/>
            <p:cNvSpPr/>
            <p:nvPr/>
          </p:nvSpPr>
          <p:spPr>
            <a:xfrm>
              <a:off x="3579" y="1865"/>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25" name="Google Shape;925;p25"/>
            <p:cNvSpPr/>
            <p:nvPr/>
          </p:nvSpPr>
          <p:spPr>
            <a:xfrm>
              <a:off x="3438" y="1852"/>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26" name="Google Shape;926;p25"/>
            <p:cNvSpPr/>
            <p:nvPr/>
          </p:nvSpPr>
          <p:spPr>
            <a:xfrm>
              <a:off x="3298" y="1841"/>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27" name="Google Shape;927;p25"/>
            <p:cNvSpPr/>
            <p:nvPr/>
          </p:nvSpPr>
          <p:spPr>
            <a:xfrm>
              <a:off x="3717" y="1337"/>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28" name="Google Shape;928;p25"/>
            <p:cNvSpPr/>
            <p:nvPr/>
          </p:nvSpPr>
          <p:spPr>
            <a:xfrm>
              <a:off x="3579" y="1328"/>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29" name="Google Shape;929;p25"/>
            <p:cNvSpPr/>
            <p:nvPr/>
          </p:nvSpPr>
          <p:spPr>
            <a:xfrm>
              <a:off x="3438" y="1316"/>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30" name="Google Shape;930;p25"/>
            <p:cNvSpPr/>
            <p:nvPr/>
          </p:nvSpPr>
          <p:spPr>
            <a:xfrm>
              <a:off x="3298" y="1304"/>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31" name="Google Shape;931;p25"/>
            <p:cNvSpPr/>
            <p:nvPr/>
          </p:nvSpPr>
          <p:spPr>
            <a:xfrm>
              <a:off x="3717" y="1471"/>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32" name="Google Shape;932;p25"/>
            <p:cNvSpPr/>
            <p:nvPr/>
          </p:nvSpPr>
          <p:spPr>
            <a:xfrm>
              <a:off x="3579" y="1462"/>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33" name="Google Shape;933;p25"/>
            <p:cNvSpPr/>
            <p:nvPr/>
          </p:nvSpPr>
          <p:spPr>
            <a:xfrm>
              <a:off x="3438" y="1450"/>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34" name="Google Shape;934;p25"/>
            <p:cNvSpPr/>
            <p:nvPr/>
          </p:nvSpPr>
          <p:spPr>
            <a:xfrm>
              <a:off x="3298" y="1438"/>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35" name="Google Shape;935;p25"/>
            <p:cNvSpPr/>
            <p:nvPr/>
          </p:nvSpPr>
          <p:spPr>
            <a:xfrm>
              <a:off x="3170" y="1573"/>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36" name="Google Shape;936;p25"/>
            <p:cNvSpPr/>
            <p:nvPr/>
          </p:nvSpPr>
          <p:spPr>
            <a:xfrm>
              <a:off x="3170" y="1707"/>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37" name="Google Shape;937;p25"/>
            <p:cNvSpPr/>
            <p:nvPr/>
          </p:nvSpPr>
          <p:spPr>
            <a:xfrm>
              <a:off x="3170" y="1841"/>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38" name="Google Shape;938;p25"/>
            <p:cNvSpPr/>
            <p:nvPr/>
          </p:nvSpPr>
          <p:spPr>
            <a:xfrm>
              <a:off x="3170" y="1304"/>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39" name="Google Shape;939;p25"/>
            <p:cNvSpPr/>
            <p:nvPr/>
          </p:nvSpPr>
          <p:spPr>
            <a:xfrm>
              <a:off x="3170" y="1438"/>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40" name="Google Shape;940;p25"/>
            <p:cNvSpPr/>
            <p:nvPr/>
          </p:nvSpPr>
          <p:spPr>
            <a:xfrm>
              <a:off x="3042" y="1573"/>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41" name="Google Shape;941;p25"/>
            <p:cNvSpPr/>
            <p:nvPr/>
          </p:nvSpPr>
          <p:spPr>
            <a:xfrm>
              <a:off x="3042" y="1707"/>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42" name="Google Shape;942;p25"/>
            <p:cNvSpPr/>
            <p:nvPr/>
          </p:nvSpPr>
          <p:spPr>
            <a:xfrm>
              <a:off x="3042" y="1841"/>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43" name="Google Shape;943;p25"/>
            <p:cNvSpPr/>
            <p:nvPr/>
          </p:nvSpPr>
          <p:spPr>
            <a:xfrm>
              <a:off x="3042" y="1304"/>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44" name="Google Shape;944;p25"/>
            <p:cNvSpPr/>
            <p:nvPr/>
          </p:nvSpPr>
          <p:spPr>
            <a:xfrm>
              <a:off x="3042" y="1438"/>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45" name="Google Shape;945;p25"/>
            <p:cNvSpPr/>
            <p:nvPr/>
          </p:nvSpPr>
          <p:spPr>
            <a:xfrm>
              <a:off x="2913" y="1573"/>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46" name="Google Shape;946;p25"/>
            <p:cNvSpPr/>
            <p:nvPr/>
          </p:nvSpPr>
          <p:spPr>
            <a:xfrm>
              <a:off x="2913" y="1707"/>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47" name="Google Shape;947;p25"/>
            <p:cNvSpPr/>
            <p:nvPr/>
          </p:nvSpPr>
          <p:spPr>
            <a:xfrm>
              <a:off x="2913" y="1841"/>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48" name="Google Shape;948;p25"/>
            <p:cNvSpPr/>
            <p:nvPr/>
          </p:nvSpPr>
          <p:spPr>
            <a:xfrm>
              <a:off x="2913" y="1304"/>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49" name="Google Shape;949;p25"/>
            <p:cNvSpPr/>
            <p:nvPr/>
          </p:nvSpPr>
          <p:spPr>
            <a:xfrm>
              <a:off x="2913" y="1438"/>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50" name="Google Shape;950;p25"/>
            <p:cNvSpPr/>
            <p:nvPr/>
          </p:nvSpPr>
          <p:spPr>
            <a:xfrm>
              <a:off x="2785" y="1573"/>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51" name="Google Shape;951;p25"/>
            <p:cNvSpPr/>
            <p:nvPr/>
          </p:nvSpPr>
          <p:spPr>
            <a:xfrm>
              <a:off x="2785" y="1707"/>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52" name="Google Shape;952;p25"/>
            <p:cNvSpPr/>
            <p:nvPr/>
          </p:nvSpPr>
          <p:spPr>
            <a:xfrm>
              <a:off x="2785" y="1841"/>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53" name="Google Shape;953;p25"/>
            <p:cNvSpPr/>
            <p:nvPr/>
          </p:nvSpPr>
          <p:spPr>
            <a:xfrm>
              <a:off x="2785" y="1304"/>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54" name="Google Shape;954;p25"/>
            <p:cNvSpPr/>
            <p:nvPr/>
          </p:nvSpPr>
          <p:spPr>
            <a:xfrm>
              <a:off x="2785" y="1438"/>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55" name="Google Shape;955;p25"/>
            <p:cNvSpPr/>
            <p:nvPr/>
          </p:nvSpPr>
          <p:spPr>
            <a:xfrm>
              <a:off x="2655" y="1573"/>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56" name="Google Shape;956;p25"/>
            <p:cNvSpPr/>
            <p:nvPr/>
          </p:nvSpPr>
          <p:spPr>
            <a:xfrm>
              <a:off x="2655" y="1707"/>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57" name="Google Shape;957;p25"/>
            <p:cNvSpPr/>
            <p:nvPr/>
          </p:nvSpPr>
          <p:spPr>
            <a:xfrm>
              <a:off x="2655" y="1841"/>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58" name="Google Shape;958;p25"/>
            <p:cNvSpPr/>
            <p:nvPr/>
          </p:nvSpPr>
          <p:spPr>
            <a:xfrm>
              <a:off x="2655" y="1304"/>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59" name="Google Shape;959;p25"/>
            <p:cNvSpPr/>
            <p:nvPr/>
          </p:nvSpPr>
          <p:spPr>
            <a:xfrm>
              <a:off x="2655" y="1438"/>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60" name="Google Shape;960;p25"/>
            <p:cNvSpPr/>
            <p:nvPr/>
          </p:nvSpPr>
          <p:spPr>
            <a:xfrm>
              <a:off x="2528" y="1573"/>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61" name="Google Shape;961;p25"/>
            <p:cNvSpPr/>
            <p:nvPr/>
          </p:nvSpPr>
          <p:spPr>
            <a:xfrm>
              <a:off x="2528" y="1707"/>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62" name="Google Shape;962;p25"/>
            <p:cNvSpPr/>
            <p:nvPr/>
          </p:nvSpPr>
          <p:spPr>
            <a:xfrm>
              <a:off x="2528" y="1841"/>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63" name="Google Shape;963;p25"/>
            <p:cNvSpPr/>
            <p:nvPr/>
          </p:nvSpPr>
          <p:spPr>
            <a:xfrm>
              <a:off x="2528" y="1304"/>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64" name="Google Shape;964;p25"/>
            <p:cNvSpPr/>
            <p:nvPr/>
          </p:nvSpPr>
          <p:spPr>
            <a:xfrm>
              <a:off x="2528" y="1438"/>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65" name="Google Shape;965;p25"/>
            <p:cNvSpPr/>
            <p:nvPr/>
          </p:nvSpPr>
          <p:spPr>
            <a:xfrm>
              <a:off x="2401" y="1573"/>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66" name="Google Shape;966;p25"/>
            <p:cNvSpPr/>
            <p:nvPr/>
          </p:nvSpPr>
          <p:spPr>
            <a:xfrm>
              <a:off x="2401" y="1707"/>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67" name="Google Shape;967;p25"/>
            <p:cNvSpPr/>
            <p:nvPr/>
          </p:nvSpPr>
          <p:spPr>
            <a:xfrm>
              <a:off x="2401" y="1841"/>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68" name="Google Shape;968;p25"/>
            <p:cNvSpPr/>
            <p:nvPr/>
          </p:nvSpPr>
          <p:spPr>
            <a:xfrm>
              <a:off x="2401" y="1304"/>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69" name="Google Shape;969;p25"/>
            <p:cNvSpPr/>
            <p:nvPr/>
          </p:nvSpPr>
          <p:spPr>
            <a:xfrm>
              <a:off x="2401" y="1438"/>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70" name="Google Shape;970;p25"/>
            <p:cNvSpPr/>
            <p:nvPr/>
          </p:nvSpPr>
          <p:spPr>
            <a:xfrm>
              <a:off x="2274" y="1573"/>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71" name="Google Shape;971;p25"/>
            <p:cNvSpPr/>
            <p:nvPr/>
          </p:nvSpPr>
          <p:spPr>
            <a:xfrm>
              <a:off x="2274" y="1707"/>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72" name="Google Shape;972;p25"/>
            <p:cNvSpPr/>
            <p:nvPr/>
          </p:nvSpPr>
          <p:spPr>
            <a:xfrm>
              <a:off x="2274" y="1841"/>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73" name="Google Shape;973;p25"/>
            <p:cNvSpPr/>
            <p:nvPr/>
          </p:nvSpPr>
          <p:spPr>
            <a:xfrm>
              <a:off x="2274" y="1304"/>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74" name="Google Shape;974;p25"/>
            <p:cNvSpPr/>
            <p:nvPr/>
          </p:nvSpPr>
          <p:spPr>
            <a:xfrm>
              <a:off x="2274" y="1438"/>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75" name="Google Shape;975;p25"/>
            <p:cNvSpPr/>
            <p:nvPr/>
          </p:nvSpPr>
          <p:spPr>
            <a:xfrm>
              <a:off x="2146" y="1573"/>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76" name="Google Shape;976;p25"/>
            <p:cNvSpPr/>
            <p:nvPr/>
          </p:nvSpPr>
          <p:spPr>
            <a:xfrm>
              <a:off x="2013" y="1573"/>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77" name="Google Shape;977;p25"/>
            <p:cNvSpPr/>
            <p:nvPr/>
          </p:nvSpPr>
          <p:spPr>
            <a:xfrm>
              <a:off x="2146" y="1707"/>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78" name="Google Shape;978;p25"/>
            <p:cNvSpPr/>
            <p:nvPr/>
          </p:nvSpPr>
          <p:spPr>
            <a:xfrm>
              <a:off x="2146" y="1438"/>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79" name="Google Shape;979;p25"/>
            <p:cNvSpPr/>
            <p:nvPr/>
          </p:nvSpPr>
          <p:spPr>
            <a:xfrm>
              <a:off x="2407" y="1980"/>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80" name="Google Shape;980;p25"/>
            <p:cNvSpPr/>
            <p:nvPr/>
          </p:nvSpPr>
          <p:spPr>
            <a:xfrm>
              <a:off x="2534" y="1980"/>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81" name="Google Shape;981;p25"/>
            <p:cNvSpPr/>
            <p:nvPr/>
          </p:nvSpPr>
          <p:spPr>
            <a:xfrm>
              <a:off x="2662" y="1980"/>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82" name="Google Shape;982;p25"/>
            <p:cNvSpPr/>
            <p:nvPr/>
          </p:nvSpPr>
          <p:spPr>
            <a:xfrm>
              <a:off x="2534" y="2115"/>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83" name="Google Shape;983;p25"/>
            <p:cNvSpPr/>
            <p:nvPr/>
          </p:nvSpPr>
          <p:spPr>
            <a:xfrm>
              <a:off x="2662" y="2115"/>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84" name="Google Shape;984;p25"/>
            <p:cNvSpPr/>
            <p:nvPr/>
          </p:nvSpPr>
          <p:spPr>
            <a:xfrm>
              <a:off x="2677" y="2264"/>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85" name="Google Shape;985;p25"/>
            <p:cNvSpPr/>
            <p:nvPr/>
          </p:nvSpPr>
          <p:spPr>
            <a:xfrm>
              <a:off x="2407" y="1175"/>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86" name="Google Shape;986;p25"/>
            <p:cNvSpPr/>
            <p:nvPr/>
          </p:nvSpPr>
          <p:spPr>
            <a:xfrm>
              <a:off x="2534" y="1175"/>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87" name="Google Shape;987;p25"/>
            <p:cNvSpPr/>
            <p:nvPr/>
          </p:nvSpPr>
          <p:spPr>
            <a:xfrm>
              <a:off x="2662" y="1175"/>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88" name="Google Shape;988;p25"/>
            <p:cNvSpPr/>
            <p:nvPr/>
          </p:nvSpPr>
          <p:spPr>
            <a:xfrm>
              <a:off x="2534" y="1041"/>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89" name="Google Shape;989;p25"/>
            <p:cNvSpPr/>
            <p:nvPr/>
          </p:nvSpPr>
          <p:spPr>
            <a:xfrm>
              <a:off x="2662" y="1041"/>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sp>
          <p:nvSpPr>
            <p:cNvPr id="990" name="Google Shape;990;p25"/>
            <p:cNvSpPr/>
            <p:nvPr/>
          </p:nvSpPr>
          <p:spPr>
            <a:xfrm>
              <a:off x="2677" y="922"/>
              <a:ext cx="0" cy="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5"/>
                </a:solidFill>
                <a:latin typeface="Calibri"/>
                <a:ea typeface="Calibri"/>
                <a:cs typeface="Calibri"/>
                <a:sym typeface="Calibri"/>
              </a:endParaRPr>
            </a:p>
          </p:txBody>
        </p:sp>
      </p:grpSp>
      <p:sp>
        <p:nvSpPr>
          <p:cNvPr id="991" name="Google Shape;991;p25"/>
          <p:cNvSpPr txBox="1"/>
          <p:nvPr>
            <p:ph idx="3" type="body"/>
          </p:nvPr>
        </p:nvSpPr>
        <p:spPr>
          <a:xfrm>
            <a:off x="539552" y="2991387"/>
            <a:ext cx="2326200" cy="1045800"/>
          </a:xfrm>
          <a:prstGeom prst="rect">
            <a:avLst/>
          </a:prstGeom>
          <a:noFill/>
          <a:ln>
            <a:noFill/>
          </a:ln>
        </p:spPr>
        <p:txBody>
          <a:bodyPr anchorCtr="0" anchor="t" bIns="45700" lIns="91425" spcFirstLastPara="1" rIns="91425" wrap="square" tIns="45700">
            <a:noAutofit/>
          </a:bodyPr>
          <a:lstStyle>
            <a:lvl1pPr indent="-228600" lvl="0" marL="457200" algn="ctr">
              <a:spcBef>
                <a:spcPts val="360"/>
              </a:spcBef>
              <a:spcAft>
                <a:spcPts val="0"/>
              </a:spcAft>
              <a:buClr>
                <a:schemeClr val="accent6"/>
              </a:buClr>
              <a:buSzPts val="1800"/>
              <a:buNone/>
              <a:defRPr b="0" sz="1800">
                <a:solidFill>
                  <a:schemeClr val="accent6"/>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992" name="Google Shape;992;p25"/>
          <p:cNvGrpSpPr/>
          <p:nvPr/>
        </p:nvGrpSpPr>
        <p:grpSpPr>
          <a:xfrm>
            <a:off x="3995936" y="2191242"/>
            <a:ext cx="3932598" cy="261220"/>
            <a:chOff x="484" y="1461"/>
            <a:chExt cx="4787" cy="318"/>
          </a:xfrm>
        </p:grpSpPr>
        <p:sp>
          <p:nvSpPr>
            <p:cNvPr id="993" name="Google Shape;993;p25"/>
            <p:cNvSpPr/>
            <p:nvPr/>
          </p:nvSpPr>
          <p:spPr>
            <a:xfrm>
              <a:off x="484" y="1461"/>
              <a:ext cx="4787" cy="318"/>
            </a:xfrm>
            <a:custGeom>
              <a:rect b="b" l="l" r="r" t="t"/>
              <a:pathLst>
                <a:path extrusionOk="0" h="400" w="6060">
                  <a:moveTo>
                    <a:pt x="5860" y="0"/>
                  </a:moveTo>
                  <a:cubicBezTo>
                    <a:pt x="200" y="0"/>
                    <a:pt x="200" y="0"/>
                    <a:pt x="200" y="0"/>
                  </a:cubicBezTo>
                  <a:cubicBezTo>
                    <a:pt x="90" y="0"/>
                    <a:pt x="0" y="90"/>
                    <a:pt x="0" y="200"/>
                  </a:cubicBezTo>
                  <a:cubicBezTo>
                    <a:pt x="0" y="311"/>
                    <a:pt x="90" y="400"/>
                    <a:pt x="200" y="400"/>
                  </a:cubicBezTo>
                  <a:cubicBezTo>
                    <a:pt x="5860" y="400"/>
                    <a:pt x="5860" y="400"/>
                    <a:pt x="5860" y="400"/>
                  </a:cubicBezTo>
                  <a:cubicBezTo>
                    <a:pt x="5970" y="400"/>
                    <a:pt x="6060" y="311"/>
                    <a:pt x="6060" y="200"/>
                  </a:cubicBezTo>
                  <a:cubicBezTo>
                    <a:pt x="6060" y="90"/>
                    <a:pt x="5970" y="0"/>
                    <a:pt x="5860" y="0"/>
                  </a:cubicBezTo>
                  <a:close/>
                </a:path>
              </a:pathLst>
            </a:custGeom>
            <a:solidFill>
              <a:srgbClr val="8ABFC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4" name="Google Shape;994;p25"/>
            <p:cNvSpPr/>
            <p:nvPr/>
          </p:nvSpPr>
          <p:spPr>
            <a:xfrm>
              <a:off x="1719" y="1531"/>
              <a:ext cx="3485" cy="178"/>
            </a:xfrm>
            <a:custGeom>
              <a:rect b="b" l="l" r="r" t="t"/>
              <a:pathLst>
                <a:path extrusionOk="0" h="224" w="4411">
                  <a:moveTo>
                    <a:pt x="112" y="224"/>
                  </a:moveTo>
                  <a:cubicBezTo>
                    <a:pt x="50" y="224"/>
                    <a:pt x="0" y="174"/>
                    <a:pt x="0" y="112"/>
                  </a:cubicBezTo>
                  <a:cubicBezTo>
                    <a:pt x="0" y="51"/>
                    <a:pt x="50" y="0"/>
                    <a:pt x="112" y="0"/>
                  </a:cubicBezTo>
                  <a:cubicBezTo>
                    <a:pt x="4299" y="0"/>
                    <a:pt x="4299" y="0"/>
                    <a:pt x="4299" y="0"/>
                  </a:cubicBezTo>
                  <a:cubicBezTo>
                    <a:pt x="4360" y="0"/>
                    <a:pt x="4411" y="51"/>
                    <a:pt x="4411" y="112"/>
                  </a:cubicBezTo>
                  <a:cubicBezTo>
                    <a:pt x="4411" y="174"/>
                    <a:pt x="4360" y="224"/>
                    <a:pt x="4299" y="224"/>
                  </a:cubicBezTo>
                  <a:lnTo>
                    <a:pt x="112" y="22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5" name="Google Shape;995;p25"/>
            <p:cNvSpPr/>
            <p:nvPr/>
          </p:nvSpPr>
          <p:spPr>
            <a:xfrm>
              <a:off x="1719" y="1531"/>
              <a:ext cx="1743" cy="178"/>
            </a:xfrm>
            <a:custGeom>
              <a:rect b="b" l="l" r="r" t="t"/>
              <a:pathLst>
                <a:path extrusionOk="0" h="224" w="2206">
                  <a:moveTo>
                    <a:pt x="2206" y="0"/>
                  </a:moveTo>
                  <a:cubicBezTo>
                    <a:pt x="2206" y="224"/>
                    <a:pt x="2206" y="224"/>
                    <a:pt x="2206" y="224"/>
                  </a:cubicBezTo>
                  <a:cubicBezTo>
                    <a:pt x="84" y="224"/>
                    <a:pt x="84" y="224"/>
                    <a:pt x="84" y="224"/>
                  </a:cubicBezTo>
                  <a:cubicBezTo>
                    <a:pt x="37" y="224"/>
                    <a:pt x="0" y="174"/>
                    <a:pt x="0" y="112"/>
                  </a:cubicBezTo>
                  <a:cubicBezTo>
                    <a:pt x="0" y="51"/>
                    <a:pt x="37" y="0"/>
                    <a:pt x="84" y="0"/>
                  </a:cubicBezTo>
                  <a:lnTo>
                    <a:pt x="2206" y="0"/>
                  </a:lnTo>
                  <a:close/>
                </a:path>
              </a:pathLst>
            </a:cu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996" name="Google Shape;996;p25"/>
          <p:cNvSpPr txBox="1"/>
          <p:nvPr>
            <p:ph idx="4" type="body"/>
          </p:nvPr>
        </p:nvSpPr>
        <p:spPr>
          <a:xfrm>
            <a:off x="4070675" y="2154016"/>
            <a:ext cx="939600" cy="337500"/>
          </a:xfrm>
          <a:prstGeom prst="rect">
            <a:avLst/>
          </a:prstGeom>
          <a:noFill/>
          <a:ln>
            <a:noFill/>
          </a:ln>
        </p:spPr>
        <p:txBody>
          <a:bodyPr anchorCtr="0" anchor="ctr" bIns="45700" lIns="91425" spcFirstLastPara="1" rIns="91425" wrap="square" tIns="45700">
            <a:noAutofit/>
          </a:bodyPr>
          <a:lstStyle>
            <a:lvl1pPr indent="-228600" lvl="0" marL="457200" algn="ctr">
              <a:spcBef>
                <a:spcPts val="360"/>
              </a:spcBef>
              <a:spcAft>
                <a:spcPts val="0"/>
              </a:spcAft>
              <a:buClr>
                <a:schemeClr val="lt1"/>
              </a:buClr>
              <a:buSzPts val="1800"/>
              <a:buNone/>
              <a:defRPr b="0" sz="18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997" name="Google Shape;997;p25"/>
          <p:cNvGrpSpPr/>
          <p:nvPr/>
        </p:nvGrpSpPr>
        <p:grpSpPr>
          <a:xfrm>
            <a:off x="3995936" y="3136909"/>
            <a:ext cx="3932598" cy="261220"/>
            <a:chOff x="484" y="1461"/>
            <a:chExt cx="4787" cy="318"/>
          </a:xfrm>
        </p:grpSpPr>
        <p:sp>
          <p:nvSpPr>
            <p:cNvPr id="998" name="Google Shape;998;p25"/>
            <p:cNvSpPr/>
            <p:nvPr/>
          </p:nvSpPr>
          <p:spPr>
            <a:xfrm>
              <a:off x="484" y="1461"/>
              <a:ext cx="4787" cy="318"/>
            </a:xfrm>
            <a:custGeom>
              <a:rect b="b" l="l" r="r" t="t"/>
              <a:pathLst>
                <a:path extrusionOk="0" h="400" w="6060">
                  <a:moveTo>
                    <a:pt x="5860" y="0"/>
                  </a:moveTo>
                  <a:cubicBezTo>
                    <a:pt x="200" y="0"/>
                    <a:pt x="200" y="0"/>
                    <a:pt x="200" y="0"/>
                  </a:cubicBezTo>
                  <a:cubicBezTo>
                    <a:pt x="90" y="0"/>
                    <a:pt x="0" y="90"/>
                    <a:pt x="0" y="200"/>
                  </a:cubicBezTo>
                  <a:cubicBezTo>
                    <a:pt x="0" y="311"/>
                    <a:pt x="90" y="400"/>
                    <a:pt x="200" y="400"/>
                  </a:cubicBezTo>
                  <a:cubicBezTo>
                    <a:pt x="5860" y="400"/>
                    <a:pt x="5860" y="400"/>
                    <a:pt x="5860" y="400"/>
                  </a:cubicBezTo>
                  <a:cubicBezTo>
                    <a:pt x="5970" y="400"/>
                    <a:pt x="6060" y="311"/>
                    <a:pt x="6060" y="200"/>
                  </a:cubicBezTo>
                  <a:cubicBezTo>
                    <a:pt x="6060" y="90"/>
                    <a:pt x="5970" y="0"/>
                    <a:pt x="5860"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9" name="Google Shape;999;p25"/>
            <p:cNvSpPr/>
            <p:nvPr/>
          </p:nvSpPr>
          <p:spPr>
            <a:xfrm>
              <a:off x="1719" y="1531"/>
              <a:ext cx="3485" cy="178"/>
            </a:xfrm>
            <a:custGeom>
              <a:rect b="b" l="l" r="r" t="t"/>
              <a:pathLst>
                <a:path extrusionOk="0" h="224" w="4411">
                  <a:moveTo>
                    <a:pt x="112" y="224"/>
                  </a:moveTo>
                  <a:cubicBezTo>
                    <a:pt x="50" y="224"/>
                    <a:pt x="0" y="174"/>
                    <a:pt x="0" y="112"/>
                  </a:cubicBezTo>
                  <a:cubicBezTo>
                    <a:pt x="0" y="51"/>
                    <a:pt x="50" y="0"/>
                    <a:pt x="112" y="0"/>
                  </a:cubicBezTo>
                  <a:cubicBezTo>
                    <a:pt x="4299" y="0"/>
                    <a:pt x="4299" y="0"/>
                    <a:pt x="4299" y="0"/>
                  </a:cubicBezTo>
                  <a:cubicBezTo>
                    <a:pt x="4360" y="0"/>
                    <a:pt x="4411" y="51"/>
                    <a:pt x="4411" y="112"/>
                  </a:cubicBezTo>
                  <a:cubicBezTo>
                    <a:pt x="4411" y="174"/>
                    <a:pt x="4360" y="224"/>
                    <a:pt x="4299" y="224"/>
                  </a:cubicBezTo>
                  <a:lnTo>
                    <a:pt x="112" y="22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000" name="Google Shape;1000;p25"/>
          <p:cNvSpPr txBox="1"/>
          <p:nvPr>
            <p:ph idx="5" type="body"/>
          </p:nvPr>
        </p:nvSpPr>
        <p:spPr>
          <a:xfrm>
            <a:off x="4070675" y="3099683"/>
            <a:ext cx="939600" cy="337500"/>
          </a:xfrm>
          <a:prstGeom prst="rect">
            <a:avLst/>
          </a:prstGeom>
          <a:noFill/>
          <a:ln>
            <a:noFill/>
          </a:ln>
        </p:spPr>
        <p:txBody>
          <a:bodyPr anchorCtr="0" anchor="ctr" bIns="45700" lIns="91425" spcFirstLastPara="1" rIns="91425" wrap="square" tIns="45700">
            <a:noAutofit/>
          </a:bodyPr>
          <a:lstStyle>
            <a:lvl1pPr indent="-228600" lvl="0" marL="457200" algn="ctr">
              <a:spcBef>
                <a:spcPts val="360"/>
              </a:spcBef>
              <a:spcAft>
                <a:spcPts val="0"/>
              </a:spcAft>
              <a:buClr>
                <a:schemeClr val="lt1"/>
              </a:buClr>
              <a:buSzPts val="1800"/>
              <a:buNone/>
              <a:defRPr b="0" sz="18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1001" name="Google Shape;1001;p25"/>
          <p:cNvGrpSpPr/>
          <p:nvPr/>
        </p:nvGrpSpPr>
        <p:grpSpPr>
          <a:xfrm>
            <a:off x="3995936" y="4073013"/>
            <a:ext cx="3932598" cy="261220"/>
            <a:chOff x="484" y="1461"/>
            <a:chExt cx="4787" cy="318"/>
          </a:xfrm>
        </p:grpSpPr>
        <p:sp>
          <p:nvSpPr>
            <p:cNvPr id="1002" name="Google Shape;1002;p25"/>
            <p:cNvSpPr/>
            <p:nvPr/>
          </p:nvSpPr>
          <p:spPr>
            <a:xfrm>
              <a:off x="484" y="1461"/>
              <a:ext cx="4787" cy="318"/>
            </a:xfrm>
            <a:custGeom>
              <a:rect b="b" l="l" r="r" t="t"/>
              <a:pathLst>
                <a:path extrusionOk="0" h="400" w="6060">
                  <a:moveTo>
                    <a:pt x="5860" y="0"/>
                  </a:moveTo>
                  <a:cubicBezTo>
                    <a:pt x="200" y="0"/>
                    <a:pt x="200" y="0"/>
                    <a:pt x="200" y="0"/>
                  </a:cubicBezTo>
                  <a:cubicBezTo>
                    <a:pt x="90" y="0"/>
                    <a:pt x="0" y="90"/>
                    <a:pt x="0" y="200"/>
                  </a:cubicBezTo>
                  <a:cubicBezTo>
                    <a:pt x="0" y="311"/>
                    <a:pt x="90" y="400"/>
                    <a:pt x="200" y="400"/>
                  </a:cubicBezTo>
                  <a:cubicBezTo>
                    <a:pt x="5860" y="400"/>
                    <a:pt x="5860" y="400"/>
                    <a:pt x="5860" y="400"/>
                  </a:cubicBezTo>
                  <a:cubicBezTo>
                    <a:pt x="5970" y="400"/>
                    <a:pt x="6060" y="311"/>
                    <a:pt x="6060" y="200"/>
                  </a:cubicBezTo>
                  <a:cubicBezTo>
                    <a:pt x="6060" y="90"/>
                    <a:pt x="5970" y="0"/>
                    <a:pt x="5860" y="0"/>
                  </a:cubicBezTo>
                  <a:close/>
                </a:path>
              </a:pathLst>
            </a:custGeom>
            <a:solidFill>
              <a:srgbClr val="A5C99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3" name="Google Shape;1003;p25"/>
            <p:cNvSpPr/>
            <p:nvPr/>
          </p:nvSpPr>
          <p:spPr>
            <a:xfrm>
              <a:off x="1719" y="1531"/>
              <a:ext cx="3485" cy="178"/>
            </a:xfrm>
            <a:custGeom>
              <a:rect b="b" l="l" r="r" t="t"/>
              <a:pathLst>
                <a:path extrusionOk="0" h="224" w="4411">
                  <a:moveTo>
                    <a:pt x="112" y="224"/>
                  </a:moveTo>
                  <a:cubicBezTo>
                    <a:pt x="50" y="224"/>
                    <a:pt x="0" y="174"/>
                    <a:pt x="0" y="112"/>
                  </a:cubicBezTo>
                  <a:cubicBezTo>
                    <a:pt x="0" y="51"/>
                    <a:pt x="50" y="0"/>
                    <a:pt x="112" y="0"/>
                  </a:cubicBezTo>
                  <a:cubicBezTo>
                    <a:pt x="4299" y="0"/>
                    <a:pt x="4299" y="0"/>
                    <a:pt x="4299" y="0"/>
                  </a:cubicBezTo>
                  <a:cubicBezTo>
                    <a:pt x="4360" y="0"/>
                    <a:pt x="4411" y="51"/>
                    <a:pt x="4411" y="112"/>
                  </a:cubicBezTo>
                  <a:cubicBezTo>
                    <a:pt x="4411" y="174"/>
                    <a:pt x="4360" y="224"/>
                    <a:pt x="4299" y="224"/>
                  </a:cubicBezTo>
                  <a:lnTo>
                    <a:pt x="112" y="22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004" name="Google Shape;1004;p25"/>
          <p:cNvSpPr txBox="1"/>
          <p:nvPr>
            <p:ph idx="6" type="body"/>
          </p:nvPr>
        </p:nvSpPr>
        <p:spPr>
          <a:xfrm>
            <a:off x="4067945" y="1835787"/>
            <a:ext cx="3866100" cy="3969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Clr>
                <a:srgbClr val="484848"/>
              </a:buClr>
              <a:buSzPts val="1800"/>
              <a:buNone/>
              <a:defRPr sz="1800">
                <a:solidFill>
                  <a:srgbClr val="484848"/>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1005" name="Google Shape;1005;p25"/>
          <p:cNvGrpSpPr/>
          <p:nvPr/>
        </p:nvGrpSpPr>
        <p:grpSpPr>
          <a:xfrm rot="5400000">
            <a:off x="3376170" y="1966208"/>
            <a:ext cx="559384" cy="440548"/>
            <a:chOff x="2013" y="922"/>
            <a:chExt cx="1704" cy="1342"/>
          </a:xfrm>
        </p:grpSpPr>
        <p:sp>
          <p:nvSpPr>
            <p:cNvPr id="1006" name="Google Shape;1006;p25"/>
            <p:cNvSpPr/>
            <p:nvPr/>
          </p:nvSpPr>
          <p:spPr>
            <a:xfrm>
              <a:off x="3717" y="1606"/>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7" name="Google Shape;1007;p25"/>
            <p:cNvSpPr/>
            <p:nvPr/>
          </p:nvSpPr>
          <p:spPr>
            <a:xfrm>
              <a:off x="3579" y="1597"/>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8" name="Google Shape;1008;p25"/>
            <p:cNvSpPr/>
            <p:nvPr/>
          </p:nvSpPr>
          <p:spPr>
            <a:xfrm>
              <a:off x="3438" y="1585"/>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9" name="Google Shape;1009;p25"/>
            <p:cNvSpPr/>
            <p:nvPr/>
          </p:nvSpPr>
          <p:spPr>
            <a:xfrm>
              <a:off x="3298" y="1573"/>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0" name="Google Shape;1010;p25"/>
            <p:cNvSpPr/>
            <p:nvPr/>
          </p:nvSpPr>
          <p:spPr>
            <a:xfrm>
              <a:off x="3717" y="1739"/>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1" name="Google Shape;1011;p25"/>
            <p:cNvSpPr/>
            <p:nvPr/>
          </p:nvSpPr>
          <p:spPr>
            <a:xfrm>
              <a:off x="3579" y="1730"/>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2" name="Google Shape;1012;p25"/>
            <p:cNvSpPr/>
            <p:nvPr/>
          </p:nvSpPr>
          <p:spPr>
            <a:xfrm>
              <a:off x="3438" y="1718"/>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3" name="Google Shape;1013;p25"/>
            <p:cNvSpPr/>
            <p:nvPr/>
          </p:nvSpPr>
          <p:spPr>
            <a:xfrm>
              <a:off x="3298" y="1707"/>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4" name="Google Shape;1014;p25"/>
            <p:cNvSpPr/>
            <p:nvPr/>
          </p:nvSpPr>
          <p:spPr>
            <a:xfrm>
              <a:off x="3717" y="1874"/>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5" name="Google Shape;1015;p25"/>
            <p:cNvSpPr/>
            <p:nvPr/>
          </p:nvSpPr>
          <p:spPr>
            <a:xfrm>
              <a:off x="3579" y="1865"/>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6" name="Google Shape;1016;p25"/>
            <p:cNvSpPr/>
            <p:nvPr/>
          </p:nvSpPr>
          <p:spPr>
            <a:xfrm>
              <a:off x="3438" y="1852"/>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7" name="Google Shape;1017;p25"/>
            <p:cNvSpPr/>
            <p:nvPr/>
          </p:nvSpPr>
          <p:spPr>
            <a:xfrm>
              <a:off x="3298" y="1841"/>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8" name="Google Shape;1018;p25"/>
            <p:cNvSpPr/>
            <p:nvPr/>
          </p:nvSpPr>
          <p:spPr>
            <a:xfrm>
              <a:off x="3717" y="1337"/>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9" name="Google Shape;1019;p25"/>
            <p:cNvSpPr/>
            <p:nvPr/>
          </p:nvSpPr>
          <p:spPr>
            <a:xfrm>
              <a:off x="3579" y="1328"/>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0" name="Google Shape;1020;p25"/>
            <p:cNvSpPr/>
            <p:nvPr/>
          </p:nvSpPr>
          <p:spPr>
            <a:xfrm>
              <a:off x="3438" y="1316"/>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1" name="Google Shape;1021;p25"/>
            <p:cNvSpPr/>
            <p:nvPr/>
          </p:nvSpPr>
          <p:spPr>
            <a:xfrm>
              <a:off x="3298" y="1304"/>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2" name="Google Shape;1022;p25"/>
            <p:cNvSpPr/>
            <p:nvPr/>
          </p:nvSpPr>
          <p:spPr>
            <a:xfrm>
              <a:off x="3717" y="1471"/>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3" name="Google Shape;1023;p25"/>
            <p:cNvSpPr/>
            <p:nvPr/>
          </p:nvSpPr>
          <p:spPr>
            <a:xfrm>
              <a:off x="3579" y="1462"/>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4" name="Google Shape;1024;p25"/>
            <p:cNvSpPr/>
            <p:nvPr/>
          </p:nvSpPr>
          <p:spPr>
            <a:xfrm>
              <a:off x="3438" y="1450"/>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5" name="Google Shape;1025;p25"/>
            <p:cNvSpPr/>
            <p:nvPr/>
          </p:nvSpPr>
          <p:spPr>
            <a:xfrm>
              <a:off x="3298" y="1438"/>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6" name="Google Shape;1026;p25"/>
            <p:cNvSpPr/>
            <p:nvPr/>
          </p:nvSpPr>
          <p:spPr>
            <a:xfrm>
              <a:off x="3170" y="1573"/>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7" name="Google Shape;1027;p25"/>
            <p:cNvSpPr/>
            <p:nvPr/>
          </p:nvSpPr>
          <p:spPr>
            <a:xfrm>
              <a:off x="3170" y="1707"/>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8" name="Google Shape;1028;p25"/>
            <p:cNvSpPr/>
            <p:nvPr/>
          </p:nvSpPr>
          <p:spPr>
            <a:xfrm>
              <a:off x="3170" y="1841"/>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9" name="Google Shape;1029;p25"/>
            <p:cNvSpPr/>
            <p:nvPr/>
          </p:nvSpPr>
          <p:spPr>
            <a:xfrm>
              <a:off x="3170" y="1304"/>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0" name="Google Shape;1030;p25"/>
            <p:cNvSpPr/>
            <p:nvPr/>
          </p:nvSpPr>
          <p:spPr>
            <a:xfrm>
              <a:off x="3170" y="1438"/>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1" name="Google Shape;1031;p25"/>
            <p:cNvSpPr/>
            <p:nvPr/>
          </p:nvSpPr>
          <p:spPr>
            <a:xfrm>
              <a:off x="3042" y="1573"/>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2" name="Google Shape;1032;p25"/>
            <p:cNvSpPr/>
            <p:nvPr/>
          </p:nvSpPr>
          <p:spPr>
            <a:xfrm>
              <a:off x="3042" y="1707"/>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3" name="Google Shape;1033;p25"/>
            <p:cNvSpPr/>
            <p:nvPr/>
          </p:nvSpPr>
          <p:spPr>
            <a:xfrm>
              <a:off x="3042" y="1841"/>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4" name="Google Shape;1034;p25"/>
            <p:cNvSpPr/>
            <p:nvPr/>
          </p:nvSpPr>
          <p:spPr>
            <a:xfrm>
              <a:off x="3042" y="1304"/>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5" name="Google Shape;1035;p25"/>
            <p:cNvSpPr/>
            <p:nvPr/>
          </p:nvSpPr>
          <p:spPr>
            <a:xfrm>
              <a:off x="3042" y="1438"/>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6" name="Google Shape;1036;p25"/>
            <p:cNvSpPr/>
            <p:nvPr/>
          </p:nvSpPr>
          <p:spPr>
            <a:xfrm>
              <a:off x="2913" y="1573"/>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7" name="Google Shape;1037;p25"/>
            <p:cNvSpPr/>
            <p:nvPr/>
          </p:nvSpPr>
          <p:spPr>
            <a:xfrm>
              <a:off x="2913" y="1707"/>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8" name="Google Shape;1038;p25"/>
            <p:cNvSpPr/>
            <p:nvPr/>
          </p:nvSpPr>
          <p:spPr>
            <a:xfrm>
              <a:off x="2913" y="1841"/>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9" name="Google Shape;1039;p25"/>
            <p:cNvSpPr/>
            <p:nvPr/>
          </p:nvSpPr>
          <p:spPr>
            <a:xfrm>
              <a:off x="2913" y="1304"/>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0" name="Google Shape;1040;p25"/>
            <p:cNvSpPr/>
            <p:nvPr/>
          </p:nvSpPr>
          <p:spPr>
            <a:xfrm>
              <a:off x="2913" y="1438"/>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1" name="Google Shape;1041;p25"/>
            <p:cNvSpPr/>
            <p:nvPr/>
          </p:nvSpPr>
          <p:spPr>
            <a:xfrm>
              <a:off x="2785" y="1573"/>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2" name="Google Shape;1042;p25"/>
            <p:cNvSpPr/>
            <p:nvPr/>
          </p:nvSpPr>
          <p:spPr>
            <a:xfrm>
              <a:off x="2785" y="1707"/>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3" name="Google Shape;1043;p25"/>
            <p:cNvSpPr/>
            <p:nvPr/>
          </p:nvSpPr>
          <p:spPr>
            <a:xfrm>
              <a:off x="2785" y="1841"/>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4" name="Google Shape;1044;p25"/>
            <p:cNvSpPr/>
            <p:nvPr/>
          </p:nvSpPr>
          <p:spPr>
            <a:xfrm>
              <a:off x="2785" y="1304"/>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5" name="Google Shape;1045;p25"/>
            <p:cNvSpPr/>
            <p:nvPr/>
          </p:nvSpPr>
          <p:spPr>
            <a:xfrm>
              <a:off x="2785" y="1438"/>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6" name="Google Shape;1046;p25"/>
            <p:cNvSpPr/>
            <p:nvPr/>
          </p:nvSpPr>
          <p:spPr>
            <a:xfrm>
              <a:off x="2655" y="1573"/>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7" name="Google Shape;1047;p25"/>
            <p:cNvSpPr/>
            <p:nvPr/>
          </p:nvSpPr>
          <p:spPr>
            <a:xfrm>
              <a:off x="2655" y="1707"/>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8" name="Google Shape;1048;p25"/>
            <p:cNvSpPr/>
            <p:nvPr/>
          </p:nvSpPr>
          <p:spPr>
            <a:xfrm>
              <a:off x="2655" y="1841"/>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9" name="Google Shape;1049;p25"/>
            <p:cNvSpPr/>
            <p:nvPr/>
          </p:nvSpPr>
          <p:spPr>
            <a:xfrm>
              <a:off x="2655" y="1304"/>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0" name="Google Shape;1050;p25"/>
            <p:cNvSpPr/>
            <p:nvPr/>
          </p:nvSpPr>
          <p:spPr>
            <a:xfrm>
              <a:off x="2655" y="1438"/>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1" name="Google Shape;1051;p25"/>
            <p:cNvSpPr/>
            <p:nvPr/>
          </p:nvSpPr>
          <p:spPr>
            <a:xfrm>
              <a:off x="2528" y="1573"/>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2" name="Google Shape;1052;p25"/>
            <p:cNvSpPr/>
            <p:nvPr/>
          </p:nvSpPr>
          <p:spPr>
            <a:xfrm>
              <a:off x="2528" y="1707"/>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3" name="Google Shape;1053;p25"/>
            <p:cNvSpPr/>
            <p:nvPr/>
          </p:nvSpPr>
          <p:spPr>
            <a:xfrm>
              <a:off x="2528" y="1841"/>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4" name="Google Shape;1054;p25"/>
            <p:cNvSpPr/>
            <p:nvPr/>
          </p:nvSpPr>
          <p:spPr>
            <a:xfrm>
              <a:off x="2528" y="1304"/>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5" name="Google Shape;1055;p25"/>
            <p:cNvSpPr/>
            <p:nvPr/>
          </p:nvSpPr>
          <p:spPr>
            <a:xfrm>
              <a:off x="2528" y="1438"/>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6" name="Google Shape;1056;p25"/>
            <p:cNvSpPr/>
            <p:nvPr/>
          </p:nvSpPr>
          <p:spPr>
            <a:xfrm>
              <a:off x="2401" y="1573"/>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7" name="Google Shape;1057;p25"/>
            <p:cNvSpPr/>
            <p:nvPr/>
          </p:nvSpPr>
          <p:spPr>
            <a:xfrm>
              <a:off x="2401" y="1707"/>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8" name="Google Shape;1058;p25"/>
            <p:cNvSpPr/>
            <p:nvPr/>
          </p:nvSpPr>
          <p:spPr>
            <a:xfrm>
              <a:off x="2401" y="1841"/>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9" name="Google Shape;1059;p25"/>
            <p:cNvSpPr/>
            <p:nvPr/>
          </p:nvSpPr>
          <p:spPr>
            <a:xfrm>
              <a:off x="2401" y="1304"/>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0" name="Google Shape;1060;p25"/>
            <p:cNvSpPr/>
            <p:nvPr/>
          </p:nvSpPr>
          <p:spPr>
            <a:xfrm>
              <a:off x="2401" y="1438"/>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1" name="Google Shape;1061;p25"/>
            <p:cNvSpPr/>
            <p:nvPr/>
          </p:nvSpPr>
          <p:spPr>
            <a:xfrm>
              <a:off x="2274" y="1573"/>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2" name="Google Shape;1062;p25"/>
            <p:cNvSpPr/>
            <p:nvPr/>
          </p:nvSpPr>
          <p:spPr>
            <a:xfrm>
              <a:off x="2274" y="1707"/>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3" name="Google Shape;1063;p25"/>
            <p:cNvSpPr/>
            <p:nvPr/>
          </p:nvSpPr>
          <p:spPr>
            <a:xfrm>
              <a:off x="2274" y="1841"/>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4" name="Google Shape;1064;p25"/>
            <p:cNvSpPr/>
            <p:nvPr/>
          </p:nvSpPr>
          <p:spPr>
            <a:xfrm>
              <a:off x="2274" y="1304"/>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5" name="Google Shape;1065;p25"/>
            <p:cNvSpPr/>
            <p:nvPr/>
          </p:nvSpPr>
          <p:spPr>
            <a:xfrm>
              <a:off x="2274" y="1438"/>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6" name="Google Shape;1066;p25"/>
            <p:cNvSpPr/>
            <p:nvPr/>
          </p:nvSpPr>
          <p:spPr>
            <a:xfrm>
              <a:off x="2146" y="1573"/>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7" name="Google Shape;1067;p25"/>
            <p:cNvSpPr/>
            <p:nvPr/>
          </p:nvSpPr>
          <p:spPr>
            <a:xfrm>
              <a:off x="2013" y="1573"/>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8" name="Google Shape;1068;p25"/>
            <p:cNvSpPr/>
            <p:nvPr/>
          </p:nvSpPr>
          <p:spPr>
            <a:xfrm>
              <a:off x="2146" y="1707"/>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9" name="Google Shape;1069;p25"/>
            <p:cNvSpPr/>
            <p:nvPr/>
          </p:nvSpPr>
          <p:spPr>
            <a:xfrm>
              <a:off x="2146" y="1438"/>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0" name="Google Shape;1070;p25"/>
            <p:cNvSpPr/>
            <p:nvPr/>
          </p:nvSpPr>
          <p:spPr>
            <a:xfrm>
              <a:off x="2407" y="1980"/>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1" name="Google Shape;1071;p25"/>
            <p:cNvSpPr/>
            <p:nvPr/>
          </p:nvSpPr>
          <p:spPr>
            <a:xfrm>
              <a:off x="2534" y="1980"/>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2" name="Google Shape;1072;p25"/>
            <p:cNvSpPr/>
            <p:nvPr/>
          </p:nvSpPr>
          <p:spPr>
            <a:xfrm>
              <a:off x="2662" y="1980"/>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3" name="Google Shape;1073;p25"/>
            <p:cNvSpPr/>
            <p:nvPr/>
          </p:nvSpPr>
          <p:spPr>
            <a:xfrm>
              <a:off x="2534" y="2115"/>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4" name="Google Shape;1074;p25"/>
            <p:cNvSpPr/>
            <p:nvPr/>
          </p:nvSpPr>
          <p:spPr>
            <a:xfrm>
              <a:off x="2662" y="2115"/>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5" name="Google Shape;1075;p25"/>
            <p:cNvSpPr/>
            <p:nvPr/>
          </p:nvSpPr>
          <p:spPr>
            <a:xfrm>
              <a:off x="2677" y="2264"/>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6" name="Google Shape;1076;p25"/>
            <p:cNvSpPr/>
            <p:nvPr/>
          </p:nvSpPr>
          <p:spPr>
            <a:xfrm>
              <a:off x="2407" y="1175"/>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7" name="Google Shape;1077;p25"/>
            <p:cNvSpPr/>
            <p:nvPr/>
          </p:nvSpPr>
          <p:spPr>
            <a:xfrm>
              <a:off x="2534" y="1175"/>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8" name="Google Shape;1078;p25"/>
            <p:cNvSpPr/>
            <p:nvPr/>
          </p:nvSpPr>
          <p:spPr>
            <a:xfrm>
              <a:off x="2662" y="1175"/>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9" name="Google Shape;1079;p25"/>
            <p:cNvSpPr/>
            <p:nvPr/>
          </p:nvSpPr>
          <p:spPr>
            <a:xfrm>
              <a:off x="2534" y="1041"/>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0" name="Google Shape;1080;p25"/>
            <p:cNvSpPr/>
            <p:nvPr/>
          </p:nvSpPr>
          <p:spPr>
            <a:xfrm>
              <a:off x="2662" y="1041"/>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1" name="Google Shape;1081;p25"/>
            <p:cNvSpPr/>
            <p:nvPr/>
          </p:nvSpPr>
          <p:spPr>
            <a:xfrm>
              <a:off x="2677" y="922"/>
              <a:ext cx="0" cy="0"/>
            </a:xfrm>
            <a:prstGeom prst="ellipse">
              <a:avLst/>
            </a:prstGeom>
            <a:solidFill>
              <a:srgbClr val="4C8E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082" name="Google Shape;1082;p25"/>
          <p:cNvSpPr txBox="1"/>
          <p:nvPr>
            <p:ph idx="7" type="body"/>
          </p:nvPr>
        </p:nvSpPr>
        <p:spPr>
          <a:xfrm>
            <a:off x="4067945" y="2797131"/>
            <a:ext cx="3866100" cy="3969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Clr>
                <a:srgbClr val="4C8E91"/>
              </a:buClr>
              <a:buSzPts val="1800"/>
              <a:buNone/>
              <a:defRPr sz="1800">
                <a:solidFill>
                  <a:srgbClr val="4C8E9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83" name="Google Shape;1083;p25"/>
          <p:cNvSpPr txBox="1"/>
          <p:nvPr>
            <p:ph idx="8" type="body"/>
          </p:nvPr>
        </p:nvSpPr>
        <p:spPr>
          <a:xfrm>
            <a:off x="4067945" y="3733654"/>
            <a:ext cx="3866100" cy="3969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Clr>
                <a:srgbClr val="89BC34"/>
              </a:buClr>
              <a:buSzPts val="1800"/>
              <a:buNone/>
              <a:defRPr sz="1800">
                <a:solidFill>
                  <a:srgbClr val="89BC34"/>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84" name="Google Shape;1084;p25"/>
          <p:cNvSpPr/>
          <p:nvPr/>
        </p:nvSpPr>
        <p:spPr>
          <a:xfrm>
            <a:off x="5010424" y="3194410"/>
            <a:ext cx="689414" cy="146217"/>
          </a:xfrm>
          <a:custGeom>
            <a:rect b="b" l="l" r="r" t="t"/>
            <a:pathLst>
              <a:path extrusionOk="0" h="146217" w="689414">
                <a:moveTo>
                  <a:pt x="54582" y="0"/>
                </a:moveTo>
                <a:lnTo>
                  <a:pt x="689414" y="0"/>
                </a:lnTo>
                <a:lnTo>
                  <a:pt x="689414" y="146217"/>
                </a:lnTo>
                <a:cubicBezTo>
                  <a:pt x="54582" y="146217"/>
                  <a:pt x="54582" y="146217"/>
                  <a:pt x="54582" y="146217"/>
                </a:cubicBezTo>
                <a:cubicBezTo>
                  <a:pt x="24042" y="146217"/>
                  <a:pt x="0" y="113579"/>
                  <a:pt x="0" y="73109"/>
                </a:cubicBezTo>
                <a:cubicBezTo>
                  <a:pt x="0" y="33291"/>
                  <a:pt x="24042" y="0"/>
                  <a:pt x="54582" y="0"/>
                </a:cubicBezTo>
                <a:close/>
              </a:path>
            </a:pathLst>
          </a:cu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85" name="Google Shape;1085;p25"/>
          <p:cNvGrpSpPr/>
          <p:nvPr/>
        </p:nvGrpSpPr>
        <p:grpSpPr>
          <a:xfrm rot="-5400000">
            <a:off x="3359100" y="2929899"/>
            <a:ext cx="559384" cy="440548"/>
            <a:chOff x="2013" y="922"/>
            <a:chExt cx="1704" cy="1342"/>
          </a:xfrm>
        </p:grpSpPr>
        <p:sp>
          <p:nvSpPr>
            <p:cNvPr id="1086" name="Google Shape;1086;p25"/>
            <p:cNvSpPr/>
            <p:nvPr/>
          </p:nvSpPr>
          <p:spPr>
            <a:xfrm>
              <a:off x="3717" y="1606"/>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7" name="Google Shape;1087;p25"/>
            <p:cNvSpPr/>
            <p:nvPr/>
          </p:nvSpPr>
          <p:spPr>
            <a:xfrm>
              <a:off x="3579" y="1597"/>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8" name="Google Shape;1088;p25"/>
            <p:cNvSpPr/>
            <p:nvPr/>
          </p:nvSpPr>
          <p:spPr>
            <a:xfrm>
              <a:off x="3438" y="1585"/>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9" name="Google Shape;1089;p25"/>
            <p:cNvSpPr/>
            <p:nvPr/>
          </p:nvSpPr>
          <p:spPr>
            <a:xfrm>
              <a:off x="3298" y="1573"/>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0" name="Google Shape;1090;p25"/>
            <p:cNvSpPr/>
            <p:nvPr/>
          </p:nvSpPr>
          <p:spPr>
            <a:xfrm>
              <a:off x="3717" y="1739"/>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1" name="Google Shape;1091;p25"/>
            <p:cNvSpPr/>
            <p:nvPr/>
          </p:nvSpPr>
          <p:spPr>
            <a:xfrm>
              <a:off x="3579" y="1730"/>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2" name="Google Shape;1092;p25"/>
            <p:cNvSpPr/>
            <p:nvPr/>
          </p:nvSpPr>
          <p:spPr>
            <a:xfrm>
              <a:off x="3438" y="1718"/>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3" name="Google Shape;1093;p25"/>
            <p:cNvSpPr/>
            <p:nvPr/>
          </p:nvSpPr>
          <p:spPr>
            <a:xfrm>
              <a:off x="3298" y="1707"/>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4" name="Google Shape;1094;p25"/>
            <p:cNvSpPr/>
            <p:nvPr/>
          </p:nvSpPr>
          <p:spPr>
            <a:xfrm>
              <a:off x="3717" y="1874"/>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5" name="Google Shape;1095;p25"/>
            <p:cNvSpPr/>
            <p:nvPr/>
          </p:nvSpPr>
          <p:spPr>
            <a:xfrm>
              <a:off x="3579" y="1865"/>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6" name="Google Shape;1096;p25"/>
            <p:cNvSpPr/>
            <p:nvPr/>
          </p:nvSpPr>
          <p:spPr>
            <a:xfrm>
              <a:off x="3438" y="1852"/>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7" name="Google Shape;1097;p25"/>
            <p:cNvSpPr/>
            <p:nvPr/>
          </p:nvSpPr>
          <p:spPr>
            <a:xfrm>
              <a:off x="3298" y="1841"/>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8" name="Google Shape;1098;p25"/>
            <p:cNvSpPr/>
            <p:nvPr/>
          </p:nvSpPr>
          <p:spPr>
            <a:xfrm>
              <a:off x="3717" y="1337"/>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9" name="Google Shape;1099;p25"/>
            <p:cNvSpPr/>
            <p:nvPr/>
          </p:nvSpPr>
          <p:spPr>
            <a:xfrm>
              <a:off x="3579" y="1328"/>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0" name="Google Shape;1100;p25"/>
            <p:cNvSpPr/>
            <p:nvPr/>
          </p:nvSpPr>
          <p:spPr>
            <a:xfrm>
              <a:off x="3438" y="1316"/>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1" name="Google Shape;1101;p25"/>
            <p:cNvSpPr/>
            <p:nvPr/>
          </p:nvSpPr>
          <p:spPr>
            <a:xfrm>
              <a:off x="3298" y="1304"/>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2" name="Google Shape;1102;p25"/>
            <p:cNvSpPr/>
            <p:nvPr/>
          </p:nvSpPr>
          <p:spPr>
            <a:xfrm>
              <a:off x="3717" y="1471"/>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3" name="Google Shape;1103;p25"/>
            <p:cNvSpPr/>
            <p:nvPr/>
          </p:nvSpPr>
          <p:spPr>
            <a:xfrm>
              <a:off x="3579" y="1462"/>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4" name="Google Shape;1104;p25"/>
            <p:cNvSpPr/>
            <p:nvPr/>
          </p:nvSpPr>
          <p:spPr>
            <a:xfrm>
              <a:off x="3438" y="1450"/>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5" name="Google Shape;1105;p25"/>
            <p:cNvSpPr/>
            <p:nvPr/>
          </p:nvSpPr>
          <p:spPr>
            <a:xfrm>
              <a:off x="3298" y="1438"/>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6" name="Google Shape;1106;p25"/>
            <p:cNvSpPr/>
            <p:nvPr/>
          </p:nvSpPr>
          <p:spPr>
            <a:xfrm>
              <a:off x="3170" y="1573"/>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7" name="Google Shape;1107;p25"/>
            <p:cNvSpPr/>
            <p:nvPr/>
          </p:nvSpPr>
          <p:spPr>
            <a:xfrm>
              <a:off x="3170" y="1707"/>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8" name="Google Shape;1108;p25"/>
            <p:cNvSpPr/>
            <p:nvPr/>
          </p:nvSpPr>
          <p:spPr>
            <a:xfrm>
              <a:off x="3170" y="1841"/>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9" name="Google Shape;1109;p25"/>
            <p:cNvSpPr/>
            <p:nvPr/>
          </p:nvSpPr>
          <p:spPr>
            <a:xfrm>
              <a:off x="3170" y="1304"/>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0" name="Google Shape;1110;p25"/>
            <p:cNvSpPr/>
            <p:nvPr/>
          </p:nvSpPr>
          <p:spPr>
            <a:xfrm>
              <a:off x="3170" y="1438"/>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1" name="Google Shape;1111;p25"/>
            <p:cNvSpPr/>
            <p:nvPr/>
          </p:nvSpPr>
          <p:spPr>
            <a:xfrm>
              <a:off x="3042" y="1573"/>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2" name="Google Shape;1112;p25"/>
            <p:cNvSpPr/>
            <p:nvPr/>
          </p:nvSpPr>
          <p:spPr>
            <a:xfrm>
              <a:off x="3042" y="1707"/>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3" name="Google Shape;1113;p25"/>
            <p:cNvSpPr/>
            <p:nvPr/>
          </p:nvSpPr>
          <p:spPr>
            <a:xfrm>
              <a:off x="3042" y="1841"/>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4" name="Google Shape;1114;p25"/>
            <p:cNvSpPr/>
            <p:nvPr/>
          </p:nvSpPr>
          <p:spPr>
            <a:xfrm>
              <a:off x="3042" y="1304"/>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5" name="Google Shape;1115;p25"/>
            <p:cNvSpPr/>
            <p:nvPr/>
          </p:nvSpPr>
          <p:spPr>
            <a:xfrm>
              <a:off x="3042" y="1438"/>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6" name="Google Shape;1116;p25"/>
            <p:cNvSpPr/>
            <p:nvPr/>
          </p:nvSpPr>
          <p:spPr>
            <a:xfrm>
              <a:off x="2913" y="1573"/>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7" name="Google Shape;1117;p25"/>
            <p:cNvSpPr/>
            <p:nvPr/>
          </p:nvSpPr>
          <p:spPr>
            <a:xfrm>
              <a:off x="2913" y="1707"/>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8" name="Google Shape;1118;p25"/>
            <p:cNvSpPr/>
            <p:nvPr/>
          </p:nvSpPr>
          <p:spPr>
            <a:xfrm>
              <a:off x="2913" y="1841"/>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9" name="Google Shape;1119;p25"/>
            <p:cNvSpPr/>
            <p:nvPr/>
          </p:nvSpPr>
          <p:spPr>
            <a:xfrm>
              <a:off x="2913" y="1304"/>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0" name="Google Shape;1120;p25"/>
            <p:cNvSpPr/>
            <p:nvPr/>
          </p:nvSpPr>
          <p:spPr>
            <a:xfrm>
              <a:off x="2913" y="1438"/>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1" name="Google Shape;1121;p25"/>
            <p:cNvSpPr/>
            <p:nvPr/>
          </p:nvSpPr>
          <p:spPr>
            <a:xfrm>
              <a:off x="2785" y="1573"/>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2" name="Google Shape;1122;p25"/>
            <p:cNvSpPr/>
            <p:nvPr/>
          </p:nvSpPr>
          <p:spPr>
            <a:xfrm>
              <a:off x="2785" y="1707"/>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3" name="Google Shape;1123;p25"/>
            <p:cNvSpPr/>
            <p:nvPr/>
          </p:nvSpPr>
          <p:spPr>
            <a:xfrm>
              <a:off x="2785" y="1841"/>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4" name="Google Shape;1124;p25"/>
            <p:cNvSpPr/>
            <p:nvPr/>
          </p:nvSpPr>
          <p:spPr>
            <a:xfrm>
              <a:off x="2785" y="1304"/>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5" name="Google Shape;1125;p25"/>
            <p:cNvSpPr/>
            <p:nvPr/>
          </p:nvSpPr>
          <p:spPr>
            <a:xfrm>
              <a:off x="2785" y="1438"/>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6" name="Google Shape;1126;p25"/>
            <p:cNvSpPr/>
            <p:nvPr/>
          </p:nvSpPr>
          <p:spPr>
            <a:xfrm>
              <a:off x="2655" y="1573"/>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7" name="Google Shape;1127;p25"/>
            <p:cNvSpPr/>
            <p:nvPr/>
          </p:nvSpPr>
          <p:spPr>
            <a:xfrm>
              <a:off x="2655" y="1707"/>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8" name="Google Shape;1128;p25"/>
            <p:cNvSpPr/>
            <p:nvPr/>
          </p:nvSpPr>
          <p:spPr>
            <a:xfrm>
              <a:off x="2655" y="1841"/>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9" name="Google Shape;1129;p25"/>
            <p:cNvSpPr/>
            <p:nvPr/>
          </p:nvSpPr>
          <p:spPr>
            <a:xfrm>
              <a:off x="2655" y="1304"/>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0" name="Google Shape;1130;p25"/>
            <p:cNvSpPr/>
            <p:nvPr/>
          </p:nvSpPr>
          <p:spPr>
            <a:xfrm>
              <a:off x="2655" y="1438"/>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1" name="Google Shape;1131;p25"/>
            <p:cNvSpPr/>
            <p:nvPr/>
          </p:nvSpPr>
          <p:spPr>
            <a:xfrm>
              <a:off x="2528" y="1573"/>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2" name="Google Shape;1132;p25"/>
            <p:cNvSpPr/>
            <p:nvPr/>
          </p:nvSpPr>
          <p:spPr>
            <a:xfrm>
              <a:off x="2528" y="1707"/>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3" name="Google Shape;1133;p25"/>
            <p:cNvSpPr/>
            <p:nvPr/>
          </p:nvSpPr>
          <p:spPr>
            <a:xfrm>
              <a:off x="2528" y="1841"/>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4" name="Google Shape;1134;p25"/>
            <p:cNvSpPr/>
            <p:nvPr/>
          </p:nvSpPr>
          <p:spPr>
            <a:xfrm>
              <a:off x="2528" y="1304"/>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5" name="Google Shape;1135;p25"/>
            <p:cNvSpPr/>
            <p:nvPr/>
          </p:nvSpPr>
          <p:spPr>
            <a:xfrm>
              <a:off x="2528" y="1438"/>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6" name="Google Shape;1136;p25"/>
            <p:cNvSpPr/>
            <p:nvPr/>
          </p:nvSpPr>
          <p:spPr>
            <a:xfrm>
              <a:off x="2401" y="1573"/>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7" name="Google Shape;1137;p25"/>
            <p:cNvSpPr/>
            <p:nvPr/>
          </p:nvSpPr>
          <p:spPr>
            <a:xfrm>
              <a:off x="2401" y="1707"/>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8" name="Google Shape;1138;p25"/>
            <p:cNvSpPr/>
            <p:nvPr/>
          </p:nvSpPr>
          <p:spPr>
            <a:xfrm>
              <a:off x="2401" y="1841"/>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9" name="Google Shape;1139;p25"/>
            <p:cNvSpPr/>
            <p:nvPr/>
          </p:nvSpPr>
          <p:spPr>
            <a:xfrm>
              <a:off x="2401" y="1304"/>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0" name="Google Shape;1140;p25"/>
            <p:cNvSpPr/>
            <p:nvPr/>
          </p:nvSpPr>
          <p:spPr>
            <a:xfrm>
              <a:off x="2401" y="1438"/>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1" name="Google Shape;1141;p25"/>
            <p:cNvSpPr/>
            <p:nvPr/>
          </p:nvSpPr>
          <p:spPr>
            <a:xfrm>
              <a:off x="2274" y="1573"/>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2" name="Google Shape;1142;p25"/>
            <p:cNvSpPr/>
            <p:nvPr/>
          </p:nvSpPr>
          <p:spPr>
            <a:xfrm>
              <a:off x="2274" y="1707"/>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3" name="Google Shape;1143;p25"/>
            <p:cNvSpPr/>
            <p:nvPr/>
          </p:nvSpPr>
          <p:spPr>
            <a:xfrm>
              <a:off x="2274" y="1841"/>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4" name="Google Shape;1144;p25"/>
            <p:cNvSpPr/>
            <p:nvPr/>
          </p:nvSpPr>
          <p:spPr>
            <a:xfrm>
              <a:off x="2274" y="1304"/>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5" name="Google Shape;1145;p25"/>
            <p:cNvSpPr/>
            <p:nvPr/>
          </p:nvSpPr>
          <p:spPr>
            <a:xfrm>
              <a:off x="2274" y="1438"/>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6" name="Google Shape;1146;p25"/>
            <p:cNvSpPr/>
            <p:nvPr/>
          </p:nvSpPr>
          <p:spPr>
            <a:xfrm>
              <a:off x="2146" y="1573"/>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7" name="Google Shape;1147;p25"/>
            <p:cNvSpPr/>
            <p:nvPr/>
          </p:nvSpPr>
          <p:spPr>
            <a:xfrm>
              <a:off x="2013" y="1573"/>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8" name="Google Shape;1148;p25"/>
            <p:cNvSpPr/>
            <p:nvPr/>
          </p:nvSpPr>
          <p:spPr>
            <a:xfrm>
              <a:off x="2146" y="1707"/>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9" name="Google Shape;1149;p25"/>
            <p:cNvSpPr/>
            <p:nvPr/>
          </p:nvSpPr>
          <p:spPr>
            <a:xfrm>
              <a:off x="2146" y="1438"/>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0" name="Google Shape;1150;p25"/>
            <p:cNvSpPr/>
            <p:nvPr/>
          </p:nvSpPr>
          <p:spPr>
            <a:xfrm>
              <a:off x="2407" y="1980"/>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1" name="Google Shape;1151;p25"/>
            <p:cNvSpPr/>
            <p:nvPr/>
          </p:nvSpPr>
          <p:spPr>
            <a:xfrm>
              <a:off x="2534" y="1980"/>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2" name="Google Shape;1152;p25"/>
            <p:cNvSpPr/>
            <p:nvPr/>
          </p:nvSpPr>
          <p:spPr>
            <a:xfrm>
              <a:off x="2662" y="1980"/>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3" name="Google Shape;1153;p25"/>
            <p:cNvSpPr/>
            <p:nvPr/>
          </p:nvSpPr>
          <p:spPr>
            <a:xfrm>
              <a:off x="2534" y="2115"/>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4" name="Google Shape;1154;p25"/>
            <p:cNvSpPr/>
            <p:nvPr/>
          </p:nvSpPr>
          <p:spPr>
            <a:xfrm>
              <a:off x="2662" y="2115"/>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5" name="Google Shape;1155;p25"/>
            <p:cNvSpPr/>
            <p:nvPr/>
          </p:nvSpPr>
          <p:spPr>
            <a:xfrm>
              <a:off x="2677" y="2264"/>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6" name="Google Shape;1156;p25"/>
            <p:cNvSpPr/>
            <p:nvPr/>
          </p:nvSpPr>
          <p:spPr>
            <a:xfrm>
              <a:off x="2407" y="1175"/>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7" name="Google Shape;1157;p25"/>
            <p:cNvSpPr/>
            <p:nvPr/>
          </p:nvSpPr>
          <p:spPr>
            <a:xfrm>
              <a:off x="2534" y="1175"/>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8" name="Google Shape;1158;p25"/>
            <p:cNvSpPr/>
            <p:nvPr/>
          </p:nvSpPr>
          <p:spPr>
            <a:xfrm>
              <a:off x="2662" y="1175"/>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9" name="Google Shape;1159;p25"/>
            <p:cNvSpPr/>
            <p:nvPr/>
          </p:nvSpPr>
          <p:spPr>
            <a:xfrm>
              <a:off x="2534" y="1041"/>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0" name="Google Shape;1160;p25"/>
            <p:cNvSpPr/>
            <p:nvPr/>
          </p:nvSpPr>
          <p:spPr>
            <a:xfrm>
              <a:off x="2662" y="1041"/>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1" name="Google Shape;1161;p25"/>
            <p:cNvSpPr/>
            <p:nvPr/>
          </p:nvSpPr>
          <p:spPr>
            <a:xfrm>
              <a:off x="2677" y="922"/>
              <a:ext cx="0" cy="0"/>
            </a:xfrm>
            <a:prstGeom prst="ellipse">
              <a:avLst/>
            </a:prstGeom>
            <a:solidFill>
              <a:srgbClr val="89B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162" name="Google Shape;1162;p25"/>
          <p:cNvGrpSpPr/>
          <p:nvPr/>
        </p:nvGrpSpPr>
        <p:grpSpPr>
          <a:xfrm rot="5400000">
            <a:off x="3376170" y="3874458"/>
            <a:ext cx="559384" cy="440548"/>
            <a:chOff x="2013" y="922"/>
            <a:chExt cx="1704" cy="1342"/>
          </a:xfrm>
        </p:grpSpPr>
        <p:sp>
          <p:nvSpPr>
            <p:cNvPr id="1163" name="Google Shape;1163;p25"/>
            <p:cNvSpPr/>
            <p:nvPr/>
          </p:nvSpPr>
          <p:spPr>
            <a:xfrm>
              <a:off x="3717" y="1606"/>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4" name="Google Shape;1164;p25"/>
            <p:cNvSpPr/>
            <p:nvPr/>
          </p:nvSpPr>
          <p:spPr>
            <a:xfrm>
              <a:off x="3579" y="1597"/>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5" name="Google Shape;1165;p25"/>
            <p:cNvSpPr/>
            <p:nvPr/>
          </p:nvSpPr>
          <p:spPr>
            <a:xfrm>
              <a:off x="3438" y="1585"/>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6" name="Google Shape;1166;p25"/>
            <p:cNvSpPr/>
            <p:nvPr/>
          </p:nvSpPr>
          <p:spPr>
            <a:xfrm>
              <a:off x="3298" y="1573"/>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7" name="Google Shape;1167;p25"/>
            <p:cNvSpPr/>
            <p:nvPr/>
          </p:nvSpPr>
          <p:spPr>
            <a:xfrm>
              <a:off x="3717" y="1739"/>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8" name="Google Shape;1168;p25"/>
            <p:cNvSpPr/>
            <p:nvPr/>
          </p:nvSpPr>
          <p:spPr>
            <a:xfrm>
              <a:off x="3579" y="1730"/>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9" name="Google Shape;1169;p25"/>
            <p:cNvSpPr/>
            <p:nvPr/>
          </p:nvSpPr>
          <p:spPr>
            <a:xfrm>
              <a:off x="3438" y="1718"/>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0" name="Google Shape;1170;p25"/>
            <p:cNvSpPr/>
            <p:nvPr/>
          </p:nvSpPr>
          <p:spPr>
            <a:xfrm>
              <a:off x="3298" y="1707"/>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1" name="Google Shape;1171;p25"/>
            <p:cNvSpPr/>
            <p:nvPr/>
          </p:nvSpPr>
          <p:spPr>
            <a:xfrm>
              <a:off x="3717" y="1874"/>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2" name="Google Shape;1172;p25"/>
            <p:cNvSpPr/>
            <p:nvPr/>
          </p:nvSpPr>
          <p:spPr>
            <a:xfrm>
              <a:off x="3579" y="1865"/>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3" name="Google Shape;1173;p25"/>
            <p:cNvSpPr/>
            <p:nvPr/>
          </p:nvSpPr>
          <p:spPr>
            <a:xfrm>
              <a:off x="3438" y="1852"/>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4" name="Google Shape;1174;p25"/>
            <p:cNvSpPr/>
            <p:nvPr/>
          </p:nvSpPr>
          <p:spPr>
            <a:xfrm>
              <a:off x="3298" y="1841"/>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5" name="Google Shape;1175;p25"/>
            <p:cNvSpPr/>
            <p:nvPr/>
          </p:nvSpPr>
          <p:spPr>
            <a:xfrm>
              <a:off x="3717" y="1337"/>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6" name="Google Shape;1176;p25"/>
            <p:cNvSpPr/>
            <p:nvPr/>
          </p:nvSpPr>
          <p:spPr>
            <a:xfrm>
              <a:off x="3579" y="1328"/>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7" name="Google Shape;1177;p25"/>
            <p:cNvSpPr/>
            <p:nvPr/>
          </p:nvSpPr>
          <p:spPr>
            <a:xfrm>
              <a:off x="3438" y="1316"/>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8" name="Google Shape;1178;p25"/>
            <p:cNvSpPr/>
            <p:nvPr/>
          </p:nvSpPr>
          <p:spPr>
            <a:xfrm>
              <a:off x="3298" y="1304"/>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9" name="Google Shape;1179;p25"/>
            <p:cNvSpPr/>
            <p:nvPr/>
          </p:nvSpPr>
          <p:spPr>
            <a:xfrm>
              <a:off x="3717" y="1471"/>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0" name="Google Shape;1180;p25"/>
            <p:cNvSpPr/>
            <p:nvPr/>
          </p:nvSpPr>
          <p:spPr>
            <a:xfrm>
              <a:off x="3579" y="1462"/>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1" name="Google Shape;1181;p25"/>
            <p:cNvSpPr/>
            <p:nvPr/>
          </p:nvSpPr>
          <p:spPr>
            <a:xfrm>
              <a:off x="3438" y="1450"/>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2" name="Google Shape;1182;p25"/>
            <p:cNvSpPr/>
            <p:nvPr/>
          </p:nvSpPr>
          <p:spPr>
            <a:xfrm>
              <a:off x="3298" y="1438"/>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3" name="Google Shape;1183;p25"/>
            <p:cNvSpPr/>
            <p:nvPr/>
          </p:nvSpPr>
          <p:spPr>
            <a:xfrm>
              <a:off x="3170" y="1573"/>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4" name="Google Shape;1184;p25"/>
            <p:cNvSpPr/>
            <p:nvPr/>
          </p:nvSpPr>
          <p:spPr>
            <a:xfrm>
              <a:off x="3170" y="1707"/>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5" name="Google Shape;1185;p25"/>
            <p:cNvSpPr/>
            <p:nvPr/>
          </p:nvSpPr>
          <p:spPr>
            <a:xfrm>
              <a:off x="3170" y="1841"/>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6" name="Google Shape;1186;p25"/>
            <p:cNvSpPr/>
            <p:nvPr/>
          </p:nvSpPr>
          <p:spPr>
            <a:xfrm>
              <a:off x="3170" y="1304"/>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7" name="Google Shape;1187;p25"/>
            <p:cNvSpPr/>
            <p:nvPr/>
          </p:nvSpPr>
          <p:spPr>
            <a:xfrm>
              <a:off x="3170" y="1438"/>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8" name="Google Shape;1188;p25"/>
            <p:cNvSpPr/>
            <p:nvPr/>
          </p:nvSpPr>
          <p:spPr>
            <a:xfrm>
              <a:off x="3042" y="1573"/>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9" name="Google Shape;1189;p25"/>
            <p:cNvSpPr/>
            <p:nvPr/>
          </p:nvSpPr>
          <p:spPr>
            <a:xfrm>
              <a:off x="3042" y="1707"/>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0" name="Google Shape;1190;p25"/>
            <p:cNvSpPr/>
            <p:nvPr/>
          </p:nvSpPr>
          <p:spPr>
            <a:xfrm>
              <a:off x="3042" y="1841"/>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1" name="Google Shape;1191;p25"/>
            <p:cNvSpPr/>
            <p:nvPr/>
          </p:nvSpPr>
          <p:spPr>
            <a:xfrm>
              <a:off x="3042" y="1304"/>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2" name="Google Shape;1192;p25"/>
            <p:cNvSpPr/>
            <p:nvPr/>
          </p:nvSpPr>
          <p:spPr>
            <a:xfrm>
              <a:off x="3042" y="1438"/>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3" name="Google Shape;1193;p25"/>
            <p:cNvSpPr/>
            <p:nvPr/>
          </p:nvSpPr>
          <p:spPr>
            <a:xfrm>
              <a:off x="2913" y="1573"/>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4" name="Google Shape;1194;p25"/>
            <p:cNvSpPr/>
            <p:nvPr/>
          </p:nvSpPr>
          <p:spPr>
            <a:xfrm>
              <a:off x="2913" y="1707"/>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5" name="Google Shape;1195;p25"/>
            <p:cNvSpPr/>
            <p:nvPr/>
          </p:nvSpPr>
          <p:spPr>
            <a:xfrm>
              <a:off x="2913" y="1841"/>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6" name="Google Shape;1196;p25"/>
            <p:cNvSpPr/>
            <p:nvPr/>
          </p:nvSpPr>
          <p:spPr>
            <a:xfrm>
              <a:off x="2913" y="1304"/>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7" name="Google Shape;1197;p25"/>
            <p:cNvSpPr/>
            <p:nvPr/>
          </p:nvSpPr>
          <p:spPr>
            <a:xfrm>
              <a:off x="2913" y="1438"/>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8" name="Google Shape;1198;p25"/>
            <p:cNvSpPr/>
            <p:nvPr/>
          </p:nvSpPr>
          <p:spPr>
            <a:xfrm>
              <a:off x="2785" y="1573"/>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9" name="Google Shape;1199;p25"/>
            <p:cNvSpPr/>
            <p:nvPr/>
          </p:nvSpPr>
          <p:spPr>
            <a:xfrm>
              <a:off x="2785" y="1707"/>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0" name="Google Shape;1200;p25"/>
            <p:cNvSpPr/>
            <p:nvPr/>
          </p:nvSpPr>
          <p:spPr>
            <a:xfrm>
              <a:off x="2785" y="1841"/>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1" name="Google Shape;1201;p25"/>
            <p:cNvSpPr/>
            <p:nvPr/>
          </p:nvSpPr>
          <p:spPr>
            <a:xfrm>
              <a:off x="2785" y="1304"/>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2" name="Google Shape;1202;p25"/>
            <p:cNvSpPr/>
            <p:nvPr/>
          </p:nvSpPr>
          <p:spPr>
            <a:xfrm>
              <a:off x="2785" y="1438"/>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3" name="Google Shape;1203;p25"/>
            <p:cNvSpPr/>
            <p:nvPr/>
          </p:nvSpPr>
          <p:spPr>
            <a:xfrm>
              <a:off x="2655" y="1573"/>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4" name="Google Shape;1204;p25"/>
            <p:cNvSpPr/>
            <p:nvPr/>
          </p:nvSpPr>
          <p:spPr>
            <a:xfrm>
              <a:off x="2655" y="1707"/>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5" name="Google Shape;1205;p25"/>
            <p:cNvSpPr/>
            <p:nvPr/>
          </p:nvSpPr>
          <p:spPr>
            <a:xfrm>
              <a:off x="2655" y="1841"/>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6" name="Google Shape;1206;p25"/>
            <p:cNvSpPr/>
            <p:nvPr/>
          </p:nvSpPr>
          <p:spPr>
            <a:xfrm>
              <a:off x="2655" y="1304"/>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7" name="Google Shape;1207;p25"/>
            <p:cNvSpPr/>
            <p:nvPr/>
          </p:nvSpPr>
          <p:spPr>
            <a:xfrm>
              <a:off x="2655" y="1438"/>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8" name="Google Shape;1208;p25"/>
            <p:cNvSpPr/>
            <p:nvPr/>
          </p:nvSpPr>
          <p:spPr>
            <a:xfrm>
              <a:off x="2528" y="1573"/>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9" name="Google Shape;1209;p25"/>
            <p:cNvSpPr/>
            <p:nvPr/>
          </p:nvSpPr>
          <p:spPr>
            <a:xfrm>
              <a:off x="2528" y="1707"/>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0" name="Google Shape;1210;p25"/>
            <p:cNvSpPr/>
            <p:nvPr/>
          </p:nvSpPr>
          <p:spPr>
            <a:xfrm>
              <a:off x="2528" y="1841"/>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1" name="Google Shape;1211;p25"/>
            <p:cNvSpPr/>
            <p:nvPr/>
          </p:nvSpPr>
          <p:spPr>
            <a:xfrm>
              <a:off x="2528" y="1304"/>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2" name="Google Shape;1212;p25"/>
            <p:cNvSpPr/>
            <p:nvPr/>
          </p:nvSpPr>
          <p:spPr>
            <a:xfrm>
              <a:off x="2528" y="1438"/>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3" name="Google Shape;1213;p25"/>
            <p:cNvSpPr/>
            <p:nvPr/>
          </p:nvSpPr>
          <p:spPr>
            <a:xfrm>
              <a:off x="2401" y="1573"/>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4" name="Google Shape;1214;p25"/>
            <p:cNvSpPr/>
            <p:nvPr/>
          </p:nvSpPr>
          <p:spPr>
            <a:xfrm>
              <a:off x="2401" y="1707"/>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5" name="Google Shape;1215;p25"/>
            <p:cNvSpPr/>
            <p:nvPr/>
          </p:nvSpPr>
          <p:spPr>
            <a:xfrm>
              <a:off x="2401" y="1841"/>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6" name="Google Shape;1216;p25"/>
            <p:cNvSpPr/>
            <p:nvPr/>
          </p:nvSpPr>
          <p:spPr>
            <a:xfrm>
              <a:off x="2401" y="1304"/>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7" name="Google Shape;1217;p25"/>
            <p:cNvSpPr/>
            <p:nvPr/>
          </p:nvSpPr>
          <p:spPr>
            <a:xfrm>
              <a:off x="2401" y="1438"/>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8" name="Google Shape;1218;p25"/>
            <p:cNvSpPr/>
            <p:nvPr/>
          </p:nvSpPr>
          <p:spPr>
            <a:xfrm>
              <a:off x="2274" y="1573"/>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9" name="Google Shape;1219;p25"/>
            <p:cNvSpPr/>
            <p:nvPr/>
          </p:nvSpPr>
          <p:spPr>
            <a:xfrm>
              <a:off x="2274" y="1707"/>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0" name="Google Shape;1220;p25"/>
            <p:cNvSpPr/>
            <p:nvPr/>
          </p:nvSpPr>
          <p:spPr>
            <a:xfrm>
              <a:off x="2274" y="1841"/>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1" name="Google Shape;1221;p25"/>
            <p:cNvSpPr/>
            <p:nvPr/>
          </p:nvSpPr>
          <p:spPr>
            <a:xfrm>
              <a:off x="2274" y="1304"/>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2" name="Google Shape;1222;p25"/>
            <p:cNvSpPr/>
            <p:nvPr/>
          </p:nvSpPr>
          <p:spPr>
            <a:xfrm>
              <a:off x="2274" y="1438"/>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3" name="Google Shape;1223;p25"/>
            <p:cNvSpPr/>
            <p:nvPr/>
          </p:nvSpPr>
          <p:spPr>
            <a:xfrm>
              <a:off x="2146" y="1573"/>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4" name="Google Shape;1224;p25"/>
            <p:cNvSpPr/>
            <p:nvPr/>
          </p:nvSpPr>
          <p:spPr>
            <a:xfrm>
              <a:off x="2013" y="1573"/>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5" name="Google Shape;1225;p25"/>
            <p:cNvSpPr/>
            <p:nvPr/>
          </p:nvSpPr>
          <p:spPr>
            <a:xfrm>
              <a:off x="2146" y="1707"/>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6" name="Google Shape;1226;p25"/>
            <p:cNvSpPr/>
            <p:nvPr/>
          </p:nvSpPr>
          <p:spPr>
            <a:xfrm>
              <a:off x="2146" y="1438"/>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7" name="Google Shape;1227;p25"/>
            <p:cNvSpPr/>
            <p:nvPr/>
          </p:nvSpPr>
          <p:spPr>
            <a:xfrm>
              <a:off x="2407" y="1980"/>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8" name="Google Shape;1228;p25"/>
            <p:cNvSpPr/>
            <p:nvPr/>
          </p:nvSpPr>
          <p:spPr>
            <a:xfrm>
              <a:off x="2534" y="1980"/>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9" name="Google Shape;1229;p25"/>
            <p:cNvSpPr/>
            <p:nvPr/>
          </p:nvSpPr>
          <p:spPr>
            <a:xfrm>
              <a:off x="2662" y="1980"/>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0" name="Google Shape;1230;p25"/>
            <p:cNvSpPr/>
            <p:nvPr/>
          </p:nvSpPr>
          <p:spPr>
            <a:xfrm>
              <a:off x="2534" y="2115"/>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1" name="Google Shape;1231;p25"/>
            <p:cNvSpPr/>
            <p:nvPr/>
          </p:nvSpPr>
          <p:spPr>
            <a:xfrm>
              <a:off x="2662" y="2115"/>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2" name="Google Shape;1232;p25"/>
            <p:cNvSpPr/>
            <p:nvPr/>
          </p:nvSpPr>
          <p:spPr>
            <a:xfrm>
              <a:off x="2677" y="2264"/>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3" name="Google Shape;1233;p25"/>
            <p:cNvSpPr/>
            <p:nvPr/>
          </p:nvSpPr>
          <p:spPr>
            <a:xfrm>
              <a:off x="2407" y="1175"/>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4" name="Google Shape;1234;p25"/>
            <p:cNvSpPr/>
            <p:nvPr/>
          </p:nvSpPr>
          <p:spPr>
            <a:xfrm>
              <a:off x="2534" y="1175"/>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5" name="Google Shape;1235;p25"/>
            <p:cNvSpPr/>
            <p:nvPr/>
          </p:nvSpPr>
          <p:spPr>
            <a:xfrm>
              <a:off x="2662" y="1175"/>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6" name="Google Shape;1236;p25"/>
            <p:cNvSpPr/>
            <p:nvPr/>
          </p:nvSpPr>
          <p:spPr>
            <a:xfrm>
              <a:off x="2534" y="1041"/>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7" name="Google Shape;1237;p25"/>
            <p:cNvSpPr/>
            <p:nvPr/>
          </p:nvSpPr>
          <p:spPr>
            <a:xfrm>
              <a:off x="2662" y="1041"/>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8" name="Google Shape;1238;p25"/>
            <p:cNvSpPr/>
            <p:nvPr/>
          </p:nvSpPr>
          <p:spPr>
            <a:xfrm>
              <a:off x="2677" y="922"/>
              <a:ext cx="0" cy="0"/>
            </a:xfrm>
            <a:prstGeom prst="ellipse">
              <a:avLst/>
            </a:pr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239" name="Google Shape;1239;p25"/>
          <p:cNvSpPr/>
          <p:nvPr/>
        </p:nvSpPr>
        <p:spPr>
          <a:xfrm>
            <a:off x="5010424" y="4130514"/>
            <a:ext cx="2507058" cy="146217"/>
          </a:xfrm>
          <a:custGeom>
            <a:rect b="b" l="l" r="r" t="t"/>
            <a:pathLst>
              <a:path extrusionOk="0" h="146217" w="2507058">
                <a:moveTo>
                  <a:pt x="54582" y="0"/>
                </a:moveTo>
                <a:lnTo>
                  <a:pt x="1128214" y="0"/>
                </a:lnTo>
                <a:lnTo>
                  <a:pt x="1433426" y="0"/>
                </a:lnTo>
                <a:lnTo>
                  <a:pt x="2507058" y="0"/>
                </a:lnTo>
                <a:cubicBezTo>
                  <a:pt x="2507058" y="146217"/>
                  <a:pt x="2507058" y="146217"/>
                  <a:pt x="2507058" y="146217"/>
                </a:cubicBezTo>
                <a:cubicBezTo>
                  <a:pt x="1962300" y="146217"/>
                  <a:pt x="1632766" y="146217"/>
                  <a:pt x="1433426" y="146217"/>
                </a:cubicBezTo>
                <a:cubicBezTo>
                  <a:pt x="1384139" y="146217"/>
                  <a:pt x="1342811" y="146217"/>
                  <a:pt x="1308157" y="146217"/>
                </a:cubicBezTo>
                <a:cubicBezTo>
                  <a:pt x="1305623" y="146217"/>
                  <a:pt x="1303094" y="146217"/>
                  <a:pt x="1300570" y="146217"/>
                </a:cubicBezTo>
                <a:cubicBezTo>
                  <a:pt x="1279025" y="146217"/>
                  <a:pt x="1260174" y="146217"/>
                  <a:pt x="1243679" y="146217"/>
                </a:cubicBezTo>
                <a:lnTo>
                  <a:pt x="1200927" y="146217"/>
                </a:lnTo>
                <a:cubicBezTo>
                  <a:pt x="1190623" y="146217"/>
                  <a:pt x="1180412" y="146217"/>
                  <a:pt x="1170293" y="146217"/>
                </a:cubicBezTo>
                <a:cubicBezTo>
                  <a:pt x="1161877" y="146217"/>
                  <a:pt x="1155145" y="146217"/>
                  <a:pt x="1149759" y="146217"/>
                </a:cubicBezTo>
                <a:lnTo>
                  <a:pt x="1137303" y="146217"/>
                </a:lnTo>
                <a:lnTo>
                  <a:pt x="1130907" y="146217"/>
                </a:lnTo>
                <a:lnTo>
                  <a:pt x="1128214" y="146217"/>
                </a:lnTo>
                <a:cubicBezTo>
                  <a:pt x="54582" y="146217"/>
                  <a:pt x="54582" y="146217"/>
                  <a:pt x="54582" y="146217"/>
                </a:cubicBezTo>
                <a:cubicBezTo>
                  <a:pt x="24042" y="146217"/>
                  <a:pt x="0" y="113580"/>
                  <a:pt x="0" y="73109"/>
                </a:cubicBezTo>
                <a:cubicBezTo>
                  <a:pt x="0" y="33291"/>
                  <a:pt x="24042" y="0"/>
                  <a:pt x="54582" y="0"/>
                </a:cubicBezTo>
                <a:close/>
              </a:path>
            </a:pathLst>
          </a:cu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0" name="Google Shape;1240;p25"/>
          <p:cNvSpPr txBox="1"/>
          <p:nvPr>
            <p:ph idx="9" type="body"/>
          </p:nvPr>
        </p:nvSpPr>
        <p:spPr>
          <a:xfrm>
            <a:off x="4070675" y="4036912"/>
            <a:ext cx="939600" cy="337500"/>
          </a:xfrm>
          <a:prstGeom prst="rect">
            <a:avLst/>
          </a:prstGeom>
          <a:noFill/>
          <a:ln>
            <a:noFill/>
          </a:ln>
        </p:spPr>
        <p:txBody>
          <a:bodyPr anchorCtr="0" anchor="ctr" bIns="45700" lIns="91425" spcFirstLastPara="1" rIns="91425" wrap="square" tIns="45700">
            <a:noAutofit/>
          </a:bodyPr>
          <a:lstStyle>
            <a:lvl1pPr indent="-228600" lvl="0" marL="457200" algn="ctr">
              <a:spcBef>
                <a:spcPts val="360"/>
              </a:spcBef>
              <a:spcAft>
                <a:spcPts val="0"/>
              </a:spcAft>
              <a:buClr>
                <a:schemeClr val="lt1"/>
              </a:buClr>
              <a:buSzPts val="1800"/>
              <a:buNone/>
              <a:defRPr b="0" sz="18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41" name="Google Shape;1241;p25"/>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Calibri"/>
              <a:buNone/>
              <a:defRPr sz="4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ughnut Charts">
  <p:cSld name="Doughnut Charts">
    <p:spTree>
      <p:nvGrpSpPr>
        <p:cNvPr id="1242" name="Shape 1242"/>
        <p:cNvGrpSpPr/>
        <p:nvPr/>
      </p:nvGrpSpPr>
      <p:grpSpPr>
        <a:xfrm>
          <a:off x="0" y="0"/>
          <a:ext cx="0" cy="0"/>
          <a:chOff x="0" y="0"/>
          <a:chExt cx="0" cy="0"/>
        </a:xfrm>
      </p:grpSpPr>
      <p:sp>
        <p:nvSpPr>
          <p:cNvPr id="1243" name="Google Shape;1243;p26"/>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4" name="Google Shape;1244;p26"/>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5" name="Google Shape;1245;p26"/>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pic>
        <p:nvPicPr>
          <p:cNvPr id="1246" name="Google Shape;1246;p26"/>
          <p:cNvPicPr preferRelativeResize="0"/>
          <p:nvPr/>
        </p:nvPicPr>
        <p:blipFill rotWithShape="1">
          <a:blip r:embed="rId2">
            <a:alphaModFix/>
          </a:blip>
          <a:srcRect b="0" l="0" r="0" t="0"/>
          <a:stretch/>
        </p:blipFill>
        <p:spPr>
          <a:xfrm>
            <a:off x="611560" y="987574"/>
            <a:ext cx="2400000" cy="2496000"/>
          </a:xfrm>
          <a:prstGeom prst="rect">
            <a:avLst/>
          </a:prstGeom>
          <a:noFill/>
          <a:ln>
            <a:noFill/>
          </a:ln>
        </p:spPr>
      </p:pic>
      <p:pic>
        <p:nvPicPr>
          <p:cNvPr id="1247" name="Google Shape;1247;p26"/>
          <p:cNvPicPr preferRelativeResize="0"/>
          <p:nvPr/>
        </p:nvPicPr>
        <p:blipFill rotWithShape="1">
          <a:blip r:embed="rId3">
            <a:alphaModFix/>
          </a:blip>
          <a:srcRect b="0" l="0" r="0" t="0"/>
          <a:stretch/>
        </p:blipFill>
        <p:spPr>
          <a:xfrm>
            <a:off x="3347864" y="987574"/>
            <a:ext cx="2400000" cy="2496000"/>
          </a:xfrm>
          <a:prstGeom prst="rect">
            <a:avLst/>
          </a:prstGeom>
          <a:noFill/>
          <a:ln>
            <a:noFill/>
          </a:ln>
        </p:spPr>
      </p:pic>
      <p:pic>
        <p:nvPicPr>
          <p:cNvPr id="1248" name="Google Shape;1248;p26"/>
          <p:cNvPicPr preferRelativeResize="0"/>
          <p:nvPr/>
        </p:nvPicPr>
        <p:blipFill rotWithShape="1">
          <a:blip r:embed="rId4">
            <a:alphaModFix/>
          </a:blip>
          <a:srcRect b="0" l="0" r="0" t="0"/>
          <a:stretch/>
        </p:blipFill>
        <p:spPr>
          <a:xfrm>
            <a:off x="6012160" y="987574"/>
            <a:ext cx="2400000" cy="2496000"/>
          </a:xfrm>
          <a:prstGeom prst="rect">
            <a:avLst/>
          </a:prstGeom>
          <a:noFill/>
          <a:ln>
            <a:noFill/>
          </a:ln>
        </p:spPr>
      </p:pic>
      <p:sp>
        <p:nvSpPr>
          <p:cNvPr id="1249" name="Google Shape;1249;p26"/>
          <p:cNvSpPr txBox="1"/>
          <p:nvPr>
            <p:ph idx="1" type="body"/>
          </p:nvPr>
        </p:nvSpPr>
        <p:spPr>
          <a:xfrm>
            <a:off x="706463" y="3507854"/>
            <a:ext cx="2232900" cy="3360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rgbClr val="8ABFC1"/>
              </a:buClr>
              <a:buSzPts val="2000"/>
              <a:buNone/>
              <a:defRPr b="1" sz="2000">
                <a:solidFill>
                  <a:srgbClr val="8ABFC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50" name="Google Shape;1250;p26"/>
          <p:cNvSpPr txBox="1"/>
          <p:nvPr>
            <p:ph idx="2" type="body"/>
          </p:nvPr>
        </p:nvSpPr>
        <p:spPr>
          <a:xfrm>
            <a:off x="706463" y="3820600"/>
            <a:ext cx="2232900" cy="720000"/>
          </a:xfrm>
          <a:prstGeom prst="rect">
            <a:avLst/>
          </a:prstGeom>
          <a:noFill/>
          <a:ln>
            <a:noFill/>
          </a:ln>
        </p:spPr>
        <p:txBody>
          <a:bodyPr anchorCtr="0" anchor="t" bIns="45700" lIns="91425" spcFirstLastPara="1" rIns="91425" wrap="square" tIns="45700">
            <a:noAutofit/>
          </a:bodyPr>
          <a:lstStyle>
            <a:lvl1pPr indent="-228600" lvl="0" marL="457200" algn="ctr">
              <a:spcBef>
                <a:spcPts val="360"/>
              </a:spcBef>
              <a:spcAft>
                <a:spcPts val="0"/>
              </a:spcAft>
              <a:buClr>
                <a:srgbClr val="484848"/>
              </a:buClr>
              <a:buSzPts val="1800"/>
              <a:buNone/>
              <a:defRPr sz="1800">
                <a:solidFill>
                  <a:srgbClr val="484848"/>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51" name="Google Shape;1251;p26"/>
          <p:cNvSpPr txBox="1"/>
          <p:nvPr>
            <p:ph idx="3" type="body"/>
          </p:nvPr>
        </p:nvSpPr>
        <p:spPr>
          <a:xfrm>
            <a:off x="3442767" y="3507854"/>
            <a:ext cx="2232900" cy="3360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rgbClr val="89BC34"/>
              </a:buClr>
              <a:buSzPts val="2000"/>
              <a:buNone/>
              <a:defRPr b="1" sz="2000">
                <a:solidFill>
                  <a:srgbClr val="89BC34"/>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52" name="Google Shape;1252;p26"/>
          <p:cNvSpPr txBox="1"/>
          <p:nvPr>
            <p:ph idx="4" type="body"/>
          </p:nvPr>
        </p:nvSpPr>
        <p:spPr>
          <a:xfrm>
            <a:off x="3442767" y="3820600"/>
            <a:ext cx="2232900" cy="720000"/>
          </a:xfrm>
          <a:prstGeom prst="rect">
            <a:avLst/>
          </a:prstGeom>
          <a:noFill/>
          <a:ln>
            <a:noFill/>
          </a:ln>
        </p:spPr>
        <p:txBody>
          <a:bodyPr anchorCtr="0" anchor="t" bIns="45700" lIns="91425" spcFirstLastPara="1" rIns="91425" wrap="square" tIns="45700">
            <a:noAutofit/>
          </a:bodyPr>
          <a:lstStyle>
            <a:lvl1pPr indent="-228600" lvl="0" marL="457200" algn="ctr">
              <a:spcBef>
                <a:spcPts val="360"/>
              </a:spcBef>
              <a:spcAft>
                <a:spcPts val="0"/>
              </a:spcAft>
              <a:buClr>
                <a:srgbClr val="484848"/>
              </a:buClr>
              <a:buSzPts val="1800"/>
              <a:buNone/>
              <a:defRPr sz="1800">
                <a:solidFill>
                  <a:srgbClr val="484848"/>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53" name="Google Shape;1253;p26"/>
          <p:cNvSpPr txBox="1"/>
          <p:nvPr>
            <p:ph idx="5" type="body"/>
          </p:nvPr>
        </p:nvSpPr>
        <p:spPr>
          <a:xfrm>
            <a:off x="6107063" y="3507854"/>
            <a:ext cx="2232900" cy="3360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rgbClr val="4C7836"/>
              </a:buClr>
              <a:buSzPts val="2000"/>
              <a:buNone/>
              <a:defRPr b="1" sz="2000">
                <a:solidFill>
                  <a:srgbClr val="4C7836"/>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54" name="Google Shape;1254;p26"/>
          <p:cNvSpPr txBox="1"/>
          <p:nvPr>
            <p:ph idx="6" type="body"/>
          </p:nvPr>
        </p:nvSpPr>
        <p:spPr>
          <a:xfrm>
            <a:off x="6107063" y="3820600"/>
            <a:ext cx="2232900" cy="720000"/>
          </a:xfrm>
          <a:prstGeom prst="rect">
            <a:avLst/>
          </a:prstGeom>
          <a:noFill/>
          <a:ln>
            <a:noFill/>
          </a:ln>
        </p:spPr>
        <p:txBody>
          <a:bodyPr anchorCtr="0" anchor="t" bIns="45700" lIns="91425" spcFirstLastPara="1" rIns="91425" wrap="square" tIns="45700">
            <a:noAutofit/>
          </a:bodyPr>
          <a:lstStyle>
            <a:lvl1pPr indent="-228600" lvl="0" marL="457200" algn="ctr">
              <a:spcBef>
                <a:spcPts val="360"/>
              </a:spcBef>
              <a:spcAft>
                <a:spcPts val="0"/>
              </a:spcAft>
              <a:buClr>
                <a:srgbClr val="484848"/>
              </a:buClr>
              <a:buSzPts val="1800"/>
              <a:buNone/>
              <a:defRPr sz="1800">
                <a:solidFill>
                  <a:srgbClr val="484848"/>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55" name="Google Shape;1255;p26"/>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Calibri"/>
              <a:buNone/>
              <a:defRPr sz="4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56" name="Google Shape;1256;p26"/>
          <p:cNvSpPr txBox="1"/>
          <p:nvPr>
            <p:ph idx="7" type="body"/>
          </p:nvPr>
        </p:nvSpPr>
        <p:spPr>
          <a:xfrm>
            <a:off x="468313" y="771550"/>
            <a:ext cx="8207400" cy="503700"/>
          </a:xfrm>
          <a:prstGeom prst="rect">
            <a:avLst/>
          </a:prstGeom>
          <a:noFill/>
          <a:ln>
            <a:noFill/>
          </a:ln>
        </p:spPr>
        <p:txBody>
          <a:bodyPr anchorCtr="0" anchor="t" bIns="45700" lIns="91425" spcFirstLastPara="1" rIns="91425" wrap="square" tIns="45700">
            <a:noAutofit/>
          </a:bodyPr>
          <a:lstStyle>
            <a:lvl1pPr indent="-228600" lvl="0" marL="457200" algn="l">
              <a:spcBef>
                <a:spcPts val="540"/>
              </a:spcBef>
              <a:spcAft>
                <a:spcPts val="0"/>
              </a:spcAft>
              <a:buClr>
                <a:schemeClr val="accent5"/>
              </a:buClr>
              <a:buSzPts val="2700"/>
              <a:buNone/>
              <a:defRPr sz="27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
  <p:cSld name="Bar Chart">
    <p:spTree>
      <p:nvGrpSpPr>
        <p:cNvPr id="1257" name="Shape 1257"/>
        <p:cNvGrpSpPr/>
        <p:nvPr/>
      </p:nvGrpSpPr>
      <p:grpSpPr>
        <a:xfrm>
          <a:off x="0" y="0"/>
          <a:ext cx="0" cy="0"/>
          <a:chOff x="0" y="0"/>
          <a:chExt cx="0" cy="0"/>
        </a:xfrm>
      </p:grpSpPr>
      <p:sp>
        <p:nvSpPr>
          <p:cNvPr id="1258" name="Google Shape;1258;p27"/>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9" name="Google Shape;1259;p27"/>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0" name="Google Shape;1260;p27"/>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sp>
        <p:nvSpPr>
          <p:cNvPr id="1261" name="Google Shape;1261;p27"/>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Calibri"/>
              <a:buNone/>
              <a:defRPr sz="4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2" name="Google Shape;1262;p27"/>
          <p:cNvSpPr txBox="1"/>
          <p:nvPr>
            <p:ph idx="1" type="body"/>
          </p:nvPr>
        </p:nvSpPr>
        <p:spPr>
          <a:xfrm>
            <a:off x="468313" y="771550"/>
            <a:ext cx="8207400" cy="503700"/>
          </a:xfrm>
          <a:prstGeom prst="rect">
            <a:avLst/>
          </a:prstGeom>
          <a:noFill/>
          <a:ln>
            <a:noFill/>
          </a:ln>
        </p:spPr>
        <p:txBody>
          <a:bodyPr anchorCtr="0" anchor="t" bIns="45700" lIns="91425" spcFirstLastPara="1" rIns="91425" wrap="square" tIns="45700">
            <a:noAutofit/>
          </a:bodyPr>
          <a:lstStyle>
            <a:lvl1pPr indent="-228600" lvl="0" marL="457200" algn="l">
              <a:spcBef>
                <a:spcPts val="540"/>
              </a:spcBef>
              <a:spcAft>
                <a:spcPts val="0"/>
              </a:spcAft>
              <a:buClr>
                <a:schemeClr val="accent5"/>
              </a:buClr>
              <a:buSzPts val="2700"/>
              <a:buNone/>
              <a:defRPr sz="27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id="1263" name="Google Shape;1263;p27"/>
          <p:cNvPicPr preferRelativeResize="0"/>
          <p:nvPr/>
        </p:nvPicPr>
        <p:blipFill rotWithShape="1">
          <a:blip r:embed="rId2">
            <a:alphaModFix/>
          </a:blip>
          <a:srcRect b="0" l="0" r="0" t="0"/>
          <a:stretch/>
        </p:blipFill>
        <p:spPr>
          <a:xfrm>
            <a:off x="899592" y="1347614"/>
            <a:ext cx="7272900" cy="3256200"/>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D Pyramid - 4 Items">
  <p:cSld name="3D Pyramid - 4 Items">
    <p:spTree>
      <p:nvGrpSpPr>
        <p:cNvPr id="1264" name="Shape 1264"/>
        <p:cNvGrpSpPr/>
        <p:nvPr/>
      </p:nvGrpSpPr>
      <p:grpSpPr>
        <a:xfrm>
          <a:off x="0" y="0"/>
          <a:ext cx="0" cy="0"/>
          <a:chOff x="0" y="0"/>
          <a:chExt cx="0" cy="0"/>
        </a:xfrm>
      </p:grpSpPr>
      <p:sp>
        <p:nvSpPr>
          <p:cNvPr id="1265" name="Google Shape;1265;p28"/>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Calibri"/>
              <a:buNone/>
              <a:defRPr sz="4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6" name="Google Shape;1266;p28"/>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7" name="Google Shape;1267;p28"/>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8" name="Google Shape;1268;p28"/>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sp>
        <p:nvSpPr>
          <p:cNvPr id="1269" name="Google Shape;1269;p28"/>
          <p:cNvSpPr txBox="1"/>
          <p:nvPr>
            <p:ph idx="1" type="body"/>
          </p:nvPr>
        </p:nvSpPr>
        <p:spPr>
          <a:xfrm>
            <a:off x="468313" y="771550"/>
            <a:ext cx="8207400" cy="503700"/>
          </a:xfrm>
          <a:prstGeom prst="rect">
            <a:avLst/>
          </a:prstGeom>
          <a:noFill/>
          <a:ln>
            <a:noFill/>
          </a:ln>
        </p:spPr>
        <p:txBody>
          <a:bodyPr anchorCtr="0" anchor="t" bIns="45700" lIns="91425" spcFirstLastPara="1" rIns="91425" wrap="square" tIns="45700">
            <a:noAutofit/>
          </a:bodyPr>
          <a:lstStyle>
            <a:lvl1pPr indent="-228600" lvl="0" marL="457200" algn="l">
              <a:spcBef>
                <a:spcPts val="540"/>
              </a:spcBef>
              <a:spcAft>
                <a:spcPts val="0"/>
              </a:spcAft>
              <a:buClr>
                <a:schemeClr val="accent5"/>
              </a:buClr>
              <a:buSzPts val="2700"/>
              <a:buNone/>
              <a:defRPr sz="27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1270" name="Google Shape;1270;p28"/>
          <p:cNvGrpSpPr/>
          <p:nvPr/>
        </p:nvGrpSpPr>
        <p:grpSpPr>
          <a:xfrm>
            <a:off x="3003723" y="1602772"/>
            <a:ext cx="3011662" cy="3020986"/>
            <a:chOff x="1266" y="2"/>
            <a:chExt cx="3230" cy="3240"/>
          </a:xfrm>
        </p:grpSpPr>
        <p:sp>
          <p:nvSpPr>
            <p:cNvPr id="1271" name="Google Shape;1271;p28"/>
            <p:cNvSpPr/>
            <p:nvPr/>
          </p:nvSpPr>
          <p:spPr>
            <a:xfrm>
              <a:off x="1266" y="2473"/>
              <a:ext cx="737" cy="769"/>
            </a:xfrm>
            <a:custGeom>
              <a:rect b="b" l="l" r="r" t="t"/>
              <a:pathLst>
                <a:path extrusionOk="0" h="769" w="737">
                  <a:moveTo>
                    <a:pt x="450" y="769"/>
                  </a:moveTo>
                  <a:lnTo>
                    <a:pt x="0" y="458"/>
                  </a:lnTo>
                  <a:lnTo>
                    <a:pt x="404" y="0"/>
                  </a:lnTo>
                  <a:lnTo>
                    <a:pt x="737" y="235"/>
                  </a:lnTo>
                  <a:lnTo>
                    <a:pt x="450" y="769"/>
                  </a:lnTo>
                  <a:close/>
                </a:path>
              </a:pathLst>
            </a:custGeom>
            <a:solidFill>
              <a:srgbClr val="8ABFC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2" name="Google Shape;1272;p28"/>
            <p:cNvSpPr/>
            <p:nvPr/>
          </p:nvSpPr>
          <p:spPr>
            <a:xfrm>
              <a:off x="1716" y="2708"/>
              <a:ext cx="2780" cy="534"/>
            </a:xfrm>
            <a:custGeom>
              <a:rect b="b" l="l" r="r" t="t"/>
              <a:pathLst>
                <a:path extrusionOk="0" h="534" w="2780">
                  <a:moveTo>
                    <a:pt x="2780" y="534"/>
                  </a:moveTo>
                  <a:lnTo>
                    <a:pt x="0" y="534"/>
                  </a:lnTo>
                  <a:lnTo>
                    <a:pt x="287" y="0"/>
                  </a:lnTo>
                  <a:lnTo>
                    <a:pt x="2387" y="0"/>
                  </a:lnTo>
                  <a:lnTo>
                    <a:pt x="2780" y="534"/>
                  </a:lnTo>
                  <a:close/>
                </a:path>
              </a:pathLst>
            </a:custGeom>
            <a:solidFill>
              <a:srgbClr val="B5D7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3" name="Google Shape;1273;p28"/>
            <p:cNvSpPr/>
            <p:nvPr/>
          </p:nvSpPr>
          <p:spPr>
            <a:xfrm>
              <a:off x="1670" y="2473"/>
              <a:ext cx="2433" cy="235"/>
            </a:xfrm>
            <a:custGeom>
              <a:rect b="b" l="l" r="r" t="t"/>
              <a:pathLst>
                <a:path extrusionOk="0" h="235" w="2433">
                  <a:moveTo>
                    <a:pt x="2433" y="235"/>
                  </a:moveTo>
                  <a:lnTo>
                    <a:pt x="333" y="235"/>
                  </a:lnTo>
                  <a:lnTo>
                    <a:pt x="0" y="0"/>
                  </a:lnTo>
                  <a:lnTo>
                    <a:pt x="2098" y="0"/>
                  </a:lnTo>
                  <a:lnTo>
                    <a:pt x="2433" y="235"/>
                  </a:lnTo>
                  <a:close/>
                </a:path>
              </a:pathLst>
            </a:custGeom>
            <a:solidFill>
              <a:srgbClr val="79B6B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4" name="Google Shape;1274;p28"/>
            <p:cNvSpPr/>
            <p:nvPr/>
          </p:nvSpPr>
          <p:spPr>
            <a:xfrm>
              <a:off x="1666" y="1576"/>
              <a:ext cx="628" cy="697"/>
            </a:xfrm>
            <a:custGeom>
              <a:rect b="b" l="l" r="r" t="t"/>
              <a:pathLst>
                <a:path extrusionOk="0" h="697" w="628">
                  <a:moveTo>
                    <a:pt x="335" y="697"/>
                  </a:moveTo>
                  <a:lnTo>
                    <a:pt x="0" y="462"/>
                  </a:lnTo>
                  <a:lnTo>
                    <a:pt x="407" y="0"/>
                  </a:lnTo>
                  <a:lnTo>
                    <a:pt x="628" y="158"/>
                  </a:lnTo>
                  <a:lnTo>
                    <a:pt x="335" y="697"/>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5" name="Google Shape;1275;p28"/>
            <p:cNvSpPr/>
            <p:nvPr/>
          </p:nvSpPr>
          <p:spPr>
            <a:xfrm>
              <a:off x="2001" y="1734"/>
              <a:ext cx="2098" cy="539"/>
            </a:xfrm>
            <a:custGeom>
              <a:rect b="b" l="l" r="r" t="t"/>
              <a:pathLst>
                <a:path extrusionOk="0" h="539" w="2098">
                  <a:moveTo>
                    <a:pt x="2098" y="539"/>
                  </a:moveTo>
                  <a:lnTo>
                    <a:pt x="0" y="539"/>
                  </a:lnTo>
                  <a:lnTo>
                    <a:pt x="293" y="0"/>
                  </a:lnTo>
                  <a:lnTo>
                    <a:pt x="1702" y="0"/>
                  </a:lnTo>
                  <a:lnTo>
                    <a:pt x="2098" y="539"/>
                  </a:lnTo>
                  <a:close/>
                </a:path>
              </a:pathLst>
            </a:custGeom>
            <a:solidFill>
              <a:srgbClr val="C0E08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6" name="Google Shape;1276;p28"/>
            <p:cNvSpPr/>
            <p:nvPr/>
          </p:nvSpPr>
          <p:spPr>
            <a:xfrm>
              <a:off x="2073" y="1576"/>
              <a:ext cx="1630" cy="158"/>
            </a:xfrm>
            <a:custGeom>
              <a:rect b="b" l="l" r="r" t="t"/>
              <a:pathLst>
                <a:path extrusionOk="0" h="158" w="1630">
                  <a:moveTo>
                    <a:pt x="1630" y="158"/>
                  </a:moveTo>
                  <a:lnTo>
                    <a:pt x="221" y="158"/>
                  </a:lnTo>
                  <a:lnTo>
                    <a:pt x="0" y="0"/>
                  </a:lnTo>
                  <a:lnTo>
                    <a:pt x="1410" y="0"/>
                  </a:lnTo>
                  <a:lnTo>
                    <a:pt x="1630" y="158"/>
                  </a:lnTo>
                  <a:close/>
                </a:path>
              </a:pathLst>
            </a:custGeom>
            <a:solidFill>
              <a:srgbClr val="98CB4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7" name="Google Shape;1277;p28"/>
            <p:cNvSpPr/>
            <p:nvPr/>
          </p:nvSpPr>
          <p:spPr>
            <a:xfrm>
              <a:off x="2075" y="741"/>
              <a:ext cx="541" cy="637"/>
            </a:xfrm>
            <a:custGeom>
              <a:rect b="b" l="l" r="r" t="t"/>
              <a:pathLst>
                <a:path extrusionOk="0" h="637" w="541">
                  <a:moveTo>
                    <a:pt x="541" y="83"/>
                  </a:moveTo>
                  <a:lnTo>
                    <a:pt x="223" y="637"/>
                  </a:lnTo>
                  <a:lnTo>
                    <a:pt x="0" y="480"/>
                  </a:lnTo>
                  <a:lnTo>
                    <a:pt x="424" y="0"/>
                  </a:lnTo>
                  <a:lnTo>
                    <a:pt x="541" y="83"/>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8" name="Google Shape;1278;p28"/>
            <p:cNvSpPr/>
            <p:nvPr/>
          </p:nvSpPr>
          <p:spPr>
            <a:xfrm>
              <a:off x="2298" y="824"/>
              <a:ext cx="1409" cy="554"/>
            </a:xfrm>
            <a:custGeom>
              <a:rect b="b" l="l" r="r" t="t"/>
              <a:pathLst>
                <a:path extrusionOk="0" h="554" w="1409">
                  <a:moveTo>
                    <a:pt x="1409" y="554"/>
                  </a:moveTo>
                  <a:lnTo>
                    <a:pt x="0" y="554"/>
                  </a:lnTo>
                  <a:lnTo>
                    <a:pt x="318" y="0"/>
                  </a:lnTo>
                  <a:lnTo>
                    <a:pt x="1001" y="0"/>
                  </a:lnTo>
                  <a:lnTo>
                    <a:pt x="1409" y="554"/>
                  </a:lnTo>
                  <a:close/>
                </a:path>
              </a:pathLst>
            </a:custGeom>
            <a:solidFill>
              <a:srgbClr val="A1CB8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9" name="Google Shape;1279;p28"/>
            <p:cNvSpPr/>
            <p:nvPr/>
          </p:nvSpPr>
          <p:spPr>
            <a:xfrm>
              <a:off x="2499" y="741"/>
              <a:ext cx="800" cy="83"/>
            </a:xfrm>
            <a:custGeom>
              <a:rect b="b" l="l" r="r" t="t"/>
              <a:pathLst>
                <a:path extrusionOk="0" h="83" w="800">
                  <a:moveTo>
                    <a:pt x="800" y="83"/>
                  </a:moveTo>
                  <a:lnTo>
                    <a:pt x="117" y="83"/>
                  </a:lnTo>
                  <a:lnTo>
                    <a:pt x="110" y="78"/>
                  </a:lnTo>
                  <a:lnTo>
                    <a:pt x="0" y="0"/>
                  </a:lnTo>
                  <a:lnTo>
                    <a:pt x="684" y="0"/>
                  </a:lnTo>
                  <a:lnTo>
                    <a:pt x="793" y="78"/>
                  </a:lnTo>
                  <a:lnTo>
                    <a:pt x="800" y="83"/>
                  </a:lnTo>
                  <a:close/>
                </a:path>
              </a:pathLst>
            </a:custGeom>
            <a:solidFill>
              <a:srgbClr val="6DAC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0" name="Google Shape;1280;p28"/>
            <p:cNvSpPr/>
            <p:nvPr/>
          </p:nvSpPr>
          <p:spPr>
            <a:xfrm>
              <a:off x="2499" y="2"/>
              <a:ext cx="404" cy="539"/>
            </a:xfrm>
            <a:custGeom>
              <a:rect b="b" l="l" r="r" t="t"/>
              <a:pathLst>
                <a:path extrusionOk="0" h="539" w="404">
                  <a:moveTo>
                    <a:pt x="404" y="0"/>
                  </a:moveTo>
                  <a:lnTo>
                    <a:pt x="117" y="539"/>
                  </a:lnTo>
                  <a:lnTo>
                    <a:pt x="0" y="457"/>
                  </a:lnTo>
                  <a:lnTo>
                    <a:pt x="404" y="0"/>
                  </a:lnTo>
                  <a:close/>
                </a:path>
              </a:pathLst>
            </a:custGeom>
            <a:solidFill>
              <a:srgbClr val="5A8E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1" name="Google Shape;1281;p28"/>
            <p:cNvSpPr/>
            <p:nvPr/>
          </p:nvSpPr>
          <p:spPr>
            <a:xfrm>
              <a:off x="2616" y="2"/>
              <a:ext cx="683" cy="539"/>
            </a:xfrm>
            <a:custGeom>
              <a:rect b="b" l="l" r="r" t="t"/>
              <a:pathLst>
                <a:path extrusionOk="0" h="539" w="683">
                  <a:moveTo>
                    <a:pt x="683" y="539"/>
                  </a:moveTo>
                  <a:lnTo>
                    <a:pt x="0" y="539"/>
                  </a:lnTo>
                  <a:lnTo>
                    <a:pt x="0" y="539"/>
                  </a:lnTo>
                  <a:lnTo>
                    <a:pt x="287" y="0"/>
                  </a:lnTo>
                  <a:lnTo>
                    <a:pt x="683" y="539"/>
                  </a:lnTo>
                  <a:close/>
                </a:path>
              </a:pathLst>
            </a:custGeom>
            <a:solidFill>
              <a:srgbClr val="76AB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282" name="Google Shape;1282;p28"/>
          <p:cNvSpPr txBox="1"/>
          <p:nvPr>
            <p:ph idx="2" type="body"/>
          </p:nvPr>
        </p:nvSpPr>
        <p:spPr>
          <a:xfrm>
            <a:off x="418693" y="1655624"/>
            <a:ext cx="3599700" cy="396900"/>
          </a:xfrm>
          <a:prstGeom prst="rect">
            <a:avLst/>
          </a:prstGeom>
          <a:noFill/>
          <a:ln>
            <a:noFill/>
          </a:ln>
        </p:spPr>
        <p:txBody>
          <a:bodyPr anchorCtr="0" anchor="t" bIns="45700" lIns="91425" spcFirstLastPara="1" rIns="91425" wrap="square" tIns="45700">
            <a:noAutofit/>
          </a:bodyPr>
          <a:lstStyle>
            <a:lvl1pPr indent="-228600" lvl="0" marL="457200" algn="r">
              <a:spcBef>
                <a:spcPts val="440"/>
              </a:spcBef>
              <a:spcAft>
                <a:spcPts val="0"/>
              </a:spcAft>
              <a:buClr>
                <a:srgbClr val="335023"/>
              </a:buClr>
              <a:buSzPts val="2200"/>
              <a:buNone/>
              <a:defRPr sz="2200">
                <a:solidFill>
                  <a:srgbClr val="335023"/>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83" name="Google Shape;1283;p28"/>
          <p:cNvSpPr txBox="1"/>
          <p:nvPr>
            <p:ph idx="3" type="body"/>
          </p:nvPr>
        </p:nvSpPr>
        <p:spPr>
          <a:xfrm>
            <a:off x="5364088" y="2399525"/>
            <a:ext cx="3384300" cy="396900"/>
          </a:xfrm>
          <a:prstGeom prst="rect">
            <a:avLst/>
          </a:prstGeom>
          <a:noFill/>
          <a:ln>
            <a:noFill/>
          </a:ln>
        </p:spPr>
        <p:txBody>
          <a:bodyPr anchorCtr="0" anchor="t" bIns="45700" lIns="91425" spcFirstLastPara="1" rIns="91425" wrap="square" tIns="45700">
            <a:noAutofit/>
          </a:bodyPr>
          <a:lstStyle>
            <a:lvl1pPr indent="-228600" lvl="0" marL="457200" algn="l">
              <a:spcBef>
                <a:spcPts val="440"/>
              </a:spcBef>
              <a:spcAft>
                <a:spcPts val="0"/>
              </a:spcAft>
              <a:buClr>
                <a:srgbClr val="4C7836"/>
              </a:buClr>
              <a:buSzPts val="2200"/>
              <a:buNone/>
              <a:defRPr sz="2200">
                <a:solidFill>
                  <a:srgbClr val="4C7836"/>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84" name="Google Shape;1284;p28"/>
          <p:cNvSpPr txBox="1"/>
          <p:nvPr>
            <p:ph idx="4" type="body"/>
          </p:nvPr>
        </p:nvSpPr>
        <p:spPr>
          <a:xfrm>
            <a:off x="395536" y="3072116"/>
            <a:ext cx="2880300" cy="396900"/>
          </a:xfrm>
          <a:prstGeom prst="rect">
            <a:avLst/>
          </a:prstGeom>
          <a:noFill/>
          <a:ln>
            <a:noFill/>
          </a:ln>
        </p:spPr>
        <p:txBody>
          <a:bodyPr anchorCtr="0" anchor="t" bIns="45700" lIns="91425" spcFirstLastPara="1" rIns="91425" wrap="square" tIns="45700">
            <a:noAutofit/>
          </a:bodyPr>
          <a:lstStyle>
            <a:lvl1pPr indent="-228600" lvl="0" marL="457200" algn="r">
              <a:spcBef>
                <a:spcPts val="440"/>
              </a:spcBef>
              <a:spcAft>
                <a:spcPts val="0"/>
              </a:spcAft>
              <a:buClr>
                <a:srgbClr val="89BC34"/>
              </a:buClr>
              <a:buSzPts val="2200"/>
              <a:buNone/>
              <a:defRPr sz="2200">
                <a:solidFill>
                  <a:srgbClr val="89BC34"/>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85" name="Google Shape;1285;p28"/>
          <p:cNvSpPr txBox="1"/>
          <p:nvPr>
            <p:ph idx="5" type="body"/>
          </p:nvPr>
        </p:nvSpPr>
        <p:spPr>
          <a:xfrm>
            <a:off x="5940725" y="4009703"/>
            <a:ext cx="2735700" cy="396900"/>
          </a:xfrm>
          <a:prstGeom prst="rect">
            <a:avLst/>
          </a:prstGeom>
          <a:noFill/>
          <a:ln>
            <a:noFill/>
          </a:ln>
        </p:spPr>
        <p:txBody>
          <a:bodyPr anchorCtr="0" anchor="t" bIns="45700" lIns="91425" spcFirstLastPara="1" rIns="91425" wrap="square" tIns="45700">
            <a:noAutofit/>
          </a:bodyPr>
          <a:lstStyle>
            <a:lvl1pPr indent="-228600" lvl="0" marL="457200" algn="l">
              <a:spcBef>
                <a:spcPts val="440"/>
              </a:spcBef>
              <a:spcAft>
                <a:spcPts val="0"/>
              </a:spcAft>
              <a:buClr>
                <a:srgbClr val="4C8E91"/>
              </a:buClr>
              <a:buSzPts val="2200"/>
              <a:buNone/>
              <a:defRPr sz="2200">
                <a:solidFill>
                  <a:srgbClr val="4C8E9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Text">
  <p:cSld name="1 Column Text">
    <p:spTree>
      <p:nvGrpSpPr>
        <p:cNvPr id="1286" name="Shape 1286"/>
        <p:cNvGrpSpPr/>
        <p:nvPr/>
      </p:nvGrpSpPr>
      <p:grpSpPr>
        <a:xfrm>
          <a:off x="0" y="0"/>
          <a:ext cx="0" cy="0"/>
          <a:chOff x="0" y="0"/>
          <a:chExt cx="0" cy="0"/>
        </a:xfrm>
      </p:grpSpPr>
      <p:sp>
        <p:nvSpPr>
          <p:cNvPr id="1287" name="Google Shape;1287;p29"/>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Calibri"/>
              <a:buNone/>
              <a:defRPr sz="4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8" name="Google Shape;1288;p29"/>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9" name="Google Shape;1289;p29"/>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0" name="Google Shape;1290;p29"/>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sp>
        <p:nvSpPr>
          <p:cNvPr id="1291" name="Google Shape;1291;p29"/>
          <p:cNvSpPr txBox="1"/>
          <p:nvPr>
            <p:ph idx="1" type="body"/>
          </p:nvPr>
        </p:nvSpPr>
        <p:spPr>
          <a:xfrm>
            <a:off x="468313" y="771550"/>
            <a:ext cx="8207400" cy="503700"/>
          </a:xfrm>
          <a:prstGeom prst="rect">
            <a:avLst/>
          </a:prstGeom>
          <a:noFill/>
          <a:ln>
            <a:noFill/>
          </a:ln>
        </p:spPr>
        <p:txBody>
          <a:bodyPr anchorCtr="0" anchor="t" bIns="45700" lIns="91425" spcFirstLastPara="1" rIns="91425" wrap="square" tIns="45700">
            <a:noAutofit/>
          </a:bodyPr>
          <a:lstStyle>
            <a:lvl1pPr indent="-228600" lvl="0" marL="457200" algn="l">
              <a:spcBef>
                <a:spcPts val="540"/>
              </a:spcBef>
              <a:spcAft>
                <a:spcPts val="0"/>
              </a:spcAft>
              <a:buClr>
                <a:schemeClr val="accent5"/>
              </a:buClr>
              <a:buSzPts val="2700"/>
              <a:buNone/>
              <a:defRPr sz="27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92" name="Google Shape;1292;p29"/>
          <p:cNvSpPr txBox="1"/>
          <p:nvPr>
            <p:ph idx="2" type="body"/>
          </p:nvPr>
        </p:nvSpPr>
        <p:spPr>
          <a:xfrm>
            <a:off x="468313" y="1779662"/>
            <a:ext cx="8207400" cy="431700"/>
          </a:xfrm>
          <a:prstGeom prst="rect">
            <a:avLst/>
          </a:prstGeom>
          <a:noFill/>
          <a:ln>
            <a:noFill/>
          </a:ln>
        </p:spPr>
        <p:txBody>
          <a:bodyPr anchorCtr="0" anchor="t" bIns="45700" lIns="91425" spcFirstLastPara="1" rIns="91425" wrap="square" tIns="45700">
            <a:noAutofit/>
          </a:bodyPr>
          <a:lstStyle>
            <a:lvl1pPr indent="-228600" lvl="0" marL="457200" algn="l">
              <a:spcBef>
                <a:spcPts val="440"/>
              </a:spcBef>
              <a:spcAft>
                <a:spcPts val="0"/>
              </a:spcAft>
              <a:buClr>
                <a:srgbClr val="484848"/>
              </a:buClr>
              <a:buSzPts val="2200"/>
              <a:buNone/>
              <a:defRPr sz="2200">
                <a:solidFill>
                  <a:srgbClr val="484848"/>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93" name="Google Shape;1293;p29"/>
          <p:cNvSpPr txBox="1"/>
          <p:nvPr>
            <p:ph idx="3" type="body"/>
          </p:nvPr>
        </p:nvSpPr>
        <p:spPr>
          <a:xfrm>
            <a:off x="468313" y="2211710"/>
            <a:ext cx="8207400" cy="2448300"/>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Clr>
                <a:schemeClr val="accent5"/>
              </a:buClr>
              <a:buSzPts val="1800"/>
              <a:buNone/>
              <a:defRPr sz="18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s Text">
  <p:cSld name="2 Columns Text">
    <p:spTree>
      <p:nvGrpSpPr>
        <p:cNvPr id="1294" name="Shape 1294"/>
        <p:cNvGrpSpPr/>
        <p:nvPr/>
      </p:nvGrpSpPr>
      <p:grpSpPr>
        <a:xfrm>
          <a:off x="0" y="0"/>
          <a:ext cx="0" cy="0"/>
          <a:chOff x="0" y="0"/>
          <a:chExt cx="0" cy="0"/>
        </a:xfrm>
      </p:grpSpPr>
      <p:sp>
        <p:nvSpPr>
          <p:cNvPr id="1295" name="Google Shape;1295;p30"/>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Calibri"/>
              <a:buNone/>
              <a:defRPr sz="4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96" name="Google Shape;1296;p30"/>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7" name="Google Shape;1297;p30"/>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8" name="Google Shape;1298;p30"/>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sp>
        <p:nvSpPr>
          <p:cNvPr id="1299" name="Google Shape;1299;p30"/>
          <p:cNvSpPr txBox="1"/>
          <p:nvPr>
            <p:ph idx="1" type="body"/>
          </p:nvPr>
        </p:nvSpPr>
        <p:spPr>
          <a:xfrm>
            <a:off x="468313" y="771550"/>
            <a:ext cx="8207400" cy="503700"/>
          </a:xfrm>
          <a:prstGeom prst="rect">
            <a:avLst/>
          </a:prstGeom>
          <a:noFill/>
          <a:ln>
            <a:noFill/>
          </a:ln>
        </p:spPr>
        <p:txBody>
          <a:bodyPr anchorCtr="0" anchor="t" bIns="45700" lIns="91425" spcFirstLastPara="1" rIns="91425" wrap="square" tIns="45700">
            <a:noAutofit/>
          </a:bodyPr>
          <a:lstStyle>
            <a:lvl1pPr indent="-228600" lvl="0" marL="457200" algn="l">
              <a:spcBef>
                <a:spcPts val="540"/>
              </a:spcBef>
              <a:spcAft>
                <a:spcPts val="0"/>
              </a:spcAft>
              <a:buClr>
                <a:schemeClr val="accent5"/>
              </a:buClr>
              <a:buSzPts val="2700"/>
              <a:buNone/>
              <a:defRPr sz="27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00" name="Google Shape;1300;p30"/>
          <p:cNvSpPr txBox="1"/>
          <p:nvPr>
            <p:ph idx="2" type="body"/>
          </p:nvPr>
        </p:nvSpPr>
        <p:spPr>
          <a:xfrm>
            <a:off x="468313" y="1779662"/>
            <a:ext cx="3887700" cy="431700"/>
          </a:xfrm>
          <a:prstGeom prst="rect">
            <a:avLst/>
          </a:prstGeom>
          <a:noFill/>
          <a:ln>
            <a:noFill/>
          </a:ln>
        </p:spPr>
        <p:txBody>
          <a:bodyPr anchorCtr="0" anchor="t" bIns="45700" lIns="91425" spcFirstLastPara="1" rIns="91425" wrap="square" tIns="45700">
            <a:noAutofit/>
          </a:bodyPr>
          <a:lstStyle>
            <a:lvl1pPr indent="-228600" lvl="0" marL="457200" algn="l">
              <a:spcBef>
                <a:spcPts val="440"/>
              </a:spcBef>
              <a:spcAft>
                <a:spcPts val="0"/>
              </a:spcAft>
              <a:buClr>
                <a:srgbClr val="484848"/>
              </a:buClr>
              <a:buSzPts val="2200"/>
              <a:buNone/>
              <a:defRPr sz="2200">
                <a:solidFill>
                  <a:srgbClr val="484848"/>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01" name="Google Shape;1301;p30"/>
          <p:cNvSpPr txBox="1"/>
          <p:nvPr>
            <p:ph idx="3" type="body"/>
          </p:nvPr>
        </p:nvSpPr>
        <p:spPr>
          <a:xfrm>
            <a:off x="468313" y="2211710"/>
            <a:ext cx="3887700" cy="2448300"/>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Clr>
                <a:schemeClr val="accent5"/>
              </a:buClr>
              <a:buSzPts val="1800"/>
              <a:buNone/>
              <a:defRPr sz="18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02" name="Google Shape;1302;p30"/>
          <p:cNvSpPr txBox="1"/>
          <p:nvPr>
            <p:ph idx="4" type="body"/>
          </p:nvPr>
        </p:nvSpPr>
        <p:spPr>
          <a:xfrm>
            <a:off x="4788024" y="1779662"/>
            <a:ext cx="3887700" cy="431700"/>
          </a:xfrm>
          <a:prstGeom prst="rect">
            <a:avLst/>
          </a:prstGeom>
          <a:noFill/>
          <a:ln>
            <a:noFill/>
          </a:ln>
        </p:spPr>
        <p:txBody>
          <a:bodyPr anchorCtr="0" anchor="t" bIns="45700" lIns="91425" spcFirstLastPara="1" rIns="91425" wrap="square" tIns="45700">
            <a:noAutofit/>
          </a:bodyPr>
          <a:lstStyle>
            <a:lvl1pPr indent="-228600" lvl="0" marL="457200" algn="l">
              <a:spcBef>
                <a:spcPts val="440"/>
              </a:spcBef>
              <a:spcAft>
                <a:spcPts val="0"/>
              </a:spcAft>
              <a:buClr>
                <a:srgbClr val="484848"/>
              </a:buClr>
              <a:buSzPts val="2200"/>
              <a:buNone/>
              <a:defRPr sz="2200">
                <a:solidFill>
                  <a:srgbClr val="484848"/>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03" name="Google Shape;1303;p30"/>
          <p:cNvSpPr txBox="1"/>
          <p:nvPr>
            <p:ph idx="5" type="body"/>
          </p:nvPr>
        </p:nvSpPr>
        <p:spPr>
          <a:xfrm>
            <a:off x="4788024" y="2211710"/>
            <a:ext cx="3887700" cy="2448300"/>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Clr>
                <a:schemeClr val="accent5"/>
              </a:buClr>
              <a:buSzPts val="1800"/>
              <a:buNone/>
              <a:defRPr sz="18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s Text">
  <p:cSld name="3 Columns Text">
    <p:spTree>
      <p:nvGrpSpPr>
        <p:cNvPr id="1304" name="Shape 1304"/>
        <p:cNvGrpSpPr/>
        <p:nvPr/>
      </p:nvGrpSpPr>
      <p:grpSpPr>
        <a:xfrm>
          <a:off x="0" y="0"/>
          <a:ext cx="0" cy="0"/>
          <a:chOff x="0" y="0"/>
          <a:chExt cx="0" cy="0"/>
        </a:xfrm>
      </p:grpSpPr>
      <p:sp>
        <p:nvSpPr>
          <p:cNvPr id="1305" name="Google Shape;1305;p31"/>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Calibri"/>
              <a:buNone/>
              <a:defRPr sz="4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6" name="Google Shape;1306;p31"/>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7" name="Google Shape;1307;p31"/>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8" name="Google Shape;1308;p31"/>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sp>
        <p:nvSpPr>
          <p:cNvPr id="1309" name="Google Shape;1309;p31"/>
          <p:cNvSpPr txBox="1"/>
          <p:nvPr>
            <p:ph idx="1" type="body"/>
          </p:nvPr>
        </p:nvSpPr>
        <p:spPr>
          <a:xfrm>
            <a:off x="468313" y="771550"/>
            <a:ext cx="8207400" cy="503700"/>
          </a:xfrm>
          <a:prstGeom prst="rect">
            <a:avLst/>
          </a:prstGeom>
          <a:noFill/>
          <a:ln>
            <a:noFill/>
          </a:ln>
        </p:spPr>
        <p:txBody>
          <a:bodyPr anchorCtr="0" anchor="t" bIns="45700" lIns="91425" spcFirstLastPara="1" rIns="91425" wrap="square" tIns="45700">
            <a:noAutofit/>
          </a:bodyPr>
          <a:lstStyle>
            <a:lvl1pPr indent="-228600" lvl="0" marL="457200" algn="l">
              <a:spcBef>
                <a:spcPts val="540"/>
              </a:spcBef>
              <a:spcAft>
                <a:spcPts val="0"/>
              </a:spcAft>
              <a:buClr>
                <a:schemeClr val="accent5"/>
              </a:buClr>
              <a:buSzPts val="2700"/>
              <a:buNone/>
              <a:defRPr sz="27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10" name="Google Shape;1310;p31"/>
          <p:cNvSpPr txBox="1"/>
          <p:nvPr>
            <p:ph idx="2" type="body"/>
          </p:nvPr>
        </p:nvSpPr>
        <p:spPr>
          <a:xfrm>
            <a:off x="468313" y="1779662"/>
            <a:ext cx="2375400" cy="431700"/>
          </a:xfrm>
          <a:prstGeom prst="rect">
            <a:avLst/>
          </a:prstGeom>
          <a:noFill/>
          <a:ln>
            <a:noFill/>
          </a:ln>
        </p:spPr>
        <p:txBody>
          <a:bodyPr anchorCtr="0" anchor="t" bIns="45700" lIns="91425" spcFirstLastPara="1" rIns="91425" wrap="square" tIns="45700">
            <a:noAutofit/>
          </a:bodyPr>
          <a:lstStyle>
            <a:lvl1pPr indent="-228600" lvl="0" marL="457200" algn="ctr">
              <a:spcBef>
                <a:spcPts val="440"/>
              </a:spcBef>
              <a:spcAft>
                <a:spcPts val="0"/>
              </a:spcAft>
              <a:buClr>
                <a:srgbClr val="484848"/>
              </a:buClr>
              <a:buSzPts val="2200"/>
              <a:buNone/>
              <a:defRPr sz="2200">
                <a:solidFill>
                  <a:srgbClr val="484848"/>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11" name="Google Shape;1311;p31"/>
          <p:cNvSpPr txBox="1"/>
          <p:nvPr>
            <p:ph idx="3" type="body"/>
          </p:nvPr>
        </p:nvSpPr>
        <p:spPr>
          <a:xfrm>
            <a:off x="468313" y="2211710"/>
            <a:ext cx="2375400" cy="2448300"/>
          </a:xfrm>
          <a:prstGeom prst="rect">
            <a:avLst/>
          </a:prstGeom>
          <a:noFill/>
          <a:ln>
            <a:noFill/>
          </a:ln>
        </p:spPr>
        <p:txBody>
          <a:bodyPr anchorCtr="0" anchor="t" bIns="45700" lIns="91425" spcFirstLastPara="1" rIns="91425" wrap="square" tIns="45700">
            <a:noAutofit/>
          </a:bodyPr>
          <a:lstStyle>
            <a:lvl1pPr indent="-228600" lvl="0" marL="457200" algn="ctr">
              <a:spcBef>
                <a:spcPts val="360"/>
              </a:spcBef>
              <a:spcAft>
                <a:spcPts val="0"/>
              </a:spcAft>
              <a:buClr>
                <a:schemeClr val="accent5"/>
              </a:buClr>
              <a:buSzPts val="1800"/>
              <a:buNone/>
              <a:defRPr sz="18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12" name="Google Shape;1312;p31"/>
          <p:cNvSpPr txBox="1"/>
          <p:nvPr>
            <p:ph idx="4" type="body"/>
          </p:nvPr>
        </p:nvSpPr>
        <p:spPr>
          <a:xfrm>
            <a:off x="3347864" y="1779662"/>
            <a:ext cx="2375400" cy="431700"/>
          </a:xfrm>
          <a:prstGeom prst="rect">
            <a:avLst/>
          </a:prstGeom>
          <a:noFill/>
          <a:ln>
            <a:noFill/>
          </a:ln>
        </p:spPr>
        <p:txBody>
          <a:bodyPr anchorCtr="0" anchor="t" bIns="45700" lIns="91425" spcFirstLastPara="1" rIns="91425" wrap="square" tIns="45700">
            <a:noAutofit/>
          </a:bodyPr>
          <a:lstStyle>
            <a:lvl1pPr indent="-228600" lvl="0" marL="457200" algn="ctr">
              <a:spcBef>
                <a:spcPts val="440"/>
              </a:spcBef>
              <a:spcAft>
                <a:spcPts val="0"/>
              </a:spcAft>
              <a:buClr>
                <a:srgbClr val="484848"/>
              </a:buClr>
              <a:buSzPts val="2200"/>
              <a:buNone/>
              <a:defRPr sz="2200">
                <a:solidFill>
                  <a:srgbClr val="484848"/>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13" name="Google Shape;1313;p31"/>
          <p:cNvSpPr txBox="1"/>
          <p:nvPr>
            <p:ph idx="5" type="body"/>
          </p:nvPr>
        </p:nvSpPr>
        <p:spPr>
          <a:xfrm>
            <a:off x="3347864" y="2211710"/>
            <a:ext cx="2375400" cy="2448300"/>
          </a:xfrm>
          <a:prstGeom prst="rect">
            <a:avLst/>
          </a:prstGeom>
          <a:noFill/>
          <a:ln>
            <a:noFill/>
          </a:ln>
        </p:spPr>
        <p:txBody>
          <a:bodyPr anchorCtr="0" anchor="t" bIns="45700" lIns="91425" spcFirstLastPara="1" rIns="91425" wrap="square" tIns="45700">
            <a:noAutofit/>
          </a:bodyPr>
          <a:lstStyle>
            <a:lvl1pPr indent="-228600" lvl="0" marL="457200" algn="ctr">
              <a:spcBef>
                <a:spcPts val="360"/>
              </a:spcBef>
              <a:spcAft>
                <a:spcPts val="0"/>
              </a:spcAft>
              <a:buClr>
                <a:schemeClr val="accent5"/>
              </a:buClr>
              <a:buSzPts val="1800"/>
              <a:buNone/>
              <a:defRPr sz="18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14" name="Google Shape;1314;p31"/>
          <p:cNvSpPr txBox="1"/>
          <p:nvPr>
            <p:ph idx="6" type="body"/>
          </p:nvPr>
        </p:nvSpPr>
        <p:spPr>
          <a:xfrm>
            <a:off x="6228184" y="1779662"/>
            <a:ext cx="2375400" cy="431700"/>
          </a:xfrm>
          <a:prstGeom prst="rect">
            <a:avLst/>
          </a:prstGeom>
          <a:noFill/>
          <a:ln>
            <a:noFill/>
          </a:ln>
        </p:spPr>
        <p:txBody>
          <a:bodyPr anchorCtr="0" anchor="t" bIns="45700" lIns="91425" spcFirstLastPara="1" rIns="91425" wrap="square" tIns="45700">
            <a:noAutofit/>
          </a:bodyPr>
          <a:lstStyle>
            <a:lvl1pPr indent="-228600" lvl="0" marL="457200" algn="ctr">
              <a:spcBef>
                <a:spcPts val="440"/>
              </a:spcBef>
              <a:spcAft>
                <a:spcPts val="0"/>
              </a:spcAft>
              <a:buClr>
                <a:srgbClr val="484848"/>
              </a:buClr>
              <a:buSzPts val="2200"/>
              <a:buNone/>
              <a:defRPr sz="2200">
                <a:solidFill>
                  <a:srgbClr val="484848"/>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15" name="Google Shape;1315;p31"/>
          <p:cNvSpPr txBox="1"/>
          <p:nvPr>
            <p:ph idx="7" type="body"/>
          </p:nvPr>
        </p:nvSpPr>
        <p:spPr>
          <a:xfrm>
            <a:off x="6228184" y="2211710"/>
            <a:ext cx="2375400" cy="2448300"/>
          </a:xfrm>
          <a:prstGeom prst="rect">
            <a:avLst/>
          </a:prstGeom>
          <a:noFill/>
          <a:ln>
            <a:noFill/>
          </a:ln>
        </p:spPr>
        <p:txBody>
          <a:bodyPr anchorCtr="0" anchor="t" bIns="45700" lIns="91425" spcFirstLastPara="1" rIns="91425" wrap="square" tIns="45700">
            <a:noAutofit/>
          </a:bodyPr>
          <a:lstStyle>
            <a:lvl1pPr indent="-228600" lvl="0" marL="457200" algn="ctr">
              <a:spcBef>
                <a:spcPts val="360"/>
              </a:spcBef>
              <a:spcAft>
                <a:spcPts val="0"/>
              </a:spcAft>
              <a:buClr>
                <a:schemeClr val="accent5"/>
              </a:buClr>
              <a:buSzPts val="1800"/>
              <a:buNone/>
              <a:defRPr sz="18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eekly Task Chart">
  <p:cSld name="Weekly Task Chart">
    <p:spTree>
      <p:nvGrpSpPr>
        <p:cNvPr id="1316" name="Shape 1316"/>
        <p:cNvGrpSpPr/>
        <p:nvPr/>
      </p:nvGrpSpPr>
      <p:grpSpPr>
        <a:xfrm>
          <a:off x="0" y="0"/>
          <a:ext cx="0" cy="0"/>
          <a:chOff x="0" y="0"/>
          <a:chExt cx="0" cy="0"/>
        </a:xfrm>
      </p:grpSpPr>
      <p:sp>
        <p:nvSpPr>
          <p:cNvPr id="1317" name="Google Shape;1317;p32"/>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8" name="Google Shape;1318;p32"/>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9" name="Google Shape;1319;p32"/>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sp>
        <p:nvSpPr>
          <p:cNvPr id="1320" name="Google Shape;1320;p32"/>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Calibri"/>
              <a:buNone/>
              <a:defRPr sz="4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21" name="Google Shape;1321;p32"/>
          <p:cNvSpPr txBox="1"/>
          <p:nvPr>
            <p:ph idx="1" type="body"/>
          </p:nvPr>
        </p:nvSpPr>
        <p:spPr>
          <a:xfrm>
            <a:off x="468313" y="771550"/>
            <a:ext cx="8207400" cy="503700"/>
          </a:xfrm>
          <a:prstGeom prst="rect">
            <a:avLst/>
          </a:prstGeom>
          <a:noFill/>
          <a:ln>
            <a:noFill/>
          </a:ln>
        </p:spPr>
        <p:txBody>
          <a:bodyPr anchorCtr="0" anchor="t" bIns="45700" lIns="91425" spcFirstLastPara="1" rIns="91425" wrap="square" tIns="45700">
            <a:noAutofit/>
          </a:bodyPr>
          <a:lstStyle>
            <a:lvl1pPr indent="-228600" lvl="0" marL="457200" algn="l">
              <a:spcBef>
                <a:spcPts val="540"/>
              </a:spcBef>
              <a:spcAft>
                <a:spcPts val="0"/>
              </a:spcAft>
              <a:buClr>
                <a:schemeClr val="accent5"/>
              </a:buClr>
              <a:buSzPts val="2700"/>
              <a:buNone/>
              <a:defRPr sz="27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22" name="Google Shape;1322;p32"/>
          <p:cNvSpPr/>
          <p:nvPr/>
        </p:nvSpPr>
        <p:spPr>
          <a:xfrm>
            <a:off x="1270959" y="1419622"/>
            <a:ext cx="1961371" cy="295563"/>
          </a:xfrm>
          <a:custGeom>
            <a:rect b="b" l="l" r="r" t="t"/>
            <a:pathLst>
              <a:path extrusionOk="0" h="614" w="3299">
                <a:moveTo>
                  <a:pt x="3299" y="0"/>
                </a:moveTo>
                <a:cubicBezTo>
                  <a:pt x="3299" y="614"/>
                  <a:pt x="3299" y="614"/>
                  <a:pt x="3299" y="614"/>
                </a:cubicBezTo>
                <a:cubicBezTo>
                  <a:pt x="74" y="614"/>
                  <a:pt x="74" y="614"/>
                  <a:pt x="74" y="614"/>
                </a:cubicBezTo>
                <a:cubicBezTo>
                  <a:pt x="33" y="614"/>
                  <a:pt x="0" y="580"/>
                  <a:pt x="0" y="540"/>
                </a:cubicBezTo>
                <a:cubicBezTo>
                  <a:pt x="0" y="74"/>
                  <a:pt x="0" y="74"/>
                  <a:pt x="0" y="74"/>
                </a:cubicBezTo>
                <a:cubicBezTo>
                  <a:pt x="0" y="33"/>
                  <a:pt x="33" y="0"/>
                  <a:pt x="74" y="0"/>
                </a:cubicBezTo>
                <a:lnTo>
                  <a:pt x="3299" y="0"/>
                </a:lnTo>
                <a:close/>
              </a:path>
            </a:pathLst>
          </a:custGeom>
          <a:solidFill>
            <a:srgbClr val="8ABFC1"/>
          </a:solidFill>
          <a:ln cap="flat"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 sz="2000">
                <a:solidFill>
                  <a:schemeClr val="lt1"/>
                </a:solidFill>
                <a:latin typeface="Calibri"/>
                <a:ea typeface="Calibri"/>
                <a:cs typeface="Calibri"/>
                <a:sym typeface="Calibri"/>
              </a:rPr>
              <a:t>Tasks</a:t>
            </a:r>
            <a:endParaRPr/>
          </a:p>
        </p:txBody>
      </p:sp>
      <p:sp>
        <p:nvSpPr>
          <p:cNvPr id="1323" name="Google Shape;1323;p32"/>
          <p:cNvSpPr/>
          <p:nvPr/>
        </p:nvSpPr>
        <p:spPr>
          <a:xfrm>
            <a:off x="3232328" y="1419622"/>
            <a:ext cx="661500" cy="295500"/>
          </a:xfrm>
          <a:prstGeom prst="rect">
            <a:avLst/>
          </a:prstGeom>
          <a:solidFill>
            <a:srgbClr val="8ABFC1"/>
          </a:solidFill>
          <a:ln cap="flat"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 sz="1600">
                <a:solidFill>
                  <a:srgbClr val="484848"/>
                </a:solidFill>
                <a:latin typeface="Calibri"/>
                <a:ea typeface="Calibri"/>
                <a:cs typeface="Calibri"/>
                <a:sym typeface="Calibri"/>
              </a:rPr>
              <a:t>Mon</a:t>
            </a:r>
            <a:endParaRPr sz="1600">
              <a:solidFill>
                <a:srgbClr val="484848"/>
              </a:solidFill>
              <a:latin typeface="Calibri"/>
              <a:ea typeface="Calibri"/>
              <a:cs typeface="Calibri"/>
              <a:sym typeface="Calibri"/>
            </a:endParaRPr>
          </a:p>
        </p:txBody>
      </p:sp>
      <p:sp>
        <p:nvSpPr>
          <p:cNvPr id="1324" name="Google Shape;1324;p32"/>
          <p:cNvSpPr/>
          <p:nvPr/>
        </p:nvSpPr>
        <p:spPr>
          <a:xfrm>
            <a:off x="3893912" y="1419622"/>
            <a:ext cx="663000" cy="295500"/>
          </a:xfrm>
          <a:prstGeom prst="rect">
            <a:avLst/>
          </a:prstGeom>
          <a:solidFill>
            <a:srgbClr val="8ABFC1"/>
          </a:solidFill>
          <a:ln cap="flat"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 sz="1600">
                <a:solidFill>
                  <a:srgbClr val="484848"/>
                </a:solidFill>
                <a:latin typeface="Calibri"/>
                <a:ea typeface="Calibri"/>
                <a:cs typeface="Calibri"/>
                <a:sym typeface="Calibri"/>
              </a:rPr>
              <a:t>Tues</a:t>
            </a:r>
            <a:endParaRPr sz="1600">
              <a:solidFill>
                <a:srgbClr val="484848"/>
              </a:solidFill>
              <a:latin typeface="Calibri"/>
              <a:ea typeface="Calibri"/>
              <a:cs typeface="Calibri"/>
              <a:sym typeface="Calibri"/>
            </a:endParaRPr>
          </a:p>
        </p:txBody>
      </p:sp>
      <p:sp>
        <p:nvSpPr>
          <p:cNvPr id="1325" name="Google Shape;1325;p32"/>
          <p:cNvSpPr/>
          <p:nvPr/>
        </p:nvSpPr>
        <p:spPr>
          <a:xfrm>
            <a:off x="4556871" y="1419622"/>
            <a:ext cx="661500" cy="295500"/>
          </a:xfrm>
          <a:prstGeom prst="rect">
            <a:avLst/>
          </a:prstGeom>
          <a:solidFill>
            <a:srgbClr val="8ABFC1"/>
          </a:solidFill>
          <a:ln cap="flat"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 sz="1600">
                <a:solidFill>
                  <a:srgbClr val="484848"/>
                </a:solidFill>
                <a:latin typeface="Calibri"/>
                <a:ea typeface="Calibri"/>
                <a:cs typeface="Calibri"/>
                <a:sym typeface="Calibri"/>
              </a:rPr>
              <a:t>Wed</a:t>
            </a:r>
            <a:endParaRPr sz="1600">
              <a:solidFill>
                <a:srgbClr val="484848"/>
              </a:solidFill>
              <a:latin typeface="Calibri"/>
              <a:ea typeface="Calibri"/>
              <a:cs typeface="Calibri"/>
              <a:sym typeface="Calibri"/>
            </a:endParaRPr>
          </a:p>
        </p:txBody>
      </p:sp>
      <p:sp>
        <p:nvSpPr>
          <p:cNvPr id="1326" name="Google Shape;1326;p32"/>
          <p:cNvSpPr/>
          <p:nvPr/>
        </p:nvSpPr>
        <p:spPr>
          <a:xfrm>
            <a:off x="5218454" y="1419622"/>
            <a:ext cx="663000" cy="295500"/>
          </a:xfrm>
          <a:prstGeom prst="rect">
            <a:avLst/>
          </a:prstGeom>
          <a:solidFill>
            <a:srgbClr val="8ABFC1"/>
          </a:solidFill>
          <a:ln cap="flat"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 sz="1600">
                <a:solidFill>
                  <a:srgbClr val="484848"/>
                </a:solidFill>
                <a:latin typeface="Calibri"/>
                <a:ea typeface="Calibri"/>
                <a:cs typeface="Calibri"/>
                <a:sym typeface="Calibri"/>
              </a:rPr>
              <a:t>Thurs</a:t>
            </a:r>
            <a:endParaRPr sz="1600">
              <a:solidFill>
                <a:srgbClr val="484848"/>
              </a:solidFill>
              <a:latin typeface="Calibri"/>
              <a:ea typeface="Calibri"/>
              <a:cs typeface="Calibri"/>
              <a:sym typeface="Calibri"/>
            </a:endParaRPr>
          </a:p>
        </p:txBody>
      </p:sp>
      <p:sp>
        <p:nvSpPr>
          <p:cNvPr id="1327" name="Google Shape;1327;p32"/>
          <p:cNvSpPr/>
          <p:nvPr/>
        </p:nvSpPr>
        <p:spPr>
          <a:xfrm>
            <a:off x="5881414" y="1419622"/>
            <a:ext cx="663000" cy="295500"/>
          </a:xfrm>
          <a:prstGeom prst="rect">
            <a:avLst/>
          </a:prstGeom>
          <a:solidFill>
            <a:srgbClr val="8ABFC1"/>
          </a:solidFill>
          <a:ln cap="flat"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 sz="1600">
                <a:solidFill>
                  <a:srgbClr val="484848"/>
                </a:solidFill>
                <a:latin typeface="Calibri"/>
                <a:ea typeface="Calibri"/>
                <a:cs typeface="Calibri"/>
                <a:sym typeface="Calibri"/>
              </a:rPr>
              <a:t>Fri</a:t>
            </a:r>
            <a:endParaRPr sz="1600">
              <a:solidFill>
                <a:srgbClr val="484848"/>
              </a:solidFill>
              <a:latin typeface="Calibri"/>
              <a:ea typeface="Calibri"/>
              <a:cs typeface="Calibri"/>
              <a:sym typeface="Calibri"/>
            </a:endParaRPr>
          </a:p>
        </p:txBody>
      </p:sp>
      <p:sp>
        <p:nvSpPr>
          <p:cNvPr id="1328" name="Google Shape;1328;p32"/>
          <p:cNvSpPr/>
          <p:nvPr/>
        </p:nvSpPr>
        <p:spPr>
          <a:xfrm>
            <a:off x="6544373" y="1419622"/>
            <a:ext cx="661500" cy="295500"/>
          </a:xfrm>
          <a:prstGeom prst="rect">
            <a:avLst/>
          </a:prstGeom>
          <a:solidFill>
            <a:srgbClr val="8ABFC1"/>
          </a:solidFill>
          <a:ln cap="flat"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 sz="1600">
                <a:solidFill>
                  <a:srgbClr val="484848"/>
                </a:solidFill>
                <a:latin typeface="Calibri"/>
                <a:ea typeface="Calibri"/>
                <a:cs typeface="Calibri"/>
                <a:sym typeface="Calibri"/>
              </a:rPr>
              <a:t>Sat</a:t>
            </a:r>
            <a:endParaRPr sz="1600">
              <a:solidFill>
                <a:srgbClr val="484848"/>
              </a:solidFill>
              <a:latin typeface="Calibri"/>
              <a:ea typeface="Calibri"/>
              <a:cs typeface="Calibri"/>
              <a:sym typeface="Calibri"/>
            </a:endParaRPr>
          </a:p>
        </p:txBody>
      </p:sp>
      <p:sp>
        <p:nvSpPr>
          <p:cNvPr id="1329" name="Google Shape;1329;p32"/>
          <p:cNvSpPr/>
          <p:nvPr/>
        </p:nvSpPr>
        <p:spPr>
          <a:xfrm>
            <a:off x="7205957" y="1419622"/>
            <a:ext cx="667085" cy="295563"/>
          </a:xfrm>
          <a:custGeom>
            <a:rect b="b" l="l" r="r" t="t"/>
            <a:pathLst>
              <a:path extrusionOk="0" h="614" w="1122">
                <a:moveTo>
                  <a:pt x="1122" y="74"/>
                </a:moveTo>
                <a:cubicBezTo>
                  <a:pt x="1122" y="540"/>
                  <a:pt x="1122" y="540"/>
                  <a:pt x="1122" y="540"/>
                </a:cubicBezTo>
                <a:cubicBezTo>
                  <a:pt x="1122" y="580"/>
                  <a:pt x="1089" y="614"/>
                  <a:pt x="1048" y="614"/>
                </a:cubicBezTo>
                <a:cubicBezTo>
                  <a:pt x="0" y="614"/>
                  <a:pt x="0" y="614"/>
                  <a:pt x="0" y="614"/>
                </a:cubicBezTo>
                <a:cubicBezTo>
                  <a:pt x="0" y="0"/>
                  <a:pt x="0" y="0"/>
                  <a:pt x="0" y="0"/>
                </a:cubicBezTo>
                <a:cubicBezTo>
                  <a:pt x="1048" y="0"/>
                  <a:pt x="1048" y="0"/>
                  <a:pt x="1048" y="0"/>
                </a:cubicBezTo>
                <a:cubicBezTo>
                  <a:pt x="1089" y="0"/>
                  <a:pt x="1122" y="33"/>
                  <a:pt x="1122" y="74"/>
                </a:cubicBezTo>
                <a:close/>
              </a:path>
            </a:pathLst>
          </a:custGeom>
          <a:solidFill>
            <a:srgbClr val="8ABFC1"/>
          </a:solidFill>
          <a:ln cap="flat"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 sz="1600">
                <a:solidFill>
                  <a:srgbClr val="484848"/>
                </a:solidFill>
                <a:latin typeface="Calibri"/>
                <a:ea typeface="Calibri"/>
                <a:cs typeface="Calibri"/>
                <a:sym typeface="Calibri"/>
              </a:rPr>
              <a:t>Sun</a:t>
            </a:r>
            <a:endParaRPr sz="1600">
              <a:solidFill>
                <a:srgbClr val="484848"/>
              </a:solidFill>
              <a:latin typeface="Calibri"/>
              <a:ea typeface="Calibri"/>
              <a:cs typeface="Calibri"/>
              <a:sym typeface="Calibri"/>
            </a:endParaRPr>
          </a:p>
        </p:txBody>
      </p:sp>
      <p:sp>
        <p:nvSpPr>
          <p:cNvPr id="1330" name="Google Shape;1330;p32"/>
          <p:cNvSpPr/>
          <p:nvPr/>
        </p:nvSpPr>
        <p:spPr>
          <a:xfrm>
            <a:off x="1270959" y="1715185"/>
            <a:ext cx="1961371" cy="295563"/>
          </a:xfrm>
          <a:custGeom>
            <a:rect b="b" l="l" r="r" t="t"/>
            <a:pathLst>
              <a:path extrusionOk="0" h="613" w="3299">
                <a:moveTo>
                  <a:pt x="3299" y="0"/>
                </a:moveTo>
                <a:cubicBezTo>
                  <a:pt x="3299" y="613"/>
                  <a:pt x="3299" y="613"/>
                  <a:pt x="3299" y="613"/>
                </a:cubicBezTo>
                <a:cubicBezTo>
                  <a:pt x="74" y="613"/>
                  <a:pt x="74" y="613"/>
                  <a:pt x="74" y="613"/>
                </a:cubicBezTo>
                <a:cubicBezTo>
                  <a:pt x="33" y="613"/>
                  <a:pt x="0" y="580"/>
                  <a:pt x="0" y="539"/>
                </a:cubicBezTo>
                <a:cubicBezTo>
                  <a:pt x="0" y="74"/>
                  <a:pt x="0" y="74"/>
                  <a:pt x="0" y="74"/>
                </a:cubicBezTo>
                <a:cubicBezTo>
                  <a:pt x="0" y="33"/>
                  <a:pt x="33" y="0"/>
                  <a:pt x="74" y="0"/>
                </a:cubicBezTo>
                <a:lnTo>
                  <a:pt x="3299" y="0"/>
                </a:lnTo>
                <a:close/>
              </a:path>
            </a:pathLst>
          </a:custGeom>
          <a:solidFill>
            <a:schemeClr val="accent1"/>
          </a:solidFill>
          <a:ln cap="flat"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 sz="1400">
                <a:solidFill>
                  <a:srgbClr val="484848"/>
                </a:solidFill>
                <a:latin typeface="Calibri"/>
                <a:ea typeface="Calibri"/>
                <a:cs typeface="Calibri"/>
                <a:sym typeface="Calibri"/>
              </a:rPr>
              <a:t>Activity 1</a:t>
            </a:r>
            <a:endParaRPr sz="1400">
              <a:solidFill>
                <a:srgbClr val="484848"/>
              </a:solidFill>
              <a:latin typeface="Calibri"/>
              <a:ea typeface="Calibri"/>
              <a:cs typeface="Calibri"/>
              <a:sym typeface="Calibri"/>
            </a:endParaRPr>
          </a:p>
        </p:txBody>
      </p:sp>
      <p:sp>
        <p:nvSpPr>
          <p:cNvPr id="1331" name="Google Shape;1331;p32"/>
          <p:cNvSpPr/>
          <p:nvPr/>
        </p:nvSpPr>
        <p:spPr>
          <a:xfrm>
            <a:off x="3232328" y="1715185"/>
            <a:ext cx="661500" cy="295500"/>
          </a:xfrm>
          <a:prstGeom prst="rect">
            <a:avLst/>
          </a:pr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32" name="Google Shape;1332;p32"/>
          <p:cNvSpPr/>
          <p:nvPr/>
        </p:nvSpPr>
        <p:spPr>
          <a:xfrm>
            <a:off x="3893912" y="1715185"/>
            <a:ext cx="663000" cy="295500"/>
          </a:xfrm>
          <a:prstGeom prst="rect">
            <a:avLst/>
          </a:pr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33" name="Google Shape;1333;p32"/>
          <p:cNvSpPr/>
          <p:nvPr/>
        </p:nvSpPr>
        <p:spPr>
          <a:xfrm>
            <a:off x="4556871" y="1715185"/>
            <a:ext cx="661500" cy="295500"/>
          </a:xfrm>
          <a:prstGeom prst="rect">
            <a:avLst/>
          </a:pr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34" name="Google Shape;1334;p32"/>
          <p:cNvSpPr/>
          <p:nvPr/>
        </p:nvSpPr>
        <p:spPr>
          <a:xfrm>
            <a:off x="5218454" y="1715185"/>
            <a:ext cx="663000" cy="295500"/>
          </a:xfrm>
          <a:prstGeom prst="rect">
            <a:avLst/>
          </a:pr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35" name="Google Shape;1335;p32"/>
          <p:cNvSpPr/>
          <p:nvPr/>
        </p:nvSpPr>
        <p:spPr>
          <a:xfrm>
            <a:off x="7205957" y="1715185"/>
            <a:ext cx="667085" cy="295563"/>
          </a:xfrm>
          <a:custGeom>
            <a:rect b="b" l="l" r="r" t="t"/>
            <a:pathLst>
              <a:path extrusionOk="0" h="613" w="1122">
                <a:moveTo>
                  <a:pt x="1122" y="74"/>
                </a:moveTo>
                <a:cubicBezTo>
                  <a:pt x="1122" y="539"/>
                  <a:pt x="1122" y="539"/>
                  <a:pt x="1122" y="539"/>
                </a:cubicBezTo>
                <a:cubicBezTo>
                  <a:pt x="1122" y="580"/>
                  <a:pt x="1089" y="613"/>
                  <a:pt x="1048" y="613"/>
                </a:cubicBezTo>
                <a:cubicBezTo>
                  <a:pt x="0" y="613"/>
                  <a:pt x="0" y="613"/>
                  <a:pt x="0" y="613"/>
                </a:cubicBezTo>
                <a:cubicBezTo>
                  <a:pt x="0" y="0"/>
                  <a:pt x="0" y="0"/>
                  <a:pt x="0" y="0"/>
                </a:cubicBezTo>
                <a:cubicBezTo>
                  <a:pt x="1048" y="0"/>
                  <a:pt x="1048" y="0"/>
                  <a:pt x="1048" y="0"/>
                </a:cubicBezTo>
                <a:cubicBezTo>
                  <a:pt x="1089" y="0"/>
                  <a:pt x="1122" y="33"/>
                  <a:pt x="1122" y="74"/>
                </a:cubicBezTo>
                <a:close/>
              </a:path>
            </a:pathLst>
          </a:cu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36" name="Google Shape;1336;p32"/>
          <p:cNvSpPr/>
          <p:nvPr/>
        </p:nvSpPr>
        <p:spPr>
          <a:xfrm>
            <a:off x="1270959" y="2010747"/>
            <a:ext cx="1961371" cy="296679"/>
          </a:xfrm>
          <a:custGeom>
            <a:rect b="b" l="l" r="r" t="t"/>
            <a:pathLst>
              <a:path extrusionOk="0" h="614" w="3299">
                <a:moveTo>
                  <a:pt x="3299" y="0"/>
                </a:moveTo>
                <a:cubicBezTo>
                  <a:pt x="3299" y="614"/>
                  <a:pt x="3299" y="614"/>
                  <a:pt x="3299" y="614"/>
                </a:cubicBezTo>
                <a:cubicBezTo>
                  <a:pt x="74" y="614"/>
                  <a:pt x="74" y="614"/>
                  <a:pt x="74" y="614"/>
                </a:cubicBezTo>
                <a:cubicBezTo>
                  <a:pt x="33" y="614"/>
                  <a:pt x="0" y="581"/>
                  <a:pt x="0" y="540"/>
                </a:cubicBezTo>
                <a:cubicBezTo>
                  <a:pt x="0" y="74"/>
                  <a:pt x="0" y="74"/>
                  <a:pt x="0" y="74"/>
                </a:cubicBezTo>
                <a:cubicBezTo>
                  <a:pt x="0" y="33"/>
                  <a:pt x="33" y="0"/>
                  <a:pt x="74" y="0"/>
                </a:cubicBezTo>
                <a:lnTo>
                  <a:pt x="3299" y="0"/>
                </a:lnTo>
                <a:close/>
              </a:path>
            </a:pathLst>
          </a:custGeom>
          <a:solidFill>
            <a:srgbClr val="B5D7D8"/>
          </a:solidFill>
          <a:ln cap="flat"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 sz="1400">
                <a:solidFill>
                  <a:srgbClr val="484848"/>
                </a:solidFill>
                <a:latin typeface="Calibri"/>
                <a:ea typeface="Calibri"/>
                <a:cs typeface="Calibri"/>
                <a:sym typeface="Calibri"/>
              </a:rPr>
              <a:t>Activity 2</a:t>
            </a:r>
            <a:endParaRPr sz="1400">
              <a:solidFill>
                <a:srgbClr val="484848"/>
              </a:solidFill>
              <a:latin typeface="Calibri"/>
              <a:ea typeface="Calibri"/>
              <a:cs typeface="Calibri"/>
              <a:sym typeface="Calibri"/>
            </a:endParaRPr>
          </a:p>
        </p:txBody>
      </p:sp>
      <p:sp>
        <p:nvSpPr>
          <p:cNvPr id="1337" name="Google Shape;1337;p32"/>
          <p:cNvSpPr/>
          <p:nvPr/>
        </p:nvSpPr>
        <p:spPr>
          <a:xfrm>
            <a:off x="3232328" y="2010747"/>
            <a:ext cx="661500" cy="296700"/>
          </a:xfrm>
          <a:prstGeom prst="rect">
            <a:avLst/>
          </a:pr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38" name="Google Shape;1338;p32"/>
          <p:cNvSpPr/>
          <p:nvPr/>
        </p:nvSpPr>
        <p:spPr>
          <a:xfrm>
            <a:off x="3893912" y="2010747"/>
            <a:ext cx="663000" cy="296700"/>
          </a:xfrm>
          <a:prstGeom prst="rect">
            <a:avLst/>
          </a:pr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39" name="Google Shape;1339;p32"/>
          <p:cNvSpPr/>
          <p:nvPr/>
        </p:nvSpPr>
        <p:spPr>
          <a:xfrm>
            <a:off x="7205957" y="2010747"/>
            <a:ext cx="667085" cy="296679"/>
          </a:xfrm>
          <a:custGeom>
            <a:rect b="b" l="l" r="r" t="t"/>
            <a:pathLst>
              <a:path extrusionOk="0" h="614" w="1122">
                <a:moveTo>
                  <a:pt x="1122" y="74"/>
                </a:moveTo>
                <a:cubicBezTo>
                  <a:pt x="1122" y="540"/>
                  <a:pt x="1122" y="540"/>
                  <a:pt x="1122" y="540"/>
                </a:cubicBezTo>
                <a:cubicBezTo>
                  <a:pt x="1122" y="581"/>
                  <a:pt x="1089" y="614"/>
                  <a:pt x="1048" y="614"/>
                </a:cubicBezTo>
                <a:cubicBezTo>
                  <a:pt x="0" y="614"/>
                  <a:pt x="0" y="614"/>
                  <a:pt x="0" y="614"/>
                </a:cubicBezTo>
                <a:cubicBezTo>
                  <a:pt x="0" y="0"/>
                  <a:pt x="0" y="0"/>
                  <a:pt x="0" y="0"/>
                </a:cubicBezTo>
                <a:cubicBezTo>
                  <a:pt x="1048" y="0"/>
                  <a:pt x="1048" y="0"/>
                  <a:pt x="1048" y="0"/>
                </a:cubicBezTo>
                <a:cubicBezTo>
                  <a:pt x="1089" y="0"/>
                  <a:pt x="1122" y="33"/>
                  <a:pt x="1122" y="74"/>
                </a:cubicBezTo>
                <a:close/>
              </a:path>
            </a:pathLst>
          </a:cu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40" name="Google Shape;1340;p32"/>
          <p:cNvSpPr/>
          <p:nvPr/>
        </p:nvSpPr>
        <p:spPr>
          <a:xfrm>
            <a:off x="1270959" y="2307425"/>
            <a:ext cx="1961371" cy="295563"/>
          </a:xfrm>
          <a:custGeom>
            <a:rect b="b" l="l" r="r" t="t"/>
            <a:pathLst>
              <a:path extrusionOk="0" h="614" w="3299">
                <a:moveTo>
                  <a:pt x="3299" y="0"/>
                </a:moveTo>
                <a:cubicBezTo>
                  <a:pt x="3299" y="614"/>
                  <a:pt x="3299" y="614"/>
                  <a:pt x="3299" y="614"/>
                </a:cubicBezTo>
                <a:cubicBezTo>
                  <a:pt x="74" y="614"/>
                  <a:pt x="74" y="614"/>
                  <a:pt x="74" y="614"/>
                </a:cubicBezTo>
                <a:cubicBezTo>
                  <a:pt x="33" y="614"/>
                  <a:pt x="0" y="580"/>
                  <a:pt x="0" y="539"/>
                </a:cubicBezTo>
                <a:cubicBezTo>
                  <a:pt x="0" y="74"/>
                  <a:pt x="0" y="74"/>
                  <a:pt x="0" y="74"/>
                </a:cubicBezTo>
                <a:cubicBezTo>
                  <a:pt x="0" y="33"/>
                  <a:pt x="33" y="0"/>
                  <a:pt x="74" y="0"/>
                </a:cubicBezTo>
                <a:lnTo>
                  <a:pt x="3299" y="0"/>
                </a:lnTo>
                <a:close/>
              </a:path>
            </a:pathLst>
          </a:custGeom>
          <a:solidFill>
            <a:schemeClr val="accent1"/>
          </a:solidFill>
          <a:ln cap="flat"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 sz="1400">
                <a:solidFill>
                  <a:srgbClr val="484848"/>
                </a:solidFill>
                <a:latin typeface="Calibri"/>
                <a:ea typeface="Calibri"/>
                <a:cs typeface="Calibri"/>
                <a:sym typeface="Calibri"/>
              </a:rPr>
              <a:t>Activity 3</a:t>
            </a:r>
            <a:endParaRPr sz="1400">
              <a:solidFill>
                <a:srgbClr val="484848"/>
              </a:solidFill>
              <a:latin typeface="Calibri"/>
              <a:ea typeface="Calibri"/>
              <a:cs typeface="Calibri"/>
              <a:sym typeface="Calibri"/>
            </a:endParaRPr>
          </a:p>
        </p:txBody>
      </p:sp>
      <p:sp>
        <p:nvSpPr>
          <p:cNvPr id="1341" name="Google Shape;1341;p32"/>
          <p:cNvSpPr/>
          <p:nvPr/>
        </p:nvSpPr>
        <p:spPr>
          <a:xfrm>
            <a:off x="3232328" y="2307425"/>
            <a:ext cx="661500" cy="295500"/>
          </a:xfrm>
          <a:prstGeom prst="rect">
            <a:avLst/>
          </a:pr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42" name="Google Shape;1342;p32"/>
          <p:cNvSpPr/>
          <p:nvPr/>
        </p:nvSpPr>
        <p:spPr>
          <a:xfrm>
            <a:off x="3893912" y="2307425"/>
            <a:ext cx="663000" cy="295500"/>
          </a:xfrm>
          <a:prstGeom prst="rect">
            <a:avLst/>
          </a:pr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43" name="Google Shape;1343;p32"/>
          <p:cNvSpPr/>
          <p:nvPr/>
        </p:nvSpPr>
        <p:spPr>
          <a:xfrm>
            <a:off x="7205957" y="2307425"/>
            <a:ext cx="667085" cy="295563"/>
          </a:xfrm>
          <a:custGeom>
            <a:rect b="b" l="l" r="r" t="t"/>
            <a:pathLst>
              <a:path extrusionOk="0" h="614" w="1122">
                <a:moveTo>
                  <a:pt x="1122" y="74"/>
                </a:moveTo>
                <a:cubicBezTo>
                  <a:pt x="1122" y="539"/>
                  <a:pt x="1122" y="539"/>
                  <a:pt x="1122" y="539"/>
                </a:cubicBezTo>
                <a:cubicBezTo>
                  <a:pt x="1122" y="580"/>
                  <a:pt x="1089" y="614"/>
                  <a:pt x="1048" y="614"/>
                </a:cubicBezTo>
                <a:cubicBezTo>
                  <a:pt x="0" y="614"/>
                  <a:pt x="0" y="614"/>
                  <a:pt x="0" y="614"/>
                </a:cubicBezTo>
                <a:cubicBezTo>
                  <a:pt x="0" y="0"/>
                  <a:pt x="0" y="0"/>
                  <a:pt x="0" y="0"/>
                </a:cubicBezTo>
                <a:cubicBezTo>
                  <a:pt x="1048" y="0"/>
                  <a:pt x="1048" y="0"/>
                  <a:pt x="1048" y="0"/>
                </a:cubicBezTo>
                <a:cubicBezTo>
                  <a:pt x="1089" y="0"/>
                  <a:pt x="1122" y="33"/>
                  <a:pt x="1122" y="74"/>
                </a:cubicBezTo>
                <a:close/>
              </a:path>
            </a:pathLst>
          </a:cu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44" name="Google Shape;1344;p32"/>
          <p:cNvSpPr/>
          <p:nvPr/>
        </p:nvSpPr>
        <p:spPr>
          <a:xfrm>
            <a:off x="1270959" y="2602988"/>
            <a:ext cx="1961371" cy="295563"/>
          </a:xfrm>
          <a:custGeom>
            <a:rect b="b" l="l" r="r" t="t"/>
            <a:pathLst>
              <a:path extrusionOk="0" h="613" w="3299">
                <a:moveTo>
                  <a:pt x="3299" y="0"/>
                </a:moveTo>
                <a:cubicBezTo>
                  <a:pt x="3299" y="613"/>
                  <a:pt x="3299" y="613"/>
                  <a:pt x="3299" y="613"/>
                </a:cubicBezTo>
                <a:cubicBezTo>
                  <a:pt x="74" y="613"/>
                  <a:pt x="74" y="613"/>
                  <a:pt x="74" y="613"/>
                </a:cubicBezTo>
                <a:cubicBezTo>
                  <a:pt x="33" y="613"/>
                  <a:pt x="0" y="580"/>
                  <a:pt x="0" y="539"/>
                </a:cubicBezTo>
                <a:cubicBezTo>
                  <a:pt x="0" y="74"/>
                  <a:pt x="0" y="74"/>
                  <a:pt x="0" y="74"/>
                </a:cubicBezTo>
                <a:cubicBezTo>
                  <a:pt x="0" y="33"/>
                  <a:pt x="33" y="0"/>
                  <a:pt x="74" y="0"/>
                </a:cubicBezTo>
                <a:lnTo>
                  <a:pt x="3299" y="0"/>
                </a:lnTo>
                <a:close/>
              </a:path>
            </a:pathLst>
          </a:custGeom>
          <a:solidFill>
            <a:srgbClr val="B5D7D8"/>
          </a:solidFill>
          <a:ln cap="flat"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 sz="1400">
                <a:solidFill>
                  <a:srgbClr val="484848"/>
                </a:solidFill>
                <a:latin typeface="Calibri"/>
                <a:ea typeface="Calibri"/>
                <a:cs typeface="Calibri"/>
                <a:sym typeface="Calibri"/>
              </a:rPr>
              <a:t>Activity 4</a:t>
            </a:r>
            <a:endParaRPr sz="1400">
              <a:solidFill>
                <a:srgbClr val="484848"/>
              </a:solidFill>
              <a:latin typeface="Calibri"/>
              <a:ea typeface="Calibri"/>
              <a:cs typeface="Calibri"/>
              <a:sym typeface="Calibri"/>
            </a:endParaRPr>
          </a:p>
        </p:txBody>
      </p:sp>
      <p:sp>
        <p:nvSpPr>
          <p:cNvPr id="1345" name="Google Shape;1345;p32"/>
          <p:cNvSpPr/>
          <p:nvPr/>
        </p:nvSpPr>
        <p:spPr>
          <a:xfrm>
            <a:off x="3232328" y="2602988"/>
            <a:ext cx="661500" cy="295500"/>
          </a:xfrm>
          <a:prstGeom prst="rect">
            <a:avLst/>
          </a:pr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46" name="Google Shape;1346;p32"/>
          <p:cNvSpPr/>
          <p:nvPr/>
        </p:nvSpPr>
        <p:spPr>
          <a:xfrm>
            <a:off x="3893912" y="2602988"/>
            <a:ext cx="663000" cy="295500"/>
          </a:xfrm>
          <a:prstGeom prst="rect">
            <a:avLst/>
          </a:pr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47" name="Google Shape;1347;p32"/>
          <p:cNvSpPr/>
          <p:nvPr/>
        </p:nvSpPr>
        <p:spPr>
          <a:xfrm>
            <a:off x="7205957" y="2602988"/>
            <a:ext cx="667085" cy="295563"/>
          </a:xfrm>
          <a:custGeom>
            <a:rect b="b" l="l" r="r" t="t"/>
            <a:pathLst>
              <a:path extrusionOk="0" h="613" w="1122">
                <a:moveTo>
                  <a:pt x="1122" y="74"/>
                </a:moveTo>
                <a:cubicBezTo>
                  <a:pt x="1122" y="539"/>
                  <a:pt x="1122" y="539"/>
                  <a:pt x="1122" y="539"/>
                </a:cubicBezTo>
                <a:cubicBezTo>
                  <a:pt x="1122" y="580"/>
                  <a:pt x="1089" y="613"/>
                  <a:pt x="1048" y="613"/>
                </a:cubicBezTo>
                <a:cubicBezTo>
                  <a:pt x="0" y="613"/>
                  <a:pt x="0" y="613"/>
                  <a:pt x="0" y="613"/>
                </a:cubicBezTo>
                <a:cubicBezTo>
                  <a:pt x="0" y="0"/>
                  <a:pt x="0" y="0"/>
                  <a:pt x="0" y="0"/>
                </a:cubicBezTo>
                <a:cubicBezTo>
                  <a:pt x="1048" y="0"/>
                  <a:pt x="1048" y="0"/>
                  <a:pt x="1048" y="0"/>
                </a:cubicBezTo>
                <a:cubicBezTo>
                  <a:pt x="1089" y="0"/>
                  <a:pt x="1122" y="33"/>
                  <a:pt x="1122" y="74"/>
                </a:cubicBezTo>
                <a:close/>
              </a:path>
            </a:pathLst>
          </a:cu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48" name="Google Shape;1348;p32"/>
          <p:cNvSpPr/>
          <p:nvPr/>
        </p:nvSpPr>
        <p:spPr>
          <a:xfrm>
            <a:off x="1270959" y="2898550"/>
            <a:ext cx="1961371" cy="296679"/>
          </a:xfrm>
          <a:custGeom>
            <a:rect b="b" l="l" r="r" t="t"/>
            <a:pathLst>
              <a:path extrusionOk="0" h="614" w="3299">
                <a:moveTo>
                  <a:pt x="3299" y="0"/>
                </a:moveTo>
                <a:cubicBezTo>
                  <a:pt x="3299" y="614"/>
                  <a:pt x="3299" y="614"/>
                  <a:pt x="3299" y="614"/>
                </a:cubicBezTo>
                <a:cubicBezTo>
                  <a:pt x="74" y="614"/>
                  <a:pt x="74" y="614"/>
                  <a:pt x="74" y="614"/>
                </a:cubicBezTo>
                <a:cubicBezTo>
                  <a:pt x="33" y="614"/>
                  <a:pt x="0" y="581"/>
                  <a:pt x="0" y="540"/>
                </a:cubicBezTo>
                <a:cubicBezTo>
                  <a:pt x="0" y="74"/>
                  <a:pt x="0" y="74"/>
                  <a:pt x="0" y="74"/>
                </a:cubicBezTo>
                <a:cubicBezTo>
                  <a:pt x="0" y="33"/>
                  <a:pt x="33" y="0"/>
                  <a:pt x="74" y="0"/>
                </a:cubicBezTo>
                <a:lnTo>
                  <a:pt x="3299" y="0"/>
                </a:lnTo>
                <a:close/>
              </a:path>
            </a:pathLst>
          </a:custGeom>
          <a:solidFill>
            <a:schemeClr val="accent1"/>
          </a:solidFill>
          <a:ln cap="flat"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 sz="1400">
                <a:solidFill>
                  <a:srgbClr val="484848"/>
                </a:solidFill>
                <a:latin typeface="Calibri"/>
                <a:ea typeface="Calibri"/>
                <a:cs typeface="Calibri"/>
                <a:sym typeface="Calibri"/>
              </a:rPr>
              <a:t>Activity 5</a:t>
            </a:r>
            <a:endParaRPr sz="1400">
              <a:solidFill>
                <a:srgbClr val="484848"/>
              </a:solidFill>
              <a:latin typeface="Calibri"/>
              <a:ea typeface="Calibri"/>
              <a:cs typeface="Calibri"/>
              <a:sym typeface="Calibri"/>
            </a:endParaRPr>
          </a:p>
        </p:txBody>
      </p:sp>
      <p:sp>
        <p:nvSpPr>
          <p:cNvPr id="1349" name="Google Shape;1349;p32"/>
          <p:cNvSpPr/>
          <p:nvPr/>
        </p:nvSpPr>
        <p:spPr>
          <a:xfrm>
            <a:off x="3232328" y="2898550"/>
            <a:ext cx="661500" cy="296700"/>
          </a:xfrm>
          <a:prstGeom prst="rect">
            <a:avLst/>
          </a:pr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50" name="Google Shape;1350;p32"/>
          <p:cNvSpPr/>
          <p:nvPr/>
        </p:nvSpPr>
        <p:spPr>
          <a:xfrm>
            <a:off x="3893912" y="2898550"/>
            <a:ext cx="663000" cy="296700"/>
          </a:xfrm>
          <a:prstGeom prst="rect">
            <a:avLst/>
          </a:pr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51" name="Google Shape;1351;p32"/>
          <p:cNvSpPr/>
          <p:nvPr/>
        </p:nvSpPr>
        <p:spPr>
          <a:xfrm>
            <a:off x="7205957" y="2898550"/>
            <a:ext cx="667085" cy="296679"/>
          </a:xfrm>
          <a:custGeom>
            <a:rect b="b" l="l" r="r" t="t"/>
            <a:pathLst>
              <a:path extrusionOk="0" h="614" w="1122">
                <a:moveTo>
                  <a:pt x="1122" y="74"/>
                </a:moveTo>
                <a:cubicBezTo>
                  <a:pt x="1122" y="540"/>
                  <a:pt x="1122" y="540"/>
                  <a:pt x="1122" y="540"/>
                </a:cubicBezTo>
                <a:cubicBezTo>
                  <a:pt x="1122" y="581"/>
                  <a:pt x="1089" y="614"/>
                  <a:pt x="1048" y="614"/>
                </a:cubicBezTo>
                <a:cubicBezTo>
                  <a:pt x="0" y="614"/>
                  <a:pt x="0" y="614"/>
                  <a:pt x="0" y="614"/>
                </a:cubicBezTo>
                <a:cubicBezTo>
                  <a:pt x="0" y="0"/>
                  <a:pt x="0" y="0"/>
                  <a:pt x="0" y="0"/>
                </a:cubicBezTo>
                <a:cubicBezTo>
                  <a:pt x="1048" y="0"/>
                  <a:pt x="1048" y="0"/>
                  <a:pt x="1048" y="0"/>
                </a:cubicBezTo>
                <a:cubicBezTo>
                  <a:pt x="1089" y="0"/>
                  <a:pt x="1122" y="33"/>
                  <a:pt x="1122" y="74"/>
                </a:cubicBezTo>
                <a:close/>
              </a:path>
            </a:pathLst>
          </a:cu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52" name="Google Shape;1352;p32"/>
          <p:cNvSpPr/>
          <p:nvPr/>
        </p:nvSpPr>
        <p:spPr>
          <a:xfrm>
            <a:off x="1270959" y="3195228"/>
            <a:ext cx="1961371" cy="295563"/>
          </a:xfrm>
          <a:custGeom>
            <a:rect b="b" l="l" r="r" t="t"/>
            <a:pathLst>
              <a:path extrusionOk="0" h="613" w="3299">
                <a:moveTo>
                  <a:pt x="3299" y="0"/>
                </a:moveTo>
                <a:cubicBezTo>
                  <a:pt x="3299" y="613"/>
                  <a:pt x="3299" y="613"/>
                  <a:pt x="3299" y="613"/>
                </a:cubicBezTo>
                <a:cubicBezTo>
                  <a:pt x="74" y="613"/>
                  <a:pt x="74" y="613"/>
                  <a:pt x="74" y="613"/>
                </a:cubicBezTo>
                <a:cubicBezTo>
                  <a:pt x="33" y="613"/>
                  <a:pt x="0" y="580"/>
                  <a:pt x="0" y="539"/>
                </a:cubicBezTo>
                <a:cubicBezTo>
                  <a:pt x="0" y="74"/>
                  <a:pt x="0" y="74"/>
                  <a:pt x="0" y="74"/>
                </a:cubicBezTo>
                <a:cubicBezTo>
                  <a:pt x="0" y="33"/>
                  <a:pt x="33" y="0"/>
                  <a:pt x="74" y="0"/>
                </a:cubicBezTo>
                <a:lnTo>
                  <a:pt x="3299" y="0"/>
                </a:lnTo>
                <a:close/>
              </a:path>
            </a:pathLst>
          </a:custGeom>
          <a:solidFill>
            <a:srgbClr val="B5D7D8"/>
          </a:solidFill>
          <a:ln cap="flat"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 sz="1400">
                <a:solidFill>
                  <a:srgbClr val="484848"/>
                </a:solidFill>
                <a:latin typeface="Calibri"/>
                <a:ea typeface="Calibri"/>
                <a:cs typeface="Calibri"/>
                <a:sym typeface="Calibri"/>
              </a:rPr>
              <a:t>Activity 6</a:t>
            </a:r>
            <a:endParaRPr sz="1400">
              <a:solidFill>
                <a:srgbClr val="484848"/>
              </a:solidFill>
              <a:latin typeface="Calibri"/>
              <a:ea typeface="Calibri"/>
              <a:cs typeface="Calibri"/>
              <a:sym typeface="Calibri"/>
            </a:endParaRPr>
          </a:p>
        </p:txBody>
      </p:sp>
      <p:sp>
        <p:nvSpPr>
          <p:cNvPr id="1353" name="Google Shape;1353;p32"/>
          <p:cNvSpPr/>
          <p:nvPr/>
        </p:nvSpPr>
        <p:spPr>
          <a:xfrm>
            <a:off x="3232328" y="3195228"/>
            <a:ext cx="661500" cy="295500"/>
          </a:xfrm>
          <a:prstGeom prst="rect">
            <a:avLst/>
          </a:pr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54" name="Google Shape;1354;p32"/>
          <p:cNvSpPr/>
          <p:nvPr/>
        </p:nvSpPr>
        <p:spPr>
          <a:xfrm>
            <a:off x="3893912" y="3195228"/>
            <a:ext cx="663000" cy="295500"/>
          </a:xfrm>
          <a:prstGeom prst="rect">
            <a:avLst/>
          </a:pr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55" name="Google Shape;1355;p32"/>
          <p:cNvSpPr/>
          <p:nvPr/>
        </p:nvSpPr>
        <p:spPr>
          <a:xfrm>
            <a:off x="7205957" y="3195228"/>
            <a:ext cx="667085" cy="295563"/>
          </a:xfrm>
          <a:custGeom>
            <a:rect b="b" l="l" r="r" t="t"/>
            <a:pathLst>
              <a:path extrusionOk="0" h="613" w="1122">
                <a:moveTo>
                  <a:pt x="1122" y="74"/>
                </a:moveTo>
                <a:cubicBezTo>
                  <a:pt x="1122" y="539"/>
                  <a:pt x="1122" y="539"/>
                  <a:pt x="1122" y="539"/>
                </a:cubicBezTo>
                <a:cubicBezTo>
                  <a:pt x="1122" y="580"/>
                  <a:pt x="1089" y="613"/>
                  <a:pt x="1048" y="613"/>
                </a:cubicBezTo>
                <a:cubicBezTo>
                  <a:pt x="0" y="613"/>
                  <a:pt x="0" y="613"/>
                  <a:pt x="0" y="613"/>
                </a:cubicBezTo>
                <a:cubicBezTo>
                  <a:pt x="0" y="0"/>
                  <a:pt x="0" y="0"/>
                  <a:pt x="0" y="0"/>
                </a:cubicBezTo>
                <a:cubicBezTo>
                  <a:pt x="1048" y="0"/>
                  <a:pt x="1048" y="0"/>
                  <a:pt x="1048" y="0"/>
                </a:cubicBezTo>
                <a:cubicBezTo>
                  <a:pt x="1089" y="0"/>
                  <a:pt x="1122" y="33"/>
                  <a:pt x="1122" y="74"/>
                </a:cubicBezTo>
                <a:close/>
              </a:path>
            </a:pathLst>
          </a:cu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56" name="Google Shape;1356;p32"/>
          <p:cNvSpPr/>
          <p:nvPr/>
        </p:nvSpPr>
        <p:spPr>
          <a:xfrm>
            <a:off x="1270959" y="3490790"/>
            <a:ext cx="1961371" cy="295563"/>
          </a:xfrm>
          <a:custGeom>
            <a:rect b="b" l="l" r="r" t="t"/>
            <a:pathLst>
              <a:path extrusionOk="0" h="614" w="3299">
                <a:moveTo>
                  <a:pt x="3299" y="0"/>
                </a:moveTo>
                <a:cubicBezTo>
                  <a:pt x="3299" y="614"/>
                  <a:pt x="3299" y="614"/>
                  <a:pt x="3299" y="614"/>
                </a:cubicBezTo>
                <a:cubicBezTo>
                  <a:pt x="74" y="614"/>
                  <a:pt x="74" y="614"/>
                  <a:pt x="74" y="614"/>
                </a:cubicBezTo>
                <a:cubicBezTo>
                  <a:pt x="33" y="614"/>
                  <a:pt x="0" y="581"/>
                  <a:pt x="0" y="540"/>
                </a:cubicBezTo>
                <a:cubicBezTo>
                  <a:pt x="0" y="74"/>
                  <a:pt x="0" y="74"/>
                  <a:pt x="0" y="74"/>
                </a:cubicBezTo>
                <a:cubicBezTo>
                  <a:pt x="0" y="34"/>
                  <a:pt x="33" y="0"/>
                  <a:pt x="74" y="0"/>
                </a:cubicBezTo>
                <a:lnTo>
                  <a:pt x="3299" y="0"/>
                </a:lnTo>
                <a:close/>
              </a:path>
            </a:pathLst>
          </a:custGeom>
          <a:solidFill>
            <a:schemeClr val="accent1"/>
          </a:solidFill>
          <a:ln cap="flat"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 sz="1400">
                <a:solidFill>
                  <a:srgbClr val="484848"/>
                </a:solidFill>
                <a:latin typeface="Calibri"/>
                <a:ea typeface="Calibri"/>
                <a:cs typeface="Calibri"/>
                <a:sym typeface="Calibri"/>
              </a:rPr>
              <a:t>Activity 7</a:t>
            </a:r>
            <a:endParaRPr sz="1400">
              <a:solidFill>
                <a:srgbClr val="484848"/>
              </a:solidFill>
              <a:latin typeface="Calibri"/>
              <a:ea typeface="Calibri"/>
              <a:cs typeface="Calibri"/>
              <a:sym typeface="Calibri"/>
            </a:endParaRPr>
          </a:p>
        </p:txBody>
      </p:sp>
      <p:sp>
        <p:nvSpPr>
          <p:cNvPr id="1357" name="Google Shape;1357;p32"/>
          <p:cNvSpPr/>
          <p:nvPr/>
        </p:nvSpPr>
        <p:spPr>
          <a:xfrm>
            <a:off x="3232328" y="3490790"/>
            <a:ext cx="661500" cy="295500"/>
          </a:xfrm>
          <a:prstGeom prst="rect">
            <a:avLst/>
          </a:pr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58" name="Google Shape;1358;p32"/>
          <p:cNvSpPr/>
          <p:nvPr/>
        </p:nvSpPr>
        <p:spPr>
          <a:xfrm>
            <a:off x="3893912" y="3490790"/>
            <a:ext cx="663000" cy="295500"/>
          </a:xfrm>
          <a:prstGeom prst="rect">
            <a:avLst/>
          </a:pr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59" name="Google Shape;1359;p32"/>
          <p:cNvSpPr/>
          <p:nvPr/>
        </p:nvSpPr>
        <p:spPr>
          <a:xfrm>
            <a:off x="7205957" y="3490790"/>
            <a:ext cx="667085" cy="295563"/>
          </a:xfrm>
          <a:custGeom>
            <a:rect b="b" l="l" r="r" t="t"/>
            <a:pathLst>
              <a:path extrusionOk="0" h="614" w="1122">
                <a:moveTo>
                  <a:pt x="1122" y="74"/>
                </a:moveTo>
                <a:cubicBezTo>
                  <a:pt x="1122" y="540"/>
                  <a:pt x="1122" y="540"/>
                  <a:pt x="1122" y="540"/>
                </a:cubicBezTo>
                <a:cubicBezTo>
                  <a:pt x="1122" y="581"/>
                  <a:pt x="1089" y="614"/>
                  <a:pt x="1048" y="614"/>
                </a:cubicBezTo>
                <a:cubicBezTo>
                  <a:pt x="0" y="614"/>
                  <a:pt x="0" y="614"/>
                  <a:pt x="0" y="614"/>
                </a:cubicBezTo>
                <a:cubicBezTo>
                  <a:pt x="0" y="0"/>
                  <a:pt x="0" y="0"/>
                  <a:pt x="0" y="0"/>
                </a:cubicBezTo>
                <a:cubicBezTo>
                  <a:pt x="1048" y="0"/>
                  <a:pt x="1048" y="0"/>
                  <a:pt x="1048" y="0"/>
                </a:cubicBezTo>
                <a:cubicBezTo>
                  <a:pt x="1089" y="0"/>
                  <a:pt x="1122" y="34"/>
                  <a:pt x="1122" y="74"/>
                </a:cubicBezTo>
                <a:close/>
              </a:path>
            </a:pathLst>
          </a:cu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60" name="Google Shape;1360;p32"/>
          <p:cNvSpPr/>
          <p:nvPr/>
        </p:nvSpPr>
        <p:spPr>
          <a:xfrm>
            <a:off x="1270959" y="3786353"/>
            <a:ext cx="1961371" cy="296679"/>
          </a:xfrm>
          <a:custGeom>
            <a:rect b="b" l="l" r="r" t="t"/>
            <a:pathLst>
              <a:path extrusionOk="0" h="614" w="3299">
                <a:moveTo>
                  <a:pt x="3299" y="0"/>
                </a:moveTo>
                <a:cubicBezTo>
                  <a:pt x="3299" y="614"/>
                  <a:pt x="3299" y="614"/>
                  <a:pt x="3299" y="614"/>
                </a:cubicBezTo>
                <a:cubicBezTo>
                  <a:pt x="74" y="614"/>
                  <a:pt x="74" y="614"/>
                  <a:pt x="74" y="614"/>
                </a:cubicBezTo>
                <a:cubicBezTo>
                  <a:pt x="33" y="614"/>
                  <a:pt x="0" y="581"/>
                  <a:pt x="0" y="540"/>
                </a:cubicBezTo>
                <a:cubicBezTo>
                  <a:pt x="0" y="74"/>
                  <a:pt x="0" y="74"/>
                  <a:pt x="0" y="74"/>
                </a:cubicBezTo>
                <a:cubicBezTo>
                  <a:pt x="0" y="33"/>
                  <a:pt x="33" y="0"/>
                  <a:pt x="74" y="0"/>
                </a:cubicBezTo>
                <a:lnTo>
                  <a:pt x="3299" y="0"/>
                </a:lnTo>
                <a:close/>
              </a:path>
            </a:pathLst>
          </a:custGeom>
          <a:solidFill>
            <a:srgbClr val="B5D7D8"/>
          </a:solidFill>
          <a:ln cap="flat"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 sz="1400">
                <a:solidFill>
                  <a:srgbClr val="484848"/>
                </a:solidFill>
                <a:latin typeface="Calibri"/>
                <a:ea typeface="Calibri"/>
                <a:cs typeface="Calibri"/>
                <a:sym typeface="Calibri"/>
              </a:rPr>
              <a:t>Activity 8</a:t>
            </a:r>
            <a:endParaRPr sz="1400">
              <a:solidFill>
                <a:srgbClr val="484848"/>
              </a:solidFill>
              <a:latin typeface="Calibri"/>
              <a:ea typeface="Calibri"/>
              <a:cs typeface="Calibri"/>
              <a:sym typeface="Calibri"/>
            </a:endParaRPr>
          </a:p>
        </p:txBody>
      </p:sp>
      <p:sp>
        <p:nvSpPr>
          <p:cNvPr id="1361" name="Google Shape;1361;p32"/>
          <p:cNvSpPr/>
          <p:nvPr/>
        </p:nvSpPr>
        <p:spPr>
          <a:xfrm>
            <a:off x="3232328" y="3786353"/>
            <a:ext cx="661500" cy="296700"/>
          </a:xfrm>
          <a:prstGeom prst="rect">
            <a:avLst/>
          </a:pr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62" name="Google Shape;1362;p32"/>
          <p:cNvSpPr/>
          <p:nvPr/>
        </p:nvSpPr>
        <p:spPr>
          <a:xfrm>
            <a:off x="3893912" y="3786353"/>
            <a:ext cx="663000" cy="296700"/>
          </a:xfrm>
          <a:prstGeom prst="rect">
            <a:avLst/>
          </a:pr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63" name="Google Shape;1363;p32"/>
          <p:cNvSpPr/>
          <p:nvPr/>
        </p:nvSpPr>
        <p:spPr>
          <a:xfrm>
            <a:off x="7205957" y="3786353"/>
            <a:ext cx="667085" cy="296679"/>
          </a:xfrm>
          <a:custGeom>
            <a:rect b="b" l="l" r="r" t="t"/>
            <a:pathLst>
              <a:path extrusionOk="0" h="614" w="1122">
                <a:moveTo>
                  <a:pt x="1122" y="74"/>
                </a:moveTo>
                <a:cubicBezTo>
                  <a:pt x="1122" y="540"/>
                  <a:pt x="1122" y="540"/>
                  <a:pt x="1122" y="540"/>
                </a:cubicBezTo>
                <a:cubicBezTo>
                  <a:pt x="1122" y="581"/>
                  <a:pt x="1089" y="614"/>
                  <a:pt x="1048" y="614"/>
                </a:cubicBezTo>
                <a:cubicBezTo>
                  <a:pt x="0" y="614"/>
                  <a:pt x="0" y="614"/>
                  <a:pt x="0" y="614"/>
                </a:cubicBezTo>
                <a:cubicBezTo>
                  <a:pt x="0" y="0"/>
                  <a:pt x="0" y="0"/>
                  <a:pt x="0" y="0"/>
                </a:cubicBezTo>
                <a:cubicBezTo>
                  <a:pt x="1048" y="0"/>
                  <a:pt x="1048" y="0"/>
                  <a:pt x="1048" y="0"/>
                </a:cubicBezTo>
                <a:cubicBezTo>
                  <a:pt x="1089" y="0"/>
                  <a:pt x="1122" y="33"/>
                  <a:pt x="1122" y="74"/>
                </a:cubicBezTo>
                <a:close/>
              </a:path>
            </a:pathLst>
          </a:cu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64" name="Google Shape;1364;p32"/>
          <p:cNvSpPr/>
          <p:nvPr/>
        </p:nvSpPr>
        <p:spPr>
          <a:xfrm>
            <a:off x="1270959" y="4083031"/>
            <a:ext cx="1961371" cy="295563"/>
          </a:xfrm>
          <a:custGeom>
            <a:rect b="b" l="l" r="r" t="t"/>
            <a:pathLst>
              <a:path extrusionOk="0" h="613" w="3299">
                <a:moveTo>
                  <a:pt x="3299" y="0"/>
                </a:moveTo>
                <a:cubicBezTo>
                  <a:pt x="3299" y="613"/>
                  <a:pt x="3299" y="613"/>
                  <a:pt x="3299" y="613"/>
                </a:cubicBezTo>
                <a:cubicBezTo>
                  <a:pt x="74" y="613"/>
                  <a:pt x="74" y="613"/>
                  <a:pt x="74" y="613"/>
                </a:cubicBezTo>
                <a:cubicBezTo>
                  <a:pt x="33" y="613"/>
                  <a:pt x="0" y="580"/>
                  <a:pt x="0" y="539"/>
                </a:cubicBezTo>
                <a:cubicBezTo>
                  <a:pt x="0" y="74"/>
                  <a:pt x="0" y="74"/>
                  <a:pt x="0" y="74"/>
                </a:cubicBezTo>
                <a:cubicBezTo>
                  <a:pt x="0" y="33"/>
                  <a:pt x="33" y="0"/>
                  <a:pt x="74" y="0"/>
                </a:cubicBezTo>
                <a:lnTo>
                  <a:pt x="3299" y="0"/>
                </a:lnTo>
                <a:close/>
              </a:path>
            </a:pathLst>
          </a:custGeom>
          <a:solidFill>
            <a:schemeClr val="accent1"/>
          </a:solidFill>
          <a:ln cap="flat"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 sz="1400">
                <a:solidFill>
                  <a:srgbClr val="484848"/>
                </a:solidFill>
                <a:latin typeface="Calibri"/>
                <a:ea typeface="Calibri"/>
                <a:cs typeface="Calibri"/>
                <a:sym typeface="Calibri"/>
              </a:rPr>
              <a:t>Activity 9</a:t>
            </a:r>
            <a:endParaRPr sz="1400">
              <a:solidFill>
                <a:srgbClr val="484848"/>
              </a:solidFill>
              <a:latin typeface="Calibri"/>
              <a:ea typeface="Calibri"/>
              <a:cs typeface="Calibri"/>
              <a:sym typeface="Calibri"/>
            </a:endParaRPr>
          </a:p>
        </p:txBody>
      </p:sp>
      <p:sp>
        <p:nvSpPr>
          <p:cNvPr id="1365" name="Google Shape;1365;p32"/>
          <p:cNvSpPr/>
          <p:nvPr/>
        </p:nvSpPr>
        <p:spPr>
          <a:xfrm>
            <a:off x="3232328" y="4083031"/>
            <a:ext cx="661500" cy="295500"/>
          </a:xfrm>
          <a:prstGeom prst="rect">
            <a:avLst/>
          </a:pr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66" name="Google Shape;1366;p32"/>
          <p:cNvSpPr/>
          <p:nvPr/>
        </p:nvSpPr>
        <p:spPr>
          <a:xfrm>
            <a:off x="3893912" y="4083031"/>
            <a:ext cx="663000" cy="295500"/>
          </a:xfrm>
          <a:prstGeom prst="rect">
            <a:avLst/>
          </a:pr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67" name="Google Shape;1367;p32"/>
          <p:cNvSpPr/>
          <p:nvPr/>
        </p:nvSpPr>
        <p:spPr>
          <a:xfrm>
            <a:off x="4556871" y="4083031"/>
            <a:ext cx="661500" cy="295500"/>
          </a:xfrm>
          <a:prstGeom prst="rect">
            <a:avLst/>
          </a:pr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68" name="Google Shape;1368;p32"/>
          <p:cNvSpPr/>
          <p:nvPr/>
        </p:nvSpPr>
        <p:spPr>
          <a:xfrm>
            <a:off x="5218454" y="4083031"/>
            <a:ext cx="663000" cy="295500"/>
          </a:xfrm>
          <a:prstGeom prst="rect">
            <a:avLst/>
          </a:pr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69" name="Google Shape;1369;p32"/>
          <p:cNvSpPr/>
          <p:nvPr/>
        </p:nvSpPr>
        <p:spPr>
          <a:xfrm>
            <a:off x="7205957" y="4083031"/>
            <a:ext cx="667085" cy="295563"/>
          </a:xfrm>
          <a:custGeom>
            <a:rect b="b" l="l" r="r" t="t"/>
            <a:pathLst>
              <a:path extrusionOk="0" h="613" w="1122">
                <a:moveTo>
                  <a:pt x="1122" y="74"/>
                </a:moveTo>
                <a:cubicBezTo>
                  <a:pt x="1122" y="539"/>
                  <a:pt x="1122" y="539"/>
                  <a:pt x="1122" y="539"/>
                </a:cubicBezTo>
                <a:cubicBezTo>
                  <a:pt x="1122" y="580"/>
                  <a:pt x="1089" y="613"/>
                  <a:pt x="1048" y="613"/>
                </a:cubicBezTo>
                <a:cubicBezTo>
                  <a:pt x="0" y="613"/>
                  <a:pt x="0" y="613"/>
                  <a:pt x="0" y="613"/>
                </a:cubicBezTo>
                <a:cubicBezTo>
                  <a:pt x="0" y="0"/>
                  <a:pt x="0" y="0"/>
                  <a:pt x="0" y="0"/>
                </a:cubicBezTo>
                <a:cubicBezTo>
                  <a:pt x="1048" y="0"/>
                  <a:pt x="1048" y="0"/>
                  <a:pt x="1048" y="0"/>
                </a:cubicBezTo>
                <a:cubicBezTo>
                  <a:pt x="1089" y="0"/>
                  <a:pt x="1122" y="33"/>
                  <a:pt x="1122" y="74"/>
                </a:cubicBezTo>
                <a:close/>
              </a:path>
            </a:pathLst>
          </a:cu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70" name="Google Shape;1370;p32"/>
          <p:cNvSpPr/>
          <p:nvPr/>
        </p:nvSpPr>
        <p:spPr>
          <a:xfrm>
            <a:off x="1270959" y="4378593"/>
            <a:ext cx="1961371" cy="295563"/>
          </a:xfrm>
          <a:custGeom>
            <a:rect b="b" l="l" r="r" t="t"/>
            <a:pathLst>
              <a:path extrusionOk="0" h="614" w="3299">
                <a:moveTo>
                  <a:pt x="3299" y="0"/>
                </a:moveTo>
                <a:cubicBezTo>
                  <a:pt x="3299" y="614"/>
                  <a:pt x="3299" y="614"/>
                  <a:pt x="3299" y="614"/>
                </a:cubicBezTo>
                <a:cubicBezTo>
                  <a:pt x="74" y="614"/>
                  <a:pt x="74" y="614"/>
                  <a:pt x="74" y="614"/>
                </a:cubicBezTo>
                <a:cubicBezTo>
                  <a:pt x="33" y="614"/>
                  <a:pt x="0" y="581"/>
                  <a:pt x="0" y="540"/>
                </a:cubicBezTo>
                <a:cubicBezTo>
                  <a:pt x="0" y="74"/>
                  <a:pt x="0" y="74"/>
                  <a:pt x="0" y="74"/>
                </a:cubicBezTo>
                <a:cubicBezTo>
                  <a:pt x="0" y="33"/>
                  <a:pt x="33" y="0"/>
                  <a:pt x="74" y="0"/>
                </a:cubicBezTo>
                <a:lnTo>
                  <a:pt x="3299" y="0"/>
                </a:lnTo>
                <a:close/>
              </a:path>
            </a:pathLst>
          </a:custGeom>
          <a:solidFill>
            <a:srgbClr val="B5D7D8"/>
          </a:solidFill>
          <a:ln cap="flat"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 sz="1400">
                <a:solidFill>
                  <a:srgbClr val="484848"/>
                </a:solidFill>
                <a:latin typeface="Calibri"/>
                <a:ea typeface="Calibri"/>
                <a:cs typeface="Calibri"/>
                <a:sym typeface="Calibri"/>
              </a:rPr>
              <a:t>Activity 10</a:t>
            </a:r>
            <a:endParaRPr sz="1400">
              <a:solidFill>
                <a:srgbClr val="484848"/>
              </a:solidFill>
              <a:latin typeface="Calibri"/>
              <a:ea typeface="Calibri"/>
              <a:cs typeface="Calibri"/>
              <a:sym typeface="Calibri"/>
            </a:endParaRPr>
          </a:p>
        </p:txBody>
      </p:sp>
      <p:sp>
        <p:nvSpPr>
          <p:cNvPr id="1371" name="Google Shape;1371;p32"/>
          <p:cNvSpPr/>
          <p:nvPr/>
        </p:nvSpPr>
        <p:spPr>
          <a:xfrm>
            <a:off x="3232328" y="4378593"/>
            <a:ext cx="661500" cy="295500"/>
          </a:xfrm>
          <a:prstGeom prst="rect">
            <a:avLst/>
          </a:pr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72" name="Google Shape;1372;p32"/>
          <p:cNvSpPr/>
          <p:nvPr/>
        </p:nvSpPr>
        <p:spPr>
          <a:xfrm>
            <a:off x="3893912" y="4378593"/>
            <a:ext cx="663000" cy="295500"/>
          </a:xfrm>
          <a:prstGeom prst="rect">
            <a:avLst/>
          </a:pr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73" name="Google Shape;1373;p32"/>
          <p:cNvSpPr/>
          <p:nvPr/>
        </p:nvSpPr>
        <p:spPr>
          <a:xfrm>
            <a:off x="4556871" y="4378593"/>
            <a:ext cx="661500" cy="295500"/>
          </a:xfrm>
          <a:prstGeom prst="rect">
            <a:avLst/>
          </a:pr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74" name="Google Shape;1374;p32"/>
          <p:cNvSpPr/>
          <p:nvPr/>
        </p:nvSpPr>
        <p:spPr>
          <a:xfrm>
            <a:off x="5218454" y="4378593"/>
            <a:ext cx="663000" cy="295500"/>
          </a:xfrm>
          <a:prstGeom prst="rect">
            <a:avLst/>
          </a:pr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75" name="Google Shape;1375;p32"/>
          <p:cNvSpPr/>
          <p:nvPr/>
        </p:nvSpPr>
        <p:spPr>
          <a:xfrm>
            <a:off x="5881414" y="4378593"/>
            <a:ext cx="663000" cy="295500"/>
          </a:xfrm>
          <a:prstGeom prst="rect">
            <a:avLst/>
          </a:pr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76" name="Google Shape;1376;p32"/>
          <p:cNvSpPr/>
          <p:nvPr/>
        </p:nvSpPr>
        <p:spPr>
          <a:xfrm>
            <a:off x="6544373" y="4378593"/>
            <a:ext cx="661500" cy="295500"/>
          </a:xfrm>
          <a:prstGeom prst="rect">
            <a:avLst/>
          </a:pr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77" name="Google Shape;1377;p32"/>
          <p:cNvSpPr/>
          <p:nvPr/>
        </p:nvSpPr>
        <p:spPr>
          <a:xfrm>
            <a:off x="7205957" y="4378593"/>
            <a:ext cx="667085" cy="295563"/>
          </a:xfrm>
          <a:custGeom>
            <a:rect b="b" l="l" r="r" t="t"/>
            <a:pathLst>
              <a:path extrusionOk="0" h="614" w="1122">
                <a:moveTo>
                  <a:pt x="1122" y="74"/>
                </a:moveTo>
                <a:cubicBezTo>
                  <a:pt x="1122" y="540"/>
                  <a:pt x="1122" y="540"/>
                  <a:pt x="1122" y="540"/>
                </a:cubicBezTo>
                <a:cubicBezTo>
                  <a:pt x="1122" y="581"/>
                  <a:pt x="1089" y="614"/>
                  <a:pt x="1048" y="614"/>
                </a:cubicBezTo>
                <a:cubicBezTo>
                  <a:pt x="0" y="614"/>
                  <a:pt x="0" y="614"/>
                  <a:pt x="0" y="614"/>
                </a:cubicBezTo>
                <a:cubicBezTo>
                  <a:pt x="0" y="0"/>
                  <a:pt x="0" y="0"/>
                  <a:pt x="0" y="0"/>
                </a:cubicBezTo>
                <a:cubicBezTo>
                  <a:pt x="1048" y="0"/>
                  <a:pt x="1048" y="0"/>
                  <a:pt x="1048" y="0"/>
                </a:cubicBezTo>
                <a:cubicBezTo>
                  <a:pt x="1089" y="0"/>
                  <a:pt x="1122" y="33"/>
                  <a:pt x="1122" y="74"/>
                </a:cubicBezTo>
                <a:close/>
              </a:path>
            </a:pathLst>
          </a:cu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78" name="Google Shape;1378;p32"/>
          <p:cNvSpPr/>
          <p:nvPr/>
        </p:nvSpPr>
        <p:spPr>
          <a:xfrm>
            <a:off x="4556871" y="3786353"/>
            <a:ext cx="661500" cy="296700"/>
          </a:xfrm>
          <a:prstGeom prst="rect">
            <a:avLst/>
          </a:pr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79" name="Google Shape;1379;p32"/>
          <p:cNvSpPr/>
          <p:nvPr/>
        </p:nvSpPr>
        <p:spPr>
          <a:xfrm>
            <a:off x="4556871" y="3490790"/>
            <a:ext cx="661500" cy="295500"/>
          </a:xfrm>
          <a:prstGeom prst="rect">
            <a:avLst/>
          </a:pr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80" name="Google Shape;1380;p32"/>
          <p:cNvSpPr/>
          <p:nvPr/>
        </p:nvSpPr>
        <p:spPr>
          <a:xfrm>
            <a:off x="4556871" y="3195228"/>
            <a:ext cx="661500" cy="295500"/>
          </a:xfrm>
          <a:prstGeom prst="rect">
            <a:avLst/>
          </a:pr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81" name="Google Shape;1381;p32"/>
          <p:cNvSpPr/>
          <p:nvPr/>
        </p:nvSpPr>
        <p:spPr>
          <a:xfrm>
            <a:off x="4556871" y="2898550"/>
            <a:ext cx="661500" cy="296700"/>
          </a:xfrm>
          <a:prstGeom prst="rect">
            <a:avLst/>
          </a:pr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82" name="Google Shape;1382;p32"/>
          <p:cNvSpPr/>
          <p:nvPr/>
        </p:nvSpPr>
        <p:spPr>
          <a:xfrm>
            <a:off x="4556871" y="2602988"/>
            <a:ext cx="661500" cy="295500"/>
          </a:xfrm>
          <a:prstGeom prst="rect">
            <a:avLst/>
          </a:pr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83" name="Google Shape;1383;p32"/>
          <p:cNvSpPr/>
          <p:nvPr/>
        </p:nvSpPr>
        <p:spPr>
          <a:xfrm>
            <a:off x="4556871" y="2307425"/>
            <a:ext cx="661500" cy="295500"/>
          </a:xfrm>
          <a:prstGeom prst="rect">
            <a:avLst/>
          </a:pr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84" name="Google Shape;1384;p32"/>
          <p:cNvSpPr/>
          <p:nvPr/>
        </p:nvSpPr>
        <p:spPr>
          <a:xfrm>
            <a:off x="4556871" y="2010747"/>
            <a:ext cx="661500" cy="296700"/>
          </a:xfrm>
          <a:prstGeom prst="rect">
            <a:avLst/>
          </a:pr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85" name="Google Shape;1385;p32"/>
          <p:cNvSpPr/>
          <p:nvPr/>
        </p:nvSpPr>
        <p:spPr>
          <a:xfrm>
            <a:off x="5218454" y="2010747"/>
            <a:ext cx="663000" cy="296700"/>
          </a:xfrm>
          <a:prstGeom prst="rect">
            <a:avLst/>
          </a:pr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86" name="Google Shape;1386;p32"/>
          <p:cNvSpPr/>
          <p:nvPr/>
        </p:nvSpPr>
        <p:spPr>
          <a:xfrm>
            <a:off x="5218454" y="2307425"/>
            <a:ext cx="663000" cy="295500"/>
          </a:xfrm>
          <a:prstGeom prst="rect">
            <a:avLst/>
          </a:pr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87" name="Google Shape;1387;p32"/>
          <p:cNvSpPr/>
          <p:nvPr/>
        </p:nvSpPr>
        <p:spPr>
          <a:xfrm>
            <a:off x="5218454" y="2602988"/>
            <a:ext cx="663000" cy="295500"/>
          </a:xfrm>
          <a:prstGeom prst="rect">
            <a:avLst/>
          </a:pr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88" name="Google Shape;1388;p32"/>
          <p:cNvSpPr/>
          <p:nvPr/>
        </p:nvSpPr>
        <p:spPr>
          <a:xfrm>
            <a:off x="5218454" y="2898550"/>
            <a:ext cx="663000" cy="296700"/>
          </a:xfrm>
          <a:prstGeom prst="rect">
            <a:avLst/>
          </a:pr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89" name="Google Shape;1389;p32"/>
          <p:cNvSpPr/>
          <p:nvPr/>
        </p:nvSpPr>
        <p:spPr>
          <a:xfrm>
            <a:off x="5218454" y="3195228"/>
            <a:ext cx="663000" cy="295500"/>
          </a:xfrm>
          <a:prstGeom prst="rect">
            <a:avLst/>
          </a:pr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90" name="Google Shape;1390;p32"/>
          <p:cNvSpPr/>
          <p:nvPr/>
        </p:nvSpPr>
        <p:spPr>
          <a:xfrm>
            <a:off x="5218454" y="3490790"/>
            <a:ext cx="663000" cy="295500"/>
          </a:xfrm>
          <a:prstGeom prst="rect">
            <a:avLst/>
          </a:pr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91" name="Google Shape;1391;p32"/>
          <p:cNvSpPr/>
          <p:nvPr/>
        </p:nvSpPr>
        <p:spPr>
          <a:xfrm>
            <a:off x="5218454" y="3786353"/>
            <a:ext cx="663000" cy="296700"/>
          </a:xfrm>
          <a:prstGeom prst="rect">
            <a:avLst/>
          </a:pr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92" name="Google Shape;1392;p32"/>
          <p:cNvSpPr/>
          <p:nvPr/>
        </p:nvSpPr>
        <p:spPr>
          <a:xfrm>
            <a:off x="5881414" y="4083031"/>
            <a:ext cx="663000" cy="295500"/>
          </a:xfrm>
          <a:prstGeom prst="rect">
            <a:avLst/>
          </a:pr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93" name="Google Shape;1393;p32"/>
          <p:cNvSpPr/>
          <p:nvPr/>
        </p:nvSpPr>
        <p:spPr>
          <a:xfrm>
            <a:off x="5881414" y="3786353"/>
            <a:ext cx="663000" cy="296700"/>
          </a:xfrm>
          <a:prstGeom prst="rect">
            <a:avLst/>
          </a:pr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94" name="Google Shape;1394;p32"/>
          <p:cNvSpPr/>
          <p:nvPr/>
        </p:nvSpPr>
        <p:spPr>
          <a:xfrm>
            <a:off x="5881414" y="3490790"/>
            <a:ext cx="663000" cy="295500"/>
          </a:xfrm>
          <a:prstGeom prst="rect">
            <a:avLst/>
          </a:pr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95" name="Google Shape;1395;p32"/>
          <p:cNvSpPr/>
          <p:nvPr/>
        </p:nvSpPr>
        <p:spPr>
          <a:xfrm>
            <a:off x="5881414" y="3195228"/>
            <a:ext cx="663000" cy="295500"/>
          </a:xfrm>
          <a:prstGeom prst="rect">
            <a:avLst/>
          </a:pr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96" name="Google Shape;1396;p32"/>
          <p:cNvSpPr/>
          <p:nvPr/>
        </p:nvSpPr>
        <p:spPr>
          <a:xfrm>
            <a:off x="5881414" y="2898550"/>
            <a:ext cx="663000" cy="296700"/>
          </a:xfrm>
          <a:prstGeom prst="rect">
            <a:avLst/>
          </a:pr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97" name="Google Shape;1397;p32"/>
          <p:cNvSpPr/>
          <p:nvPr/>
        </p:nvSpPr>
        <p:spPr>
          <a:xfrm>
            <a:off x="5881414" y="2602988"/>
            <a:ext cx="663000" cy="295500"/>
          </a:xfrm>
          <a:prstGeom prst="rect">
            <a:avLst/>
          </a:pr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98" name="Google Shape;1398;p32"/>
          <p:cNvSpPr/>
          <p:nvPr/>
        </p:nvSpPr>
        <p:spPr>
          <a:xfrm>
            <a:off x="5881414" y="2307425"/>
            <a:ext cx="663000" cy="295500"/>
          </a:xfrm>
          <a:prstGeom prst="rect">
            <a:avLst/>
          </a:pr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399" name="Google Shape;1399;p32"/>
          <p:cNvSpPr/>
          <p:nvPr/>
        </p:nvSpPr>
        <p:spPr>
          <a:xfrm>
            <a:off x="5881414" y="2010747"/>
            <a:ext cx="663000" cy="296700"/>
          </a:xfrm>
          <a:prstGeom prst="rect">
            <a:avLst/>
          </a:pr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400" name="Google Shape;1400;p32"/>
          <p:cNvSpPr/>
          <p:nvPr/>
        </p:nvSpPr>
        <p:spPr>
          <a:xfrm>
            <a:off x="5881414" y="1715185"/>
            <a:ext cx="663000" cy="295500"/>
          </a:xfrm>
          <a:prstGeom prst="rect">
            <a:avLst/>
          </a:pr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401" name="Google Shape;1401;p32"/>
          <p:cNvSpPr/>
          <p:nvPr/>
        </p:nvSpPr>
        <p:spPr>
          <a:xfrm>
            <a:off x="6544373" y="1715185"/>
            <a:ext cx="661500" cy="295500"/>
          </a:xfrm>
          <a:prstGeom prst="rect">
            <a:avLst/>
          </a:pr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402" name="Google Shape;1402;p32"/>
          <p:cNvSpPr/>
          <p:nvPr/>
        </p:nvSpPr>
        <p:spPr>
          <a:xfrm>
            <a:off x="6544373" y="2010747"/>
            <a:ext cx="661500" cy="296700"/>
          </a:xfrm>
          <a:prstGeom prst="rect">
            <a:avLst/>
          </a:pr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403" name="Google Shape;1403;p32"/>
          <p:cNvSpPr/>
          <p:nvPr/>
        </p:nvSpPr>
        <p:spPr>
          <a:xfrm>
            <a:off x="6544373" y="2307425"/>
            <a:ext cx="661500" cy="295500"/>
          </a:xfrm>
          <a:prstGeom prst="rect">
            <a:avLst/>
          </a:pr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404" name="Google Shape;1404;p32"/>
          <p:cNvSpPr/>
          <p:nvPr/>
        </p:nvSpPr>
        <p:spPr>
          <a:xfrm>
            <a:off x="6544373" y="2602988"/>
            <a:ext cx="661500" cy="295500"/>
          </a:xfrm>
          <a:prstGeom prst="rect">
            <a:avLst/>
          </a:pr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405" name="Google Shape;1405;p32"/>
          <p:cNvSpPr/>
          <p:nvPr/>
        </p:nvSpPr>
        <p:spPr>
          <a:xfrm>
            <a:off x="6544373" y="2898550"/>
            <a:ext cx="661500" cy="296700"/>
          </a:xfrm>
          <a:prstGeom prst="rect">
            <a:avLst/>
          </a:pr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406" name="Google Shape;1406;p32"/>
          <p:cNvSpPr/>
          <p:nvPr/>
        </p:nvSpPr>
        <p:spPr>
          <a:xfrm>
            <a:off x="6544373" y="3195228"/>
            <a:ext cx="661500" cy="295500"/>
          </a:xfrm>
          <a:prstGeom prst="rect">
            <a:avLst/>
          </a:pr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407" name="Google Shape;1407;p32"/>
          <p:cNvSpPr/>
          <p:nvPr/>
        </p:nvSpPr>
        <p:spPr>
          <a:xfrm>
            <a:off x="6544373" y="3490790"/>
            <a:ext cx="661500" cy="295500"/>
          </a:xfrm>
          <a:prstGeom prst="rect">
            <a:avLst/>
          </a:pr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408" name="Google Shape;1408;p32"/>
          <p:cNvSpPr/>
          <p:nvPr/>
        </p:nvSpPr>
        <p:spPr>
          <a:xfrm>
            <a:off x="6544373" y="3786353"/>
            <a:ext cx="661500" cy="296700"/>
          </a:xfrm>
          <a:prstGeom prst="rect">
            <a:avLst/>
          </a:prstGeom>
          <a:solidFill>
            <a:srgbClr val="B5D7D8"/>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
        <p:nvSpPr>
          <p:cNvPr id="1409" name="Google Shape;1409;p32"/>
          <p:cNvSpPr/>
          <p:nvPr/>
        </p:nvSpPr>
        <p:spPr>
          <a:xfrm>
            <a:off x="6544373" y="4083031"/>
            <a:ext cx="661500" cy="295500"/>
          </a:xfrm>
          <a:prstGeom prst="rect">
            <a:avLst/>
          </a:prstGeom>
          <a:solidFill>
            <a:schemeClr val="accent1"/>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484848"/>
              </a:solidFill>
              <a:latin typeface="Calibri"/>
              <a:ea typeface="Calibri"/>
              <a:cs typeface="Calibri"/>
              <a:sym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Chart">
  <p:cSld name="Comparison Chart">
    <p:spTree>
      <p:nvGrpSpPr>
        <p:cNvPr id="1410" name="Shape 1410"/>
        <p:cNvGrpSpPr/>
        <p:nvPr/>
      </p:nvGrpSpPr>
      <p:grpSpPr>
        <a:xfrm>
          <a:off x="0" y="0"/>
          <a:ext cx="0" cy="0"/>
          <a:chOff x="0" y="0"/>
          <a:chExt cx="0" cy="0"/>
        </a:xfrm>
      </p:grpSpPr>
      <p:sp>
        <p:nvSpPr>
          <p:cNvPr id="1411" name="Google Shape;1411;p3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2" name="Google Shape;1412;p3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3" name="Google Shape;1413;p3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sp>
        <p:nvSpPr>
          <p:cNvPr id="1414" name="Google Shape;1414;p33"/>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Calibri"/>
              <a:buNone/>
              <a:defRPr sz="4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15" name="Google Shape;1415;p33"/>
          <p:cNvSpPr txBox="1"/>
          <p:nvPr>
            <p:ph idx="1" type="body"/>
          </p:nvPr>
        </p:nvSpPr>
        <p:spPr>
          <a:xfrm>
            <a:off x="468313" y="771550"/>
            <a:ext cx="8207400" cy="503700"/>
          </a:xfrm>
          <a:prstGeom prst="rect">
            <a:avLst/>
          </a:prstGeom>
          <a:noFill/>
          <a:ln>
            <a:noFill/>
          </a:ln>
        </p:spPr>
        <p:txBody>
          <a:bodyPr anchorCtr="0" anchor="t" bIns="45700" lIns="91425" spcFirstLastPara="1" rIns="91425" wrap="square" tIns="45700">
            <a:noAutofit/>
          </a:bodyPr>
          <a:lstStyle>
            <a:lvl1pPr indent="-228600" lvl="0" marL="457200" algn="l">
              <a:spcBef>
                <a:spcPts val="540"/>
              </a:spcBef>
              <a:spcAft>
                <a:spcPts val="0"/>
              </a:spcAft>
              <a:buClr>
                <a:schemeClr val="accent5"/>
              </a:buClr>
              <a:buSzPts val="2700"/>
              <a:buNone/>
              <a:defRPr sz="2700">
                <a:solidFill>
                  <a:schemeClr val="accent5"/>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16" name="Google Shape;1416;p33"/>
          <p:cNvSpPr/>
          <p:nvPr/>
        </p:nvSpPr>
        <p:spPr>
          <a:xfrm>
            <a:off x="683575" y="1923050"/>
            <a:ext cx="3817956" cy="272240"/>
          </a:xfrm>
          <a:custGeom>
            <a:rect b="b" l="l" r="r" t="t"/>
            <a:pathLst>
              <a:path extrusionOk="0" h="614" w="6551">
                <a:moveTo>
                  <a:pt x="6551" y="0"/>
                </a:moveTo>
                <a:cubicBezTo>
                  <a:pt x="6551" y="614"/>
                  <a:pt x="6551" y="614"/>
                  <a:pt x="6551" y="614"/>
                </a:cubicBezTo>
                <a:cubicBezTo>
                  <a:pt x="74" y="614"/>
                  <a:pt x="74" y="614"/>
                  <a:pt x="74" y="614"/>
                </a:cubicBezTo>
                <a:cubicBezTo>
                  <a:pt x="33" y="614"/>
                  <a:pt x="0" y="581"/>
                  <a:pt x="0" y="540"/>
                </a:cubicBezTo>
                <a:cubicBezTo>
                  <a:pt x="0" y="74"/>
                  <a:pt x="0" y="74"/>
                  <a:pt x="0" y="74"/>
                </a:cubicBezTo>
                <a:cubicBezTo>
                  <a:pt x="0" y="34"/>
                  <a:pt x="33" y="0"/>
                  <a:pt x="74" y="0"/>
                </a:cubicBezTo>
                <a:lnTo>
                  <a:pt x="6551" y="0"/>
                </a:lnTo>
                <a:close/>
              </a:path>
            </a:pathLst>
          </a:custGeom>
          <a:solidFill>
            <a:schemeClr val="accent1"/>
          </a:solidFill>
          <a:ln cap="flat" cmpd="sng" w="9525">
            <a:solidFill>
              <a:srgbClr val="FFFFFF"/>
            </a:solidFill>
            <a:prstDash val="solid"/>
            <a:miter lim="800000"/>
            <a:headEnd len="sm" w="sm" type="none"/>
            <a:tailEnd len="sm" w="sm" type="none"/>
          </a:ln>
        </p:spPr>
        <p:txBody>
          <a:bodyPr anchorCtr="0" anchor="ctr" bIns="45700" lIns="180000" spcFirstLastPara="1" rIns="91425" wrap="square" tIns="45700">
            <a:noAutofit/>
          </a:bodyPr>
          <a:lstStyle/>
          <a:p>
            <a:pPr indent="0" lvl="0" marL="0" marR="0" rtl="0" algn="l">
              <a:spcBef>
                <a:spcPts val="0"/>
              </a:spcBef>
              <a:spcAft>
                <a:spcPts val="0"/>
              </a:spcAft>
              <a:buNone/>
            </a:pPr>
            <a:r>
              <a:t/>
            </a:r>
            <a:endParaRPr sz="1400">
              <a:solidFill>
                <a:srgbClr val="4C8E91"/>
              </a:solidFill>
              <a:latin typeface="Calibri"/>
              <a:ea typeface="Calibri"/>
              <a:cs typeface="Calibri"/>
              <a:sym typeface="Calibri"/>
            </a:endParaRPr>
          </a:p>
        </p:txBody>
      </p:sp>
      <p:sp>
        <p:nvSpPr>
          <p:cNvPr id="1417" name="Google Shape;1417;p33"/>
          <p:cNvSpPr/>
          <p:nvPr/>
        </p:nvSpPr>
        <p:spPr>
          <a:xfrm>
            <a:off x="4501529" y="1923050"/>
            <a:ext cx="936000" cy="272100"/>
          </a:xfrm>
          <a:prstGeom prst="rect">
            <a:avLst/>
          </a:prstGeom>
          <a:solidFill>
            <a:srgbClr val="B5D7D8"/>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8" name="Google Shape;1418;p33"/>
          <p:cNvSpPr/>
          <p:nvPr/>
        </p:nvSpPr>
        <p:spPr>
          <a:xfrm>
            <a:off x="683575" y="2195290"/>
            <a:ext cx="3817956" cy="273321"/>
          </a:xfrm>
          <a:custGeom>
            <a:rect b="b" l="l" r="r" t="t"/>
            <a:pathLst>
              <a:path extrusionOk="0" h="614" w="6551">
                <a:moveTo>
                  <a:pt x="6551" y="0"/>
                </a:moveTo>
                <a:cubicBezTo>
                  <a:pt x="6551" y="614"/>
                  <a:pt x="6551" y="614"/>
                  <a:pt x="6551" y="614"/>
                </a:cubicBezTo>
                <a:cubicBezTo>
                  <a:pt x="74" y="614"/>
                  <a:pt x="74" y="614"/>
                  <a:pt x="74" y="614"/>
                </a:cubicBezTo>
                <a:cubicBezTo>
                  <a:pt x="33" y="614"/>
                  <a:pt x="0" y="581"/>
                  <a:pt x="0" y="540"/>
                </a:cubicBezTo>
                <a:cubicBezTo>
                  <a:pt x="0" y="74"/>
                  <a:pt x="0" y="74"/>
                  <a:pt x="0" y="74"/>
                </a:cubicBezTo>
                <a:cubicBezTo>
                  <a:pt x="0" y="33"/>
                  <a:pt x="33" y="0"/>
                  <a:pt x="74" y="0"/>
                </a:cubicBezTo>
                <a:lnTo>
                  <a:pt x="6551" y="0"/>
                </a:lnTo>
                <a:close/>
              </a:path>
            </a:pathLst>
          </a:custGeom>
          <a:solidFill>
            <a:schemeClr val="accent1"/>
          </a:solidFill>
          <a:ln cap="flat" cmpd="sng" w="9525">
            <a:solidFill>
              <a:srgbClr val="FFFFFF"/>
            </a:solidFill>
            <a:prstDash val="solid"/>
            <a:miter lim="800000"/>
            <a:headEnd len="sm" w="sm" type="none"/>
            <a:tailEnd len="sm" w="sm" type="none"/>
          </a:ln>
        </p:spPr>
        <p:txBody>
          <a:bodyPr anchorCtr="0" anchor="ctr" bIns="45700" lIns="180000" spcFirstLastPara="1" rIns="91425" wrap="square" tIns="45700">
            <a:noAutofit/>
          </a:bodyPr>
          <a:lstStyle/>
          <a:p>
            <a:pPr indent="0" lvl="0" marL="0" marR="0" rtl="0" algn="l">
              <a:spcBef>
                <a:spcPts val="0"/>
              </a:spcBef>
              <a:spcAft>
                <a:spcPts val="0"/>
              </a:spcAft>
              <a:buNone/>
            </a:pPr>
            <a:r>
              <a:t/>
            </a:r>
            <a:endParaRPr sz="1400">
              <a:solidFill>
                <a:srgbClr val="4C8E91"/>
              </a:solidFill>
              <a:latin typeface="Calibri"/>
              <a:ea typeface="Calibri"/>
              <a:cs typeface="Calibri"/>
              <a:sym typeface="Calibri"/>
            </a:endParaRPr>
          </a:p>
        </p:txBody>
      </p:sp>
      <p:sp>
        <p:nvSpPr>
          <p:cNvPr id="1419" name="Google Shape;1419;p33"/>
          <p:cNvSpPr/>
          <p:nvPr/>
        </p:nvSpPr>
        <p:spPr>
          <a:xfrm>
            <a:off x="4501529" y="2195290"/>
            <a:ext cx="936000" cy="273300"/>
          </a:xfrm>
          <a:prstGeom prst="rect">
            <a:avLst/>
          </a:prstGeom>
          <a:solidFill>
            <a:srgbClr val="B5D7D8"/>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0" name="Google Shape;1420;p33"/>
          <p:cNvSpPr/>
          <p:nvPr/>
        </p:nvSpPr>
        <p:spPr>
          <a:xfrm>
            <a:off x="683575" y="2468610"/>
            <a:ext cx="3817956" cy="271161"/>
          </a:xfrm>
          <a:custGeom>
            <a:rect b="b" l="l" r="r" t="t"/>
            <a:pathLst>
              <a:path extrusionOk="0" h="613" w="6551">
                <a:moveTo>
                  <a:pt x="6551" y="0"/>
                </a:moveTo>
                <a:cubicBezTo>
                  <a:pt x="6551" y="613"/>
                  <a:pt x="6551" y="613"/>
                  <a:pt x="6551" y="613"/>
                </a:cubicBezTo>
                <a:cubicBezTo>
                  <a:pt x="74" y="613"/>
                  <a:pt x="74" y="613"/>
                  <a:pt x="74" y="613"/>
                </a:cubicBezTo>
                <a:cubicBezTo>
                  <a:pt x="33" y="613"/>
                  <a:pt x="0" y="580"/>
                  <a:pt x="0" y="539"/>
                </a:cubicBezTo>
                <a:cubicBezTo>
                  <a:pt x="0" y="74"/>
                  <a:pt x="0" y="74"/>
                  <a:pt x="0" y="74"/>
                </a:cubicBezTo>
                <a:cubicBezTo>
                  <a:pt x="0" y="33"/>
                  <a:pt x="33" y="0"/>
                  <a:pt x="74" y="0"/>
                </a:cubicBezTo>
                <a:lnTo>
                  <a:pt x="6551" y="0"/>
                </a:lnTo>
                <a:close/>
              </a:path>
            </a:pathLst>
          </a:custGeom>
          <a:solidFill>
            <a:schemeClr val="accent1"/>
          </a:solidFill>
          <a:ln cap="flat" cmpd="sng" w="9525">
            <a:solidFill>
              <a:srgbClr val="FFFFFF"/>
            </a:solidFill>
            <a:prstDash val="solid"/>
            <a:miter lim="800000"/>
            <a:headEnd len="sm" w="sm" type="none"/>
            <a:tailEnd len="sm" w="sm" type="none"/>
          </a:ln>
        </p:spPr>
        <p:txBody>
          <a:bodyPr anchorCtr="0" anchor="ctr" bIns="45700" lIns="180000" spcFirstLastPara="1" rIns="91425" wrap="square" tIns="45700">
            <a:noAutofit/>
          </a:bodyPr>
          <a:lstStyle/>
          <a:p>
            <a:pPr indent="0" lvl="0" marL="0" marR="0" rtl="0" algn="l">
              <a:spcBef>
                <a:spcPts val="0"/>
              </a:spcBef>
              <a:spcAft>
                <a:spcPts val="0"/>
              </a:spcAft>
              <a:buNone/>
            </a:pPr>
            <a:r>
              <a:t/>
            </a:r>
            <a:endParaRPr sz="1400">
              <a:solidFill>
                <a:srgbClr val="4C8E91"/>
              </a:solidFill>
              <a:latin typeface="Calibri"/>
              <a:ea typeface="Calibri"/>
              <a:cs typeface="Calibri"/>
              <a:sym typeface="Calibri"/>
            </a:endParaRPr>
          </a:p>
        </p:txBody>
      </p:sp>
      <p:sp>
        <p:nvSpPr>
          <p:cNvPr id="1421" name="Google Shape;1421;p33"/>
          <p:cNvSpPr/>
          <p:nvPr/>
        </p:nvSpPr>
        <p:spPr>
          <a:xfrm>
            <a:off x="683575" y="2739769"/>
            <a:ext cx="3817956" cy="273321"/>
          </a:xfrm>
          <a:custGeom>
            <a:rect b="b" l="l" r="r" t="t"/>
            <a:pathLst>
              <a:path extrusionOk="0" h="614" w="6551">
                <a:moveTo>
                  <a:pt x="6551" y="0"/>
                </a:moveTo>
                <a:cubicBezTo>
                  <a:pt x="6551" y="614"/>
                  <a:pt x="6551" y="614"/>
                  <a:pt x="6551" y="614"/>
                </a:cubicBezTo>
                <a:cubicBezTo>
                  <a:pt x="74" y="614"/>
                  <a:pt x="74" y="614"/>
                  <a:pt x="74" y="614"/>
                </a:cubicBezTo>
                <a:cubicBezTo>
                  <a:pt x="33" y="614"/>
                  <a:pt x="0" y="581"/>
                  <a:pt x="0" y="540"/>
                </a:cubicBezTo>
                <a:cubicBezTo>
                  <a:pt x="0" y="74"/>
                  <a:pt x="0" y="74"/>
                  <a:pt x="0" y="74"/>
                </a:cubicBezTo>
                <a:cubicBezTo>
                  <a:pt x="0" y="33"/>
                  <a:pt x="33" y="0"/>
                  <a:pt x="74" y="0"/>
                </a:cubicBezTo>
                <a:lnTo>
                  <a:pt x="6551" y="0"/>
                </a:lnTo>
                <a:close/>
              </a:path>
            </a:pathLst>
          </a:custGeom>
          <a:solidFill>
            <a:schemeClr val="accent1"/>
          </a:solidFill>
          <a:ln cap="flat" cmpd="sng" w="9525">
            <a:solidFill>
              <a:srgbClr val="FFFFFF"/>
            </a:solidFill>
            <a:prstDash val="solid"/>
            <a:miter lim="800000"/>
            <a:headEnd len="sm" w="sm" type="none"/>
            <a:tailEnd len="sm" w="sm" type="none"/>
          </a:ln>
        </p:spPr>
        <p:txBody>
          <a:bodyPr anchorCtr="0" anchor="ctr" bIns="45700" lIns="180000" spcFirstLastPara="1" rIns="91425" wrap="square" tIns="45700">
            <a:noAutofit/>
          </a:bodyPr>
          <a:lstStyle/>
          <a:p>
            <a:pPr indent="0" lvl="0" marL="0" marR="0" rtl="0" algn="l">
              <a:spcBef>
                <a:spcPts val="0"/>
              </a:spcBef>
              <a:spcAft>
                <a:spcPts val="0"/>
              </a:spcAft>
              <a:buNone/>
            </a:pPr>
            <a:r>
              <a:t/>
            </a:r>
            <a:endParaRPr sz="1400">
              <a:solidFill>
                <a:srgbClr val="4C8E91"/>
              </a:solidFill>
              <a:latin typeface="Calibri"/>
              <a:ea typeface="Calibri"/>
              <a:cs typeface="Calibri"/>
              <a:sym typeface="Calibri"/>
            </a:endParaRPr>
          </a:p>
        </p:txBody>
      </p:sp>
      <p:sp>
        <p:nvSpPr>
          <p:cNvPr id="1422" name="Google Shape;1422;p33"/>
          <p:cNvSpPr/>
          <p:nvPr/>
        </p:nvSpPr>
        <p:spPr>
          <a:xfrm>
            <a:off x="683575" y="3013090"/>
            <a:ext cx="3817956" cy="272240"/>
          </a:xfrm>
          <a:custGeom>
            <a:rect b="b" l="l" r="r" t="t"/>
            <a:pathLst>
              <a:path extrusionOk="0" h="614" w="6551">
                <a:moveTo>
                  <a:pt x="6551" y="0"/>
                </a:moveTo>
                <a:cubicBezTo>
                  <a:pt x="6551" y="614"/>
                  <a:pt x="6551" y="614"/>
                  <a:pt x="6551" y="614"/>
                </a:cubicBezTo>
                <a:cubicBezTo>
                  <a:pt x="74" y="614"/>
                  <a:pt x="74" y="614"/>
                  <a:pt x="74" y="614"/>
                </a:cubicBezTo>
                <a:cubicBezTo>
                  <a:pt x="33" y="614"/>
                  <a:pt x="0" y="580"/>
                  <a:pt x="0" y="540"/>
                </a:cubicBezTo>
                <a:cubicBezTo>
                  <a:pt x="0" y="74"/>
                  <a:pt x="0" y="74"/>
                  <a:pt x="0" y="74"/>
                </a:cubicBezTo>
                <a:cubicBezTo>
                  <a:pt x="0" y="33"/>
                  <a:pt x="33" y="0"/>
                  <a:pt x="74" y="0"/>
                </a:cubicBezTo>
                <a:lnTo>
                  <a:pt x="6551" y="0"/>
                </a:lnTo>
                <a:close/>
              </a:path>
            </a:pathLst>
          </a:custGeom>
          <a:solidFill>
            <a:schemeClr val="accent1"/>
          </a:solidFill>
          <a:ln cap="flat" cmpd="sng" w="9525">
            <a:solidFill>
              <a:srgbClr val="FFFFFF"/>
            </a:solidFill>
            <a:prstDash val="solid"/>
            <a:miter lim="800000"/>
            <a:headEnd len="sm" w="sm" type="none"/>
            <a:tailEnd len="sm" w="sm" type="none"/>
          </a:ln>
        </p:spPr>
        <p:txBody>
          <a:bodyPr anchorCtr="0" anchor="ctr" bIns="45700" lIns="180000" spcFirstLastPara="1" rIns="91425" wrap="square" tIns="45700">
            <a:noAutofit/>
          </a:bodyPr>
          <a:lstStyle/>
          <a:p>
            <a:pPr indent="0" lvl="0" marL="0" marR="0" rtl="0" algn="l">
              <a:spcBef>
                <a:spcPts val="0"/>
              </a:spcBef>
              <a:spcAft>
                <a:spcPts val="0"/>
              </a:spcAft>
              <a:buNone/>
            </a:pPr>
            <a:r>
              <a:t/>
            </a:r>
            <a:endParaRPr sz="1400">
              <a:solidFill>
                <a:srgbClr val="4C8E91"/>
              </a:solidFill>
              <a:latin typeface="Calibri"/>
              <a:ea typeface="Calibri"/>
              <a:cs typeface="Calibri"/>
              <a:sym typeface="Calibri"/>
            </a:endParaRPr>
          </a:p>
        </p:txBody>
      </p:sp>
      <p:sp>
        <p:nvSpPr>
          <p:cNvPr id="1423" name="Google Shape;1423;p33"/>
          <p:cNvSpPr/>
          <p:nvPr/>
        </p:nvSpPr>
        <p:spPr>
          <a:xfrm>
            <a:off x="683575" y="3285330"/>
            <a:ext cx="3817956" cy="271161"/>
          </a:xfrm>
          <a:custGeom>
            <a:rect b="b" l="l" r="r" t="t"/>
            <a:pathLst>
              <a:path extrusionOk="0" h="613" w="6551">
                <a:moveTo>
                  <a:pt x="6551" y="0"/>
                </a:moveTo>
                <a:cubicBezTo>
                  <a:pt x="6551" y="613"/>
                  <a:pt x="6551" y="613"/>
                  <a:pt x="6551" y="613"/>
                </a:cubicBezTo>
                <a:cubicBezTo>
                  <a:pt x="74" y="613"/>
                  <a:pt x="74" y="613"/>
                  <a:pt x="74" y="613"/>
                </a:cubicBezTo>
                <a:cubicBezTo>
                  <a:pt x="33" y="613"/>
                  <a:pt x="0" y="580"/>
                  <a:pt x="0" y="539"/>
                </a:cubicBezTo>
                <a:cubicBezTo>
                  <a:pt x="0" y="74"/>
                  <a:pt x="0" y="74"/>
                  <a:pt x="0" y="74"/>
                </a:cubicBezTo>
                <a:cubicBezTo>
                  <a:pt x="0" y="33"/>
                  <a:pt x="33" y="0"/>
                  <a:pt x="74" y="0"/>
                </a:cubicBezTo>
                <a:lnTo>
                  <a:pt x="6551" y="0"/>
                </a:lnTo>
                <a:close/>
              </a:path>
            </a:pathLst>
          </a:custGeom>
          <a:solidFill>
            <a:schemeClr val="accent1"/>
          </a:solidFill>
          <a:ln cap="flat" cmpd="sng" w="9525">
            <a:solidFill>
              <a:srgbClr val="FFFFFF"/>
            </a:solidFill>
            <a:prstDash val="solid"/>
            <a:miter lim="800000"/>
            <a:headEnd len="sm" w="sm" type="none"/>
            <a:tailEnd len="sm" w="sm" type="none"/>
          </a:ln>
        </p:spPr>
        <p:txBody>
          <a:bodyPr anchorCtr="0" anchor="ctr" bIns="45700" lIns="180000" spcFirstLastPara="1" rIns="91425" wrap="square" tIns="45700">
            <a:noAutofit/>
          </a:bodyPr>
          <a:lstStyle/>
          <a:p>
            <a:pPr indent="0" lvl="0" marL="0" marR="0" rtl="0" algn="l">
              <a:spcBef>
                <a:spcPts val="0"/>
              </a:spcBef>
              <a:spcAft>
                <a:spcPts val="0"/>
              </a:spcAft>
              <a:buNone/>
            </a:pPr>
            <a:r>
              <a:t/>
            </a:r>
            <a:endParaRPr sz="1400">
              <a:solidFill>
                <a:srgbClr val="4C8E91"/>
              </a:solidFill>
              <a:latin typeface="Calibri"/>
              <a:ea typeface="Calibri"/>
              <a:cs typeface="Calibri"/>
              <a:sym typeface="Calibri"/>
            </a:endParaRPr>
          </a:p>
        </p:txBody>
      </p:sp>
      <p:sp>
        <p:nvSpPr>
          <p:cNvPr id="1424" name="Google Shape;1424;p33"/>
          <p:cNvSpPr/>
          <p:nvPr/>
        </p:nvSpPr>
        <p:spPr>
          <a:xfrm>
            <a:off x="683575" y="3556489"/>
            <a:ext cx="3817956" cy="273321"/>
          </a:xfrm>
          <a:custGeom>
            <a:rect b="b" l="l" r="r" t="t"/>
            <a:pathLst>
              <a:path extrusionOk="0" h="614" w="6551">
                <a:moveTo>
                  <a:pt x="6551" y="0"/>
                </a:moveTo>
                <a:cubicBezTo>
                  <a:pt x="6551" y="614"/>
                  <a:pt x="6551" y="614"/>
                  <a:pt x="6551" y="614"/>
                </a:cubicBezTo>
                <a:cubicBezTo>
                  <a:pt x="74" y="614"/>
                  <a:pt x="74" y="614"/>
                  <a:pt x="74" y="614"/>
                </a:cubicBezTo>
                <a:cubicBezTo>
                  <a:pt x="33" y="614"/>
                  <a:pt x="0" y="581"/>
                  <a:pt x="0" y="540"/>
                </a:cubicBezTo>
                <a:cubicBezTo>
                  <a:pt x="0" y="74"/>
                  <a:pt x="0" y="74"/>
                  <a:pt x="0" y="74"/>
                </a:cubicBezTo>
                <a:cubicBezTo>
                  <a:pt x="0" y="33"/>
                  <a:pt x="33" y="0"/>
                  <a:pt x="74" y="0"/>
                </a:cubicBezTo>
                <a:lnTo>
                  <a:pt x="6551" y="0"/>
                </a:lnTo>
                <a:close/>
              </a:path>
            </a:pathLst>
          </a:custGeom>
          <a:solidFill>
            <a:schemeClr val="accent1"/>
          </a:solidFill>
          <a:ln cap="flat" cmpd="sng" w="9525">
            <a:solidFill>
              <a:srgbClr val="FFFFFF"/>
            </a:solidFill>
            <a:prstDash val="solid"/>
            <a:miter lim="800000"/>
            <a:headEnd len="sm" w="sm" type="none"/>
            <a:tailEnd len="sm" w="sm" type="none"/>
          </a:ln>
        </p:spPr>
        <p:txBody>
          <a:bodyPr anchorCtr="0" anchor="ctr" bIns="45700" lIns="180000" spcFirstLastPara="1" rIns="91425" wrap="square" tIns="45700">
            <a:noAutofit/>
          </a:bodyPr>
          <a:lstStyle/>
          <a:p>
            <a:pPr indent="0" lvl="0" marL="0" marR="0" rtl="0" algn="l">
              <a:spcBef>
                <a:spcPts val="0"/>
              </a:spcBef>
              <a:spcAft>
                <a:spcPts val="0"/>
              </a:spcAft>
              <a:buNone/>
            </a:pPr>
            <a:r>
              <a:t/>
            </a:r>
            <a:endParaRPr sz="1400">
              <a:solidFill>
                <a:srgbClr val="4C8E91"/>
              </a:solidFill>
              <a:latin typeface="Calibri"/>
              <a:ea typeface="Calibri"/>
              <a:cs typeface="Calibri"/>
              <a:sym typeface="Calibri"/>
            </a:endParaRPr>
          </a:p>
        </p:txBody>
      </p:sp>
      <p:sp>
        <p:nvSpPr>
          <p:cNvPr id="1425" name="Google Shape;1425;p33"/>
          <p:cNvSpPr/>
          <p:nvPr/>
        </p:nvSpPr>
        <p:spPr>
          <a:xfrm>
            <a:off x="683575" y="3829809"/>
            <a:ext cx="3817956" cy="271161"/>
          </a:xfrm>
          <a:custGeom>
            <a:rect b="b" l="l" r="r" t="t"/>
            <a:pathLst>
              <a:path extrusionOk="0" h="613" w="6551">
                <a:moveTo>
                  <a:pt x="6551" y="0"/>
                </a:moveTo>
                <a:cubicBezTo>
                  <a:pt x="6551" y="613"/>
                  <a:pt x="6551" y="613"/>
                  <a:pt x="6551" y="613"/>
                </a:cubicBezTo>
                <a:cubicBezTo>
                  <a:pt x="74" y="613"/>
                  <a:pt x="74" y="613"/>
                  <a:pt x="74" y="613"/>
                </a:cubicBezTo>
                <a:cubicBezTo>
                  <a:pt x="33" y="613"/>
                  <a:pt x="0" y="580"/>
                  <a:pt x="0" y="539"/>
                </a:cubicBezTo>
                <a:cubicBezTo>
                  <a:pt x="0" y="74"/>
                  <a:pt x="0" y="74"/>
                  <a:pt x="0" y="74"/>
                </a:cubicBezTo>
                <a:cubicBezTo>
                  <a:pt x="0" y="33"/>
                  <a:pt x="33" y="0"/>
                  <a:pt x="74" y="0"/>
                </a:cubicBezTo>
                <a:lnTo>
                  <a:pt x="6551" y="0"/>
                </a:lnTo>
                <a:close/>
              </a:path>
            </a:pathLst>
          </a:custGeom>
          <a:solidFill>
            <a:schemeClr val="accent1"/>
          </a:solidFill>
          <a:ln cap="flat" cmpd="sng" w="9525">
            <a:solidFill>
              <a:srgbClr val="FFFFFF"/>
            </a:solidFill>
            <a:prstDash val="solid"/>
            <a:miter lim="800000"/>
            <a:headEnd len="sm" w="sm" type="none"/>
            <a:tailEnd len="sm" w="sm" type="none"/>
          </a:ln>
        </p:spPr>
        <p:txBody>
          <a:bodyPr anchorCtr="0" anchor="ctr" bIns="45700" lIns="180000" spcFirstLastPara="1" rIns="91425" wrap="square" tIns="45700">
            <a:noAutofit/>
          </a:bodyPr>
          <a:lstStyle/>
          <a:p>
            <a:pPr indent="0" lvl="0" marL="0" marR="0" rtl="0" algn="l">
              <a:spcBef>
                <a:spcPts val="0"/>
              </a:spcBef>
              <a:spcAft>
                <a:spcPts val="0"/>
              </a:spcAft>
              <a:buNone/>
            </a:pPr>
            <a:r>
              <a:t/>
            </a:r>
            <a:endParaRPr sz="1400">
              <a:solidFill>
                <a:srgbClr val="4C8E91"/>
              </a:solidFill>
              <a:latin typeface="Calibri"/>
              <a:ea typeface="Calibri"/>
              <a:cs typeface="Calibri"/>
              <a:sym typeface="Calibri"/>
            </a:endParaRPr>
          </a:p>
        </p:txBody>
      </p:sp>
      <p:sp>
        <p:nvSpPr>
          <p:cNvPr id="1426" name="Google Shape;1426;p33"/>
          <p:cNvSpPr/>
          <p:nvPr/>
        </p:nvSpPr>
        <p:spPr>
          <a:xfrm>
            <a:off x="4501529" y="3829809"/>
            <a:ext cx="936000" cy="271200"/>
          </a:xfrm>
          <a:prstGeom prst="rect">
            <a:avLst/>
          </a:prstGeom>
          <a:solidFill>
            <a:srgbClr val="B5D7D8"/>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7" name="Google Shape;1427;p33"/>
          <p:cNvSpPr/>
          <p:nvPr/>
        </p:nvSpPr>
        <p:spPr>
          <a:xfrm>
            <a:off x="683575" y="4100969"/>
            <a:ext cx="3817956" cy="273321"/>
          </a:xfrm>
          <a:custGeom>
            <a:rect b="b" l="l" r="r" t="t"/>
            <a:pathLst>
              <a:path extrusionOk="0" h="614" w="6551">
                <a:moveTo>
                  <a:pt x="6551" y="0"/>
                </a:moveTo>
                <a:cubicBezTo>
                  <a:pt x="6551" y="614"/>
                  <a:pt x="6551" y="614"/>
                  <a:pt x="6551" y="614"/>
                </a:cubicBezTo>
                <a:cubicBezTo>
                  <a:pt x="74" y="614"/>
                  <a:pt x="74" y="614"/>
                  <a:pt x="74" y="614"/>
                </a:cubicBezTo>
                <a:cubicBezTo>
                  <a:pt x="33" y="614"/>
                  <a:pt x="0" y="581"/>
                  <a:pt x="0" y="540"/>
                </a:cubicBezTo>
                <a:cubicBezTo>
                  <a:pt x="0" y="74"/>
                  <a:pt x="0" y="74"/>
                  <a:pt x="0" y="74"/>
                </a:cubicBezTo>
                <a:cubicBezTo>
                  <a:pt x="0" y="34"/>
                  <a:pt x="33" y="0"/>
                  <a:pt x="74" y="0"/>
                </a:cubicBezTo>
                <a:lnTo>
                  <a:pt x="6551" y="0"/>
                </a:lnTo>
                <a:close/>
              </a:path>
            </a:pathLst>
          </a:custGeom>
          <a:solidFill>
            <a:schemeClr val="accent1"/>
          </a:solidFill>
          <a:ln cap="flat" cmpd="sng" w="9525">
            <a:solidFill>
              <a:srgbClr val="FFFFFF"/>
            </a:solidFill>
            <a:prstDash val="solid"/>
            <a:miter lim="800000"/>
            <a:headEnd len="sm" w="sm" type="none"/>
            <a:tailEnd len="sm" w="sm" type="none"/>
          </a:ln>
        </p:spPr>
        <p:txBody>
          <a:bodyPr anchorCtr="0" anchor="ctr" bIns="45700" lIns="180000" spcFirstLastPara="1" rIns="91425" wrap="square" tIns="45700">
            <a:noAutofit/>
          </a:bodyPr>
          <a:lstStyle/>
          <a:p>
            <a:pPr indent="0" lvl="0" marL="0" marR="0" rtl="0" algn="l">
              <a:spcBef>
                <a:spcPts val="0"/>
              </a:spcBef>
              <a:spcAft>
                <a:spcPts val="0"/>
              </a:spcAft>
              <a:buNone/>
            </a:pPr>
            <a:r>
              <a:t/>
            </a:r>
            <a:endParaRPr sz="1400">
              <a:solidFill>
                <a:srgbClr val="4C8E91"/>
              </a:solidFill>
              <a:latin typeface="Calibri"/>
              <a:ea typeface="Calibri"/>
              <a:cs typeface="Calibri"/>
              <a:sym typeface="Calibri"/>
            </a:endParaRPr>
          </a:p>
        </p:txBody>
      </p:sp>
      <p:sp>
        <p:nvSpPr>
          <p:cNvPr id="1428" name="Google Shape;1428;p33"/>
          <p:cNvSpPr/>
          <p:nvPr/>
        </p:nvSpPr>
        <p:spPr>
          <a:xfrm>
            <a:off x="4501529" y="4100969"/>
            <a:ext cx="936000" cy="273300"/>
          </a:xfrm>
          <a:prstGeom prst="rect">
            <a:avLst/>
          </a:prstGeom>
          <a:solidFill>
            <a:srgbClr val="B5D7D8"/>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9" name="Google Shape;1429;p33"/>
          <p:cNvSpPr/>
          <p:nvPr/>
        </p:nvSpPr>
        <p:spPr>
          <a:xfrm>
            <a:off x="683575" y="4374289"/>
            <a:ext cx="3817956" cy="272240"/>
          </a:xfrm>
          <a:custGeom>
            <a:rect b="b" l="l" r="r" t="t"/>
            <a:pathLst>
              <a:path extrusionOk="0" h="614" w="6551">
                <a:moveTo>
                  <a:pt x="6551" y="0"/>
                </a:moveTo>
                <a:cubicBezTo>
                  <a:pt x="6551" y="614"/>
                  <a:pt x="6551" y="614"/>
                  <a:pt x="6551" y="614"/>
                </a:cubicBezTo>
                <a:cubicBezTo>
                  <a:pt x="74" y="614"/>
                  <a:pt x="74" y="614"/>
                  <a:pt x="74" y="614"/>
                </a:cubicBezTo>
                <a:cubicBezTo>
                  <a:pt x="33" y="614"/>
                  <a:pt x="0" y="581"/>
                  <a:pt x="0" y="540"/>
                </a:cubicBezTo>
                <a:cubicBezTo>
                  <a:pt x="0" y="74"/>
                  <a:pt x="0" y="74"/>
                  <a:pt x="0" y="74"/>
                </a:cubicBezTo>
                <a:cubicBezTo>
                  <a:pt x="0" y="33"/>
                  <a:pt x="33" y="0"/>
                  <a:pt x="74" y="0"/>
                </a:cubicBezTo>
                <a:lnTo>
                  <a:pt x="6551" y="0"/>
                </a:lnTo>
                <a:close/>
              </a:path>
            </a:pathLst>
          </a:custGeom>
          <a:solidFill>
            <a:schemeClr val="accent1"/>
          </a:solidFill>
          <a:ln cap="flat" cmpd="sng" w="9525">
            <a:solidFill>
              <a:srgbClr val="FFFFFF"/>
            </a:solidFill>
            <a:prstDash val="solid"/>
            <a:miter lim="800000"/>
            <a:headEnd len="sm" w="sm" type="none"/>
            <a:tailEnd len="sm" w="sm" type="none"/>
          </a:ln>
        </p:spPr>
        <p:txBody>
          <a:bodyPr anchorCtr="0" anchor="ctr" bIns="45700" lIns="180000" spcFirstLastPara="1" rIns="91425" wrap="square" tIns="45700">
            <a:noAutofit/>
          </a:bodyPr>
          <a:lstStyle/>
          <a:p>
            <a:pPr indent="0" lvl="0" marL="0" marR="0" rtl="0" algn="l">
              <a:spcBef>
                <a:spcPts val="0"/>
              </a:spcBef>
              <a:spcAft>
                <a:spcPts val="0"/>
              </a:spcAft>
              <a:buNone/>
            </a:pPr>
            <a:r>
              <a:t/>
            </a:r>
            <a:endParaRPr sz="1400">
              <a:solidFill>
                <a:srgbClr val="4C8E91"/>
              </a:solidFill>
              <a:latin typeface="Calibri"/>
              <a:ea typeface="Calibri"/>
              <a:cs typeface="Calibri"/>
              <a:sym typeface="Calibri"/>
            </a:endParaRPr>
          </a:p>
        </p:txBody>
      </p:sp>
      <p:sp>
        <p:nvSpPr>
          <p:cNvPr id="1430" name="Google Shape;1430;p33"/>
          <p:cNvSpPr/>
          <p:nvPr/>
        </p:nvSpPr>
        <p:spPr>
          <a:xfrm>
            <a:off x="4501529" y="4374289"/>
            <a:ext cx="936000" cy="272100"/>
          </a:xfrm>
          <a:prstGeom prst="rect">
            <a:avLst/>
          </a:prstGeom>
          <a:solidFill>
            <a:srgbClr val="B5D7D8"/>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431" name="Google Shape;1431;p33"/>
          <p:cNvCxnSpPr/>
          <p:nvPr/>
        </p:nvCxnSpPr>
        <p:spPr>
          <a:xfrm>
            <a:off x="3206767" y="4646529"/>
            <a:ext cx="0" cy="0"/>
          </a:xfrm>
          <a:prstGeom prst="straightConnector1">
            <a:avLst/>
          </a:prstGeom>
          <a:noFill/>
          <a:ln cap="flat" cmpd="sng" w="9525">
            <a:solidFill>
              <a:srgbClr val="FFFFFF"/>
            </a:solidFill>
            <a:prstDash val="solid"/>
            <a:miter lim="800000"/>
            <a:headEnd len="med" w="med" type="none"/>
            <a:tailEnd len="med" w="med" type="none"/>
          </a:ln>
        </p:spPr>
      </p:cxnSp>
      <p:cxnSp>
        <p:nvCxnSpPr>
          <p:cNvPr id="1432" name="Google Shape;1432;p33"/>
          <p:cNvCxnSpPr/>
          <p:nvPr/>
        </p:nvCxnSpPr>
        <p:spPr>
          <a:xfrm>
            <a:off x="3530765" y="4646529"/>
            <a:ext cx="0" cy="0"/>
          </a:xfrm>
          <a:prstGeom prst="straightConnector1">
            <a:avLst/>
          </a:prstGeom>
          <a:noFill/>
          <a:ln cap="flat" cmpd="sng" w="9525">
            <a:solidFill>
              <a:srgbClr val="FFFFFF"/>
            </a:solidFill>
            <a:prstDash val="solid"/>
            <a:miter lim="800000"/>
            <a:headEnd len="med" w="med" type="none"/>
            <a:tailEnd len="med" w="med" type="none"/>
          </a:ln>
        </p:spPr>
      </p:cxnSp>
      <p:cxnSp>
        <p:nvCxnSpPr>
          <p:cNvPr id="1433" name="Google Shape;1433;p33"/>
          <p:cNvCxnSpPr/>
          <p:nvPr/>
        </p:nvCxnSpPr>
        <p:spPr>
          <a:xfrm>
            <a:off x="3854764" y="4646529"/>
            <a:ext cx="0" cy="0"/>
          </a:xfrm>
          <a:prstGeom prst="straightConnector1">
            <a:avLst/>
          </a:prstGeom>
          <a:noFill/>
          <a:ln cap="flat" cmpd="sng" w="9525">
            <a:solidFill>
              <a:srgbClr val="FFFFFF"/>
            </a:solidFill>
            <a:prstDash val="solid"/>
            <a:miter lim="800000"/>
            <a:headEnd len="med" w="med" type="none"/>
            <a:tailEnd len="med" w="med" type="none"/>
          </a:ln>
        </p:spPr>
      </p:cxnSp>
      <p:cxnSp>
        <p:nvCxnSpPr>
          <p:cNvPr id="1434" name="Google Shape;1434;p33"/>
          <p:cNvCxnSpPr/>
          <p:nvPr/>
        </p:nvCxnSpPr>
        <p:spPr>
          <a:xfrm>
            <a:off x="4177530" y="4646529"/>
            <a:ext cx="0" cy="0"/>
          </a:xfrm>
          <a:prstGeom prst="straightConnector1">
            <a:avLst/>
          </a:prstGeom>
          <a:noFill/>
          <a:ln cap="flat" cmpd="sng" w="9525">
            <a:solidFill>
              <a:srgbClr val="FFFFFF"/>
            </a:solidFill>
            <a:prstDash val="solid"/>
            <a:miter lim="800000"/>
            <a:headEnd len="med" w="med" type="none"/>
            <a:tailEnd len="med" w="med" type="none"/>
          </a:ln>
        </p:spPr>
      </p:cxnSp>
      <p:cxnSp>
        <p:nvCxnSpPr>
          <p:cNvPr id="1435" name="Google Shape;1435;p33"/>
          <p:cNvCxnSpPr/>
          <p:nvPr/>
        </p:nvCxnSpPr>
        <p:spPr>
          <a:xfrm>
            <a:off x="4177530" y="1650810"/>
            <a:ext cx="0" cy="0"/>
          </a:xfrm>
          <a:prstGeom prst="straightConnector1">
            <a:avLst/>
          </a:prstGeom>
          <a:noFill/>
          <a:ln cap="flat" cmpd="sng" w="9525">
            <a:solidFill>
              <a:srgbClr val="FFFFFF"/>
            </a:solidFill>
            <a:prstDash val="solid"/>
            <a:miter lim="800000"/>
            <a:headEnd len="med" w="med" type="none"/>
            <a:tailEnd len="med" w="med" type="none"/>
          </a:ln>
        </p:spPr>
      </p:cxnSp>
      <p:cxnSp>
        <p:nvCxnSpPr>
          <p:cNvPr id="1436" name="Google Shape;1436;p33"/>
          <p:cNvCxnSpPr/>
          <p:nvPr/>
        </p:nvCxnSpPr>
        <p:spPr>
          <a:xfrm>
            <a:off x="4501530" y="1650810"/>
            <a:ext cx="936000" cy="0"/>
          </a:xfrm>
          <a:prstGeom prst="straightConnector1">
            <a:avLst/>
          </a:prstGeom>
          <a:noFill/>
          <a:ln cap="flat" cmpd="sng" w="9525">
            <a:solidFill>
              <a:srgbClr val="FFFFFF"/>
            </a:solidFill>
            <a:prstDash val="solid"/>
            <a:miter lim="800000"/>
            <a:headEnd len="med" w="med" type="none"/>
            <a:tailEnd len="med" w="med" type="none"/>
          </a:ln>
        </p:spPr>
      </p:cxnSp>
      <p:cxnSp>
        <p:nvCxnSpPr>
          <p:cNvPr id="1437" name="Google Shape;1437;p33"/>
          <p:cNvCxnSpPr/>
          <p:nvPr/>
        </p:nvCxnSpPr>
        <p:spPr>
          <a:xfrm>
            <a:off x="4501530" y="4646529"/>
            <a:ext cx="936000" cy="0"/>
          </a:xfrm>
          <a:prstGeom prst="straightConnector1">
            <a:avLst/>
          </a:prstGeom>
          <a:noFill/>
          <a:ln cap="flat" cmpd="sng" w="9525">
            <a:solidFill>
              <a:srgbClr val="FFFFFF"/>
            </a:solidFill>
            <a:prstDash val="solid"/>
            <a:miter lim="800000"/>
            <a:headEnd len="med" w="med" type="none"/>
            <a:tailEnd len="med" w="med" type="none"/>
          </a:ln>
        </p:spPr>
      </p:cxnSp>
      <p:cxnSp>
        <p:nvCxnSpPr>
          <p:cNvPr id="1438" name="Google Shape;1438;p33"/>
          <p:cNvCxnSpPr/>
          <p:nvPr/>
        </p:nvCxnSpPr>
        <p:spPr>
          <a:xfrm>
            <a:off x="4825528" y="4646529"/>
            <a:ext cx="936000" cy="0"/>
          </a:xfrm>
          <a:prstGeom prst="straightConnector1">
            <a:avLst/>
          </a:prstGeom>
          <a:noFill/>
          <a:ln cap="flat" cmpd="sng" w="9525">
            <a:solidFill>
              <a:srgbClr val="FFFFFF"/>
            </a:solidFill>
            <a:prstDash val="solid"/>
            <a:miter lim="800000"/>
            <a:headEnd len="med" w="med" type="none"/>
            <a:tailEnd len="med" w="med" type="none"/>
          </a:ln>
        </p:spPr>
      </p:cxnSp>
      <p:cxnSp>
        <p:nvCxnSpPr>
          <p:cNvPr id="1439" name="Google Shape;1439;p33"/>
          <p:cNvCxnSpPr/>
          <p:nvPr/>
        </p:nvCxnSpPr>
        <p:spPr>
          <a:xfrm>
            <a:off x="6511601" y="1650810"/>
            <a:ext cx="936000" cy="0"/>
          </a:xfrm>
          <a:prstGeom prst="straightConnector1">
            <a:avLst/>
          </a:prstGeom>
          <a:noFill/>
          <a:ln cap="flat" cmpd="sng" w="9525">
            <a:solidFill>
              <a:srgbClr val="FFFFFF"/>
            </a:solidFill>
            <a:prstDash val="solid"/>
            <a:miter lim="800000"/>
            <a:headEnd len="med" w="med" type="none"/>
            <a:tailEnd len="med" w="med" type="none"/>
          </a:ln>
        </p:spPr>
      </p:cxnSp>
      <p:sp>
        <p:nvSpPr>
          <p:cNvPr id="1440" name="Google Shape;1440;p33"/>
          <p:cNvSpPr/>
          <p:nvPr/>
        </p:nvSpPr>
        <p:spPr>
          <a:xfrm>
            <a:off x="4501529" y="2468610"/>
            <a:ext cx="936000" cy="271200"/>
          </a:xfrm>
          <a:prstGeom prst="rect">
            <a:avLst/>
          </a:prstGeom>
          <a:solidFill>
            <a:srgbClr val="B5D7D8"/>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1" name="Google Shape;1441;p33"/>
          <p:cNvSpPr/>
          <p:nvPr/>
        </p:nvSpPr>
        <p:spPr>
          <a:xfrm>
            <a:off x="4501529" y="2739769"/>
            <a:ext cx="936000" cy="273300"/>
          </a:xfrm>
          <a:prstGeom prst="rect">
            <a:avLst/>
          </a:prstGeom>
          <a:solidFill>
            <a:srgbClr val="B5D7D8"/>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2" name="Google Shape;1442;p33"/>
          <p:cNvSpPr/>
          <p:nvPr/>
        </p:nvSpPr>
        <p:spPr>
          <a:xfrm>
            <a:off x="4501529" y="3013090"/>
            <a:ext cx="936000" cy="272100"/>
          </a:xfrm>
          <a:prstGeom prst="rect">
            <a:avLst/>
          </a:prstGeom>
          <a:solidFill>
            <a:srgbClr val="B5D7D8"/>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3" name="Google Shape;1443;p33"/>
          <p:cNvSpPr/>
          <p:nvPr/>
        </p:nvSpPr>
        <p:spPr>
          <a:xfrm>
            <a:off x="4501529" y="3285330"/>
            <a:ext cx="936000" cy="271200"/>
          </a:xfrm>
          <a:prstGeom prst="rect">
            <a:avLst/>
          </a:prstGeom>
          <a:solidFill>
            <a:srgbClr val="B5D7D8"/>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4" name="Google Shape;1444;p33"/>
          <p:cNvSpPr/>
          <p:nvPr/>
        </p:nvSpPr>
        <p:spPr>
          <a:xfrm>
            <a:off x="4501529" y="3556489"/>
            <a:ext cx="936000" cy="273300"/>
          </a:xfrm>
          <a:prstGeom prst="rect">
            <a:avLst/>
          </a:prstGeom>
          <a:solidFill>
            <a:srgbClr val="B5D7D8"/>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5" name="Google Shape;1445;p33"/>
          <p:cNvSpPr/>
          <p:nvPr/>
        </p:nvSpPr>
        <p:spPr>
          <a:xfrm>
            <a:off x="4501529" y="1419622"/>
            <a:ext cx="936001" cy="503427"/>
          </a:xfrm>
          <a:custGeom>
            <a:rect b="b" l="l" r="r" t="t"/>
            <a:pathLst>
              <a:path extrusionOk="0" h="1136" w="1281">
                <a:moveTo>
                  <a:pt x="1281" y="74"/>
                </a:moveTo>
                <a:cubicBezTo>
                  <a:pt x="1281" y="1136"/>
                  <a:pt x="1281" y="1136"/>
                  <a:pt x="1281" y="1136"/>
                </a:cubicBezTo>
                <a:cubicBezTo>
                  <a:pt x="0" y="1136"/>
                  <a:pt x="0" y="1136"/>
                  <a:pt x="0" y="1136"/>
                </a:cubicBezTo>
                <a:cubicBezTo>
                  <a:pt x="0" y="74"/>
                  <a:pt x="0" y="74"/>
                  <a:pt x="0" y="74"/>
                </a:cubicBezTo>
                <a:cubicBezTo>
                  <a:pt x="0" y="34"/>
                  <a:pt x="34" y="0"/>
                  <a:pt x="74" y="0"/>
                </a:cubicBezTo>
                <a:cubicBezTo>
                  <a:pt x="1203" y="0"/>
                  <a:pt x="1203" y="0"/>
                  <a:pt x="1203" y="0"/>
                </a:cubicBezTo>
                <a:cubicBezTo>
                  <a:pt x="1244" y="0"/>
                  <a:pt x="1281" y="34"/>
                  <a:pt x="1281" y="74"/>
                </a:cubicBezTo>
                <a:close/>
              </a:path>
            </a:pathLst>
          </a:custGeom>
          <a:solidFill>
            <a:schemeClr val="accent4"/>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446" name="Google Shape;1446;p33"/>
          <p:cNvGrpSpPr/>
          <p:nvPr/>
        </p:nvGrpSpPr>
        <p:grpSpPr>
          <a:xfrm>
            <a:off x="5437530" y="1419622"/>
            <a:ext cx="936000" cy="3226767"/>
            <a:chOff x="5832177" y="1419622"/>
            <a:chExt cx="936000" cy="3226767"/>
          </a:xfrm>
        </p:grpSpPr>
        <p:sp>
          <p:nvSpPr>
            <p:cNvPr id="1447" name="Google Shape;1447;p33"/>
            <p:cNvSpPr/>
            <p:nvPr/>
          </p:nvSpPr>
          <p:spPr>
            <a:xfrm>
              <a:off x="5832177" y="1419622"/>
              <a:ext cx="936000" cy="503427"/>
            </a:xfrm>
            <a:custGeom>
              <a:rect b="b" l="l" r="r" t="t"/>
              <a:pathLst>
                <a:path extrusionOk="0" h="1136" w="1280">
                  <a:moveTo>
                    <a:pt x="1280" y="74"/>
                  </a:moveTo>
                  <a:cubicBezTo>
                    <a:pt x="1280" y="1136"/>
                    <a:pt x="1280" y="1136"/>
                    <a:pt x="1280" y="1136"/>
                  </a:cubicBezTo>
                  <a:cubicBezTo>
                    <a:pt x="0" y="1136"/>
                    <a:pt x="0" y="1136"/>
                    <a:pt x="0" y="1136"/>
                  </a:cubicBezTo>
                  <a:cubicBezTo>
                    <a:pt x="0" y="74"/>
                    <a:pt x="0" y="74"/>
                    <a:pt x="0" y="74"/>
                  </a:cubicBezTo>
                  <a:cubicBezTo>
                    <a:pt x="0" y="34"/>
                    <a:pt x="33" y="0"/>
                    <a:pt x="74" y="0"/>
                  </a:cubicBezTo>
                  <a:cubicBezTo>
                    <a:pt x="1202" y="0"/>
                    <a:pt x="1202" y="0"/>
                    <a:pt x="1202" y="0"/>
                  </a:cubicBezTo>
                  <a:cubicBezTo>
                    <a:pt x="1243" y="0"/>
                    <a:pt x="1280" y="34"/>
                    <a:pt x="1280" y="74"/>
                  </a:cubicBezTo>
                  <a:close/>
                </a:path>
              </a:pathLst>
            </a:custGeom>
            <a:solidFill>
              <a:schemeClr val="accent4"/>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8" name="Google Shape;1448;p33"/>
            <p:cNvSpPr/>
            <p:nvPr/>
          </p:nvSpPr>
          <p:spPr>
            <a:xfrm>
              <a:off x="5832177" y="1923050"/>
              <a:ext cx="936000" cy="272100"/>
            </a:xfrm>
            <a:prstGeom prst="rect">
              <a:avLst/>
            </a:prstGeom>
            <a:solidFill>
              <a:srgbClr val="8ABFC1"/>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9" name="Google Shape;1449;p33"/>
            <p:cNvSpPr/>
            <p:nvPr/>
          </p:nvSpPr>
          <p:spPr>
            <a:xfrm>
              <a:off x="5832177" y="2195290"/>
              <a:ext cx="936000" cy="273300"/>
            </a:xfrm>
            <a:prstGeom prst="rect">
              <a:avLst/>
            </a:prstGeom>
            <a:solidFill>
              <a:srgbClr val="8ABFC1"/>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0" name="Google Shape;1450;p33"/>
            <p:cNvSpPr/>
            <p:nvPr/>
          </p:nvSpPr>
          <p:spPr>
            <a:xfrm>
              <a:off x="5832177" y="3829809"/>
              <a:ext cx="936000" cy="271200"/>
            </a:xfrm>
            <a:prstGeom prst="rect">
              <a:avLst/>
            </a:prstGeom>
            <a:solidFill>
              <a:srgbClr val="8ABFC1"/>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1" name="Google Shape;1451;p33"/>
            <p:cNvSpPr/>
            <p:nvPr/>
          </p:nvSpPr>
          <p:spPr>
            <a:xfrm>
              <a:off x="5832177" y="4100969"/>
              <a:ext cx="936000" cy="273300"/>
            </a:xfrm>
            <a:prstGeom prst="rect">
              <a:avLst/>
            </a:prstGeom>
            <a:solidFill>
              <a:srgbClr val="8ABFC1"/>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2" name="Google Shape;1452;p33"/>
            <p:cNvSpPr/>
            <p:nvPr/>
          </p:nvSpPr>
          <p:spPr>
            <a:xfrm>
              <a:off x="5832177" y="4374289"/>
              <a:ext cx="936000" cy="272100"/>
            </a:xfrm>
            <a:prstGeom prst="rect">
              <a:avLst/>
            </a:prstGeom>
            <a:solidFill>
              <a:srgbClr val="8ABFC1"/>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3" name="Google Shape;1453;p33"/>
            <p:cNvSpPr/>
            <p:nvPr/>
          </p:nvSpPr>
          <p:spPr>
            <a:xfrm>
              <a:off x="5832177" y="2468610"/>
              <a:ext cx="936000" cy="271200"/>
            </a:xfrm>
            <a:prstGeom prst="rect">
              <a:avLst/>
            </a:prstGeom>
            <a:solidFill>
              <a:srgbClr val="8ABFC1"/>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4" name="Google Shape;1454;p33"/>
            <p:cNvSpPr/>
            <p:nvPr/>
          </p:nvSpPr>
          <p:spPr>
            <a:xfrm>
              <a:off x="5832177" y="2739769"/>
              <a:ext cx="936000" cy="273300"/>
            </a:xfrm>
            <a:prstGeom prst="rect">
              <a:avLst/>
            </a:prstGeom>
            <a:solidFill>
              <a:srgbClr val="8ABFC1"/>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5" name="Google Shape;1455;p33"/>
            <p:cNvSpPr/>
            <p:nvPr/>
          </p:nvSpPr>
          <p:spPr>
            <a:xfrm>
              <a:off x="5832177" y="3013090"/>
              <a:ext cx="936000" cy="272100"/>
            </a:xfrm>
            <a:prstGeom prst="rect">
              <a:avLst/>
            </a:prstGeom>
            <a:solidFill>
              <a:srgbClr val="8ABFC1"/>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6" name="Google Shape;1456;p33"/>
            <p:cNvSpPr/>
            <p:nvPr/>
          </p:nvSpPr>
          <p:spPr>
            <a:xfrm>
              <a:off x="5832177" y="3285330"/>
              <a:ext cx="936000" cy="271200"/>
            </a:xfrm>
            <a:prstGeom prst="rect">
              <a:avLst/>
            </a:prstGeom>
            <a:solidFill>
              <a:srgbClr val="8ABFC1"/>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7" name="Google Shape;1457;p33"/>
            <p:cNvSpPr/>
            <p:nvPr/>
          </p:nvSpPr>
          <p:spPr>
            <a:xfrm>
              <a:off x="5832177" y="3556489"/>
              <a:ext cx="936000" cy="273300"/>
            </a:xfrm>
            <a:prstGeom prst="rect">
              <a:avLst/>
            </a:prstGeom>
            <a:solidFill>
              <a:srgbClr val="8ABFC1"/>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458" name="Google Shape;1458;p33"/>
          <p:cNvGrpSpPr/>
          <p:nvPr/>
        </p:nvGrpSpPr>
        <p:grpSpPr>
          <a:xfrm>
            <a:off x="6367762" y="1419622"/>
            <a:ext cx="936001" cy="3226767"/>
            <a:chOff x="6480174" y="1419622"/>
            <a:chExt cx="936001" cy="3226767"/>
          </a:xfrm>
        </p:grpSpPr>
        <p:cxnSp>
          <p:nvCxnSpPr>
            <p:cNvPr id="1459" name="Google Shape;1459;p33"/>
            <p:cNvCxnSpPr/>
            <p:nvPr/>
          </p:nvCxnSpPr>
          <p:spPr>
            <a:xfrm>
              <a:off x="6480175" y="1650810"/>
              <a:ext cx="936000" cy="0"/>
            </a:xfrm>
            <a:prstGeom prst="straightConnector1">
              <a:avLst/>
            </a:prstGeom>
            <a:noFill/>
            <a:ln cap="flat" cmpd="sng" w="9525">
              <a:solidFill>
                <a:srgbClr val="FFFFFF"/>
              </a:solidFill>
              <a:prstDash val="solid"/>
              <a:miter lim="800000"/>
              <a:headEnd len="med" w="med" type="none"/>
              <a:tailEnd len="med" w="med" type="none"/>
            </a:ln>
          </p:spPr>
        </p:cxnSp>
        <p:sp>
          <p:nvSpPr>
            <p:cNvPr id="1460" name="Google Shape;1460;p33"/>
            <p:cNvSpPr/>
            <p:nvPr/>
          </p:nvSpPr>
          <p:spPr>
            <a:xfrm>
              <a:off x="6480174" y="1419622"/>
              <a:ext cx="936000" cy="503427"/>
            </a:xfrm>
            <a:custGeom>
              <a:rect b="b" l="l" r="r" t="t"/>
              <a:pathLst>
                <a:path extrusionOk="0" h="1136" w="1280">
                  <a:moveTo>
                    <a:pt x="1280" y="74"/>
                  </a:moveTo>
                  <a:cubicBezTo>
                    <a:pt x="1280" y="1136"/>
                    <a:pt x="1280" y="1136"/>
                    <a:pt x="1280" y="1136"/>
                  </a:cubicBezTo>
                  <a:cubicBezTo>
                    <a:pt x="0" y="1136"/>
                    <a:pt x="0" y="1136"/>
                    <a:pt x="0" y="1136"/>
                  </a:cubicBezTo>
                  <a:cubicBezTo>
                    <a:pt x="0" y="74"/>
                    <a:pt x="0" y="74"/>
                    <a:pt x="0" y="74"/>
                  </a:cubicBezTo>
                  <a:cubicBezTo>
                    <a:pt x="0" y="34"/>
                    <a:pt x="33" y="0"/>
                    <a:pt x="74" y="0"/>
                  </a:cubicBezTo>
                  <a:cubicBezTo>
                    <a:pt x="1203" y="0"/>
                    <a:pt x="1203" y="0"/>
                    <a:pt x="1203" y="0"/>
                  </a:cubicBezTo>
                  <a:cubicBezTo>
                    <a:pt x="1243" y="0"/>
                    <a:pt x="1280" y="34"/>
                    <a:pt x="1280" y="74"/>
                  </a:cubicBezTo>
                  <a:close/>
                </a:path>
              </a:pathLst>
            </a:custGeom>
            <a:solidFill>
              <a:schemeClr val="accent4"/>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1" name="Google Shape;1461;p33"/>
            <p:cNvSpPr/>
            <p:nvPr/>
          </p:nvSpPr>
          <p:spPr>
            <a:xfrm>
              <a:off x="6480174" y="1923050"/>
              <a:ext cx="936000" cy="272100"/>
            </a:xfrm>
            <a:prstGeom prst="rect">
              <a:avLst/>
            </a:prstGeom>
            <a:solidFill>
              <a:srgbClr val="B5D7D8"/>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2" name="Google Shape;1462;p33"/>
            <p:cNvSpPr/>
            <p:nvPr/>
          </p:nvSpPr>
          <p:spPr>
            <a:xfrm>
              <a:off x="6480174" y="2195290"/>
              <a:ext cx="936000" cy="273300"/>
            </a:xfrm>
            <a:prstGeom prst="rect">
              <a:avLst/>
            </a:prstGeom>
            <a:solidFill>
              <a:srgbClr val="B5D7D8"/>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3" name="Google Shape;1463;p33"/>
            <p:cNvSpPr/>
            <p:nvPr/>
          </p:nvSpPr>
          <p:spPr>
            <a:xfrm>
              <a:off x="6480174" y="3829809"/>
              <a:ext cx="936000" cy="271200"/>
            </a:xfrm>
            <a:prstGeom prst="rect">
              <a:avLst/>
            </a:prstGeom>
            <a:solidFill>
              <a:srgbClr val="B5D7D8"/>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4" name="Google Shape;1464;p33"/>
            <p:cNvSpPr/>
            <p:nvPr/>
          </p:nvSpPr>
          <p:spPr>
            <a:xfrm>
              <a:off x="6480174" y="4100969"/>
              <a:ext cx="936000" cy="273300"/>
            </a:xfrm>
            <a:prstGeom prst="rect">
              <a:avLst/>
            </a:prstGeom>
            <a:solidFill>
              <a:srgbClr val="B5D7D8"/>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5" name="Google Shape;1465;p33"/>
            <p:cNvSpPr/>
            <p:nvPr/>
          </p:nvSpPr>
          <p:spPr>
            <a:xfrm>
              <a:off x="6480174" y="4374289"/>
              <a:ext cx="936000" cy="272100"/>
            </a:xfrm>
            <a:prstGeom prst="rect">
              <a:avLst/>
            </a:prstGeom>
            <a:solidFill>
              <a:srgbClr val="B5D7D8"/>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6" name="Google Shape;1466;p33"/>
            <p:cNvSpPr/>
            <p:nvPr/>
          </p:nvSpPr>
          <p:spPr>
            <a:xfrm>
              <a:off x="6480174" y="2468610"/>
              <a:ext cx="936000" cy="271200"/>
            </a:xfrm>
            <a:prstGeom prst="rect">
              <a:avLst/>
            </a:prstGeom>
            <a:solidFill>
              <a:srgbClr val="B5D7D8"/>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7" name="Google Shape;1467;p33"/>
            <p:cNvSpPr/>
            <p:nvPr/>
          </p:nvSpPr>
          <p:spPr>
            <a:xfrm>
              <a:off x="6480174" y="2739769"/>
              <a:ext cx="936000" cy="273300"/>
            </a:xfrm>
            <a:prstGeom prst="rect">
              <a:avLst/>
            </a:prstGeom>
            <a:solidFill>
              <a:srgbClr val="B5D7D8"/>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8" name="Google Shape;1468;p33"/>
            <p:cNvSpPr/>
            <p:nvPr/>
          </p:nvSpPr>
          <p:spPr>
            <a:xfrm>
              <a:off x="6480174" y="3013090"/>
              <a:ext cx="936000" cy="272100"/>
            </a:xfrm>
            <a:prstGeom prst="rect">
              <a:avLst/>
            </a:prstGeom>
            <a:solidFill>
              <a:srgbClr val="B5D7D8"/>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9" name="Google Shape;1469;p33"/>
            <p:cNvSpPr/>
            <p:nvPr/>
          </p:nvSpPr>
          <p:spPr>
            <a:xfrm>
              <a:off x="6480174" y="3285330"/>
              <a:ext cx="936000" cy="271200"/>
            </a:xfrm>
            <a:prstGeom prst="rect">
              <a:avLst/>
            </a:prstGeom>
            <a:solidFill>
              <a:srgbClr val="B5D7D8"/>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0" name="Google Shape;1470;p33"/>
            <p:cNvSpPr/>
            <p:nvPr/>
          </p:nvSpPr>
          <p:spPr>
            <a:xfrm>
              <a:off x="6480174" y="3556489"/>
              <a:ext cx="936000" cy="273300"/>
            </a:xfrm>
            <a:prstGeom prst="rect">
              <a:avLst/>
            </a:prstGeom>
            <a:solidFill>
              <a:srgbClr val="B5D7D8"/>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1471" name="Google Shape;1471;p33"/>
          <p:cNvCxnSpPr/>
          <p:nvPr/>
        </p:nvCxnSpPr>
        <p:spPr>
          <a:xfrm>
            <a:off x="7591795" y="1650810"/>
            <a:ext cx="0" cy="0"/>
          </a:xfrm>
          <a:prstGeom prst="straightConnector1">
            <a:avLst/>
          </a:prstGeom>
          <a:noFill/>
          <a:ln cap="flat" cmpd="sng" w="9525">
            <a:solidFill>
              <a:srgbClr val="FFFFFF"/>
            </a:solidFill>
            <a:prstDash val="solid"/>
            <a:miter lim="800000"/>
            <a:headEnd len="med" w="med" type="none"/>
            <a:tailEnd len="med" w="med" type="none"/>
          </a:ln>
        </p:spPr>
      </p:cxnSp>
      <p:sp>
        <p:nvSpPr>
          <p:cNvPr id="1472" name="Google Shape;1472;p33"/>
          <p:cNvSpPr/>
          <p:nvPr/>
        </p:nvSpPr>
        <p:spPr>
          <a:xfrm>
            <a:off x="7303763" y="1419622"/>
            <a:ext cx="934797" cy="503427"/>
          </a:xfrm>
          <a:custGeom>
            <a:rect b="b" l="l" r="r" t="t"/>
            <a:pathLst>
              <a:path extrusionOk="0" h="1136" w="1280">
                <a:moveTo>
                  <a:pt x="1280" y="74"/>
                </a:moveTo>
                <a:cubicBezTo>
                  <a:pt x="1280" y="809"/>
                  <a:pt x="1280" y="809"/>
                  <a:pt x="1280" y="809"/>
                </a:cubicBezTo>
                <a:cubicBezTo>
                  <a:pt x="1280" y="809"/>
                  <a:pt x="1280" y="809"/>
                  <a:pt x="1280" y="809"/>
                </a:cubicBezTo>
                <a:cubicBezTo>
                  <a:pt x="1280" y="1062"/>
                  <a:pt x="1280" y="1062"/>
                  <a:pt x="1280" y="1062"/>
                </a:cubicBezTo>
                <a:cubicBezTo>
                  <a:pt x="1280" y="1102"/>
                  <a:pt x="1247" y="1136"/>
                  <a:pt x="1206" y="1136"/>
                </a:cubicBezTo>
                <a:cubicBezTo>
                  <a:pt x="0" y="1136"/>
                  <a:pt x="0" y="1136"/>
                  <a:pt x="0" y="1136"/>
                </a:cubicBezTo>
                <a:cubicBezTo>
                  <a:pt x="0" y="827"/>
                  <a:pt x="0" y="827"/>
                  <a:pt x="0" y="827"/>
                </a:cubicBezTo>
                <a:cubicBezTo>
                  <a:pt x="0" y="74"/>
                  <a:pt x="0" y="74"/>
                  <a:pt x="0" y="74"/>
                </a:cubicBezTo>
                <a:cubicBezTo>
                  <a:pt x="0" y="34"/>
                  <a:pt x="33" y="0"/>
                  <a:pt x="74" y="0"/>
                </a:cubicBezTo>
                <a:cubicBezTo>
                  <a:pt x="1203" y="0"/>
                  <a:pt x="1203" y="0"/>
                  <a:pt x="1203" y="0"/>
                </a:cubicBezTo>
                <a:cubicBezTo>
                  <a:pt x="1244" y="0"/>
                  <a:pt x="1280" y="34"/>
                  <a:pt x="1280" y="74"/>
                </a:cubicBezTo>
                <a:close/>
              </a:path>
            </a:pathLst>
          </a:custGeom>
          <a:solidFill>
            <a:schemeClr val="accent4"/>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473" name="Google Shape;1473;p33"/>
          <p:cNvCxnSpPr/>
          <p:nvPr/>
        </p:nvCxnSpPr>
        <p:spPr>
          <a:xfrm>
            <a:off x="7591795" y="1650810"/>
            <a:ext cx="0" cy="0"/>
          </a:xfrm>
          <a:prstGeom prst="straightConnector1">
            <a:avLst/>
          </a:prstGeom>
          <a:noFill/>
          <a:ln cap="flat" cmpd="sng" w="9525">
            <a:solidFill>
              <a:srgbClr val="FFFFFF"/>
            </a:solidFill>
            <a:prstDash val="solid"/>
            <a:miter lim="800000"/>
            <a:headEnd len="med" w="med" type="none"/>
            <a:tailEnd len="med" w="med" type="none"/>
          </a:ln>
        </p:spPr>
      </p:cxnSp>
      <p:cxnSp>
        <p:nvCxnSpPr>
          <p:cNvPr id="1474" name="Google Shape;1474;p33"/>
          <p:cNvCxnSpPr/>
          <p:nvPr/>
        </p:nvCxnSpPr>
        <p:spPr>
          <a:xfrm>
            <a:off x="7591795" y="4646529"/>
            <a:ext cx="0" cy="0"/>
          </a:xfrm>
          <a:prstGeom prst="straightConnector1">
            <a:avLst/>
          </a:prstGeom>
          <a:noFill/>
          <a:ln cap="flat" cmpd="sng" w="9525">
            <a:solidFill>
              <a:srgbClr val="FFFFFF"/>
            </a:solidFill>
            <a:prstDash val="solid"/>
            <a:miter lim="800000"/>
            <a:headEnd len="med" w="med" type="none"/>
            <a:tailEnd len="med" w="med" type="none"/>
          </a:ln>
        </p:spPr>
      </p:cxnSp>
      <p:cxnSp>
        <p:nvCxnSpPr>
          <p:cNvPr id="1475" name="Google Shape;1475;p33"/>
          <p:cNvCxnSpPr/>
          <p:nvPr/>
        </p:nvCxnSpPr>
        <p:spPr>
          <a:xfrm>
            <a:off x="7914562" y="1650810"/>
            <a:ext cx="0" cy="0"/>
          </a:xfrm>
          <a:prstGeom prst="straightConnector1">
            <a:avLst/>
          </a:prstGeom>
          <a:noFill/>
          <a:ln cap="flat" cmpd="sng" w="9525">
            <a:solidFill>
              <a:srgbClr val="FFFFFF"/>
            </a:solidFill>
            <a:prstDash val="solid"/>
            <a:miter lim="800000"/>
            <a:headEnd len="med" w="med" type="none"/>
            <a:tailEnd len="med" w="med" type="none"/>
          </a:ln>
        </p:spPr>
      </p:cxnSp>
      <p:cxnSp>
        <p:nvCxnSpPr>
          <p:cNvPr id="1476" name="Google Shape;1476;p33"/>
          <p:cNvCxnSpPr/>
          <p:nvPr/>
        </p:nvCxnSpPr>
        <p:spPr>
          <a:xfrm>
            <a:off x="8238560" y="1650810"/>
            <a:ext cx="0" cy="0"/>
          </a:xfrm>
          <a:prstGeom prst="straightConnector1">
            <a:avLst/>
          </a:prstGeom>
          <a:noFill/>
          <a:ln cap="flat" cmpd="sng" w="9525">
            <a:solidFill>
              <a:srgbClr val="FFFFFF"/>
            </a:solidFill>
            <a:prstDash val="solid"/>
            <a:miter lim="800000"/>
            <a:headEnd len="med" w="med" type="none"/>
            <a:tailEnd len="med" w="med" type="none"/>
          </a:ln>
        </p:spPr>
      </p:cxnSp>
      <p:cxnSp>
        <p:nvCxnSpPr>
          <p:cNvPr id="1477" name="Google Shape;1477;p33"/>
          <p:cNvCxnSpPr/>
          <p:nvPr/>
        </p:nvCxnSpPr>
        <p:spPr>
          <a:xfrm>
            <a:off x="8238560" y="1650810"/>
            <a:ext cx="0" cy="0"/>
          </a:xfrm>
          <a:prstGeom prst="straightConnector1">
            <a:avLst/>
          </a:prstGeom>
          <a:noFill/>
          <a:ln cap="flat" cmpd="sng" w="9525">
            <a:solidFill>
              <a:srgbClr val="FFFFFF"/>
            </a:solidFill>
            <a:prstDash val="solid"/>
            <a:miter lim="800000"/>
            <a:headEnd len="med" w="med" type="none"/>
            <a:tailEnd len="med" w="med" type="none"/>
          </a:ln>
        </p:spPr>
      </p:cxnSp>
      <p:cxnSp>
        <p:nvCxnSpPr>
          <p:cNvPr id="1478" name="Google Shape;1478;p33"/>
          <p:cNvCxnSpPr/>
          <p:nvPr/>
        </p:nvCxnSpPr>
        <p:spPr>
          <a:xfrm>
            <a:off x="813901" y="1285536"/>
            <a:ext cx="0" cy="0"/>
          </a:xfrm>
          <a:prstGeom prst="straightConnector1">
            <a:avLst/>
          </a:prstGeom>
          <a:noFill/>
          <a:ln cap="flat" cmpd="sng" w="9525">
            <a:solidFill>
              <a:srgbClr val="FFFFFF"/>
            </a:solidFill>
            <a:prstDash val="solid"/>
            <a:miter lim="800000"/>
            <a:headEnd len="med" w="med" type="none"/>
            <a:tailEnd len="med" w="med" type="none"/>
          </a:ln>
        </p:spPr>
      </p:cxnSp>
      <p:sp>
        <p:nvSpPr>
          <p:cNvPr id="1479" name="Google Shape;1479;p33"/>
          <p:cNvSpPr txBox="1"/>
          <p:nvPr>
            <p:ph idx="2" type="body"/>
          </p:nvPr>
        </p:nvSpPr>
        <p:spPr>
          <a:xfrm>
            <a:off x="683568" y="1922463"/>
            <a:ext cx="3817800" cy="273000"/>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rgbClr val="4C8E91"/>
              </a:buClr>
              <a:buSzPts val="1400"/>
              <a:buNone/>
              <a:defRPr sz="1400">
                <a:solidFill>
                  <a:srgbClr val="4C8E91"/>
                </a:solidFil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80" name="Google Shape;1480;p33"/>
          <p:cNvSpPr txBox="1"/>
          <p:nvPr>
            <p:ph idx="3" type="body"/>
          </p:nvPr>
        </p:nvSpPr>
        <p:spPr>
          <a:xfrm>
            <a:off x="683572" y="2194798"/>
            <a:ext cx="3817800" cy="273000"/>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rgbClr val="4C8E91"/>
              </a:buClr>
              <a:buSzPts val="1400"/>
              <a:buNone/>
              <a:defRPr sz="1400">
                <a:solidFill>
                  <a:srgbClr val="4C8E91"/>
                </a:solidFil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81" name="Google Shape;1481;p33"/>
          <p:cNvSpPr txBox="1"/>
          <p:nvPr>
            <p:ph idx="4" type="body"/>
          </p:nvPr>
        </p:nvSpPr>
        <p:spPr>
          <a:xfrm>
            <a:off x="683572" y="2467133"/>
            <a:ext cx="3817800" cy="273000"/>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rgbClr val="4C8E91"/>
              </a:buClr>
              <a:buSzPts val="1400"/>
              <a:buNone/>
              <a:defRPr sz="1400">
                <a:solidFill>
                  <a:srgbClr val="4C8E91"/>
                </a:solidFil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82" name="Google Shape;1482;p33"/>
          <p:cNvSpPr txBox="1"/>
          <p:nvPr>
            <p:ph idx="5" type="body"/>
          </p:nvPr>
        </p:nvSpPr>
        <p:spPr>
          <a:xfrm>
            <a:off x="683568" y="2739468"/>
            <a:ext cx="3817800" cy="273000"/>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rgbClr val="4C8E91"/>
              </a:buClr>
              <a:buSzPts val="1400"/>
              <a:buNone/>
              <a:defRPr sz="1400">
                <a:solidFill>
                  <a:srgbClr val="4C8E91"/>
                </a:solidFil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83" name="Google Shape;1483;p33"/>
          <p:cNvSpPr txBox="1"/>
          <p:nvPr>
            <p:ph idx="6" type="body"/>
          </p:nvPr>
        </p:nvSpPr>
        <p:spPr>
          <a:xfrm>
            <a:off x="683572" y="3011803"/>
            <a:ext cx="3817800" cy="273000"/>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rgbClr val="4C8E91"/>
              </a:buClr>
              <a:buSzPts val="1400"/>
              <a:buNone/>
              <a:defRPr sz="1400">
                <a:solidFill>
                  <a:srgbClr val="4C8E91"/>
                </a:solidFil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84" name="Google Shape;1484;p33"/>
          <p:cNvSpPr txBox="1"/>
          <p:nvPr>
            <p:ph idx="7" type="body"/>
          </p:nvPr>
        </p:nvSpPr>
        <p:spPr>
          <a:xfrm>
            <a:off x="683572" y="3284138"/>
            <a:ext cx="3817800" cy="273000"/>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rgbClr val="4C8E91"/>
              </a:buClr>
              <a:buSzPts val="1400"/>
              <a:buNone/>
              <a:defRPr sz="1400">
                <a:solidFill>
                  <a:srgbClr val="4C8E91"/>
                </a:solidFil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85" name="Google Shape;1485;p33"/>
          <p:cNvSpPr txBox="1"/>
          <p:nvPr>
            <p:ph idx="8" type="body"/>
          </p:nvPr>
        </p:nvSpPr>
        <p:spPr>
          <a:xfrm>
            <a:off x="683572" y="3556473"/>
            <a:ext cx="3817800" cy="273000"/>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rgbClr val="4C8E91"/>
              </a:buClr>
              <a:buSzPts val="1400"/>
              <a:buNone/>
              <a:defRPr sz="1400">
                <a:solidFill>
                  <a:srgbClr val="4C8E91"/>
                </a:solidFil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86" name="Google Shape;1486;p33"/>
          <p:cNvSpPr txBox="1"/>
          <p:nvPr>
            <p:ph idx="9" type="body"/>
          </p:nvPr>
        </p:nvSpPr>
        <p:spPr>
          <a:xfrm>
            <a:off x="683568" y="3828808"/>
            <a:ext cx="3817800" cy="273000"/>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rgbClr val="4C8E91"/>
              </a:buClr>
              <a:buSzPts val="1400"/>
              <a:buNone/>
              <a:defRPr sz="1400">
                <a:solidFill>
                  <a:srgbClr val="4C8E91"/>
                </a:solidFil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87" name="Google Shape;1487;p33"/>
          <p:cNvSpPr txBox="1"/>
          <p:nvPr>
            <p:ph idx="13" type="body"/>
          </p:nvPr>
        </p:nvSpPr>
        <p:spPr>
          <a:xfrm>
            <a:off x="683572" y="4101143"/>
            <a:ext cx="3817800" cy="273000"/>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rgbClr val="4C8E91"/>
              </a:buClr>
              <a:buSzPts val="1400"/>
              <a:buNone/>
              <a:defRPr sz="1400">
                <a:solidFill>
                  <a:srgbClr val="4C8E91"/>
                </a:solidFil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88" name="Google Shape;1488;p33"/>
          <p:cNvSpPr txBox="1"/>
          <p:nvPr>
            <p:ph idx="14" type="body"/>
          </p:nvPr>
        </p:nvSpPr>
        <p:spPr>
          <a:xfrm>
            <a:off x="683572" y="4373479"/>
            <a:ext cx="3817800" cy="273000"/>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rgbClr val="4C8E91"/>
              </a:buClr>
              <a:buSzPts val="1400"/>
              <a:buNone/>
              <a:defRPr sz="1400">
                <a:solidFill>
                  <a:srgbClr val="4C8E91"/>
                </a:solidFil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89" name="Google Shape;1489;p33"/>
          <p:cNvSpPr/>
          <p:nvPr/>
        </p:nvSpPr>
        <p:spPr>
          <a:xfrm>
            <a:off x="7303764" y="1923050"/>
            <a:ext cx="934796" cy="272240"/>
          </a:xfrm>
          <a:custGeom>
            <a:rect b="b" l="l" r="r" t="t"/>
            <a:pathLst>
              <a:path extrusionOk="0" h="272240" w="934796">
                <a:moveTo>
                  <a:pt x="0" y="0"/>
                </a:moveTo>
                <a:lnTo>
                  <a:pt x="889422" y="0"/>
                </a:lnTo>
                <a:cubicBezTo>
                  <a:pt x="914481" y="0"/>
                  <a:pt x="934796" y="20315"/>
                  <a:pt x="934796" y="45374"/>
                </a:cubicBezTo>
                <a:lnTo>
                  <a:pt x="934796" y="226866"/>
                </a:lnTo>
                <a:cubicBezTo>
                  <a:pt x="934796" y="251925"/>
                  <a:pt x="914481" y="272240"/>
                  <a:pt x="889422" y="272240"/>
                </a:cubicBezTo>
                <a:lnTo>
                  <a:pt x="0" y="272240"/>
                </a:lnTo>
                <a:close/>
              </a:path>
            </a:pathLst>
          </a:custGeom>
          <a:solidFill>
            <a:srgbClr val="8ABFC1"/>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0" name="Google Shape;1490;p33"/>
          <p:cNvSpPr/>
          <p:nvPr/>
        </p:nvSpPr>
        <p:spPr>
          <a:xfrm>
            <a:off x="7303764" y="2195398"/>
            <a:ext cx="934796" cy="272240"/>
          </a:xfrm>
          <a:custGeom>
            <a:rect b="b" l="l" r="r" t="t"/>
            <a:pathLst>
              <a:path extrusionOk="0" h="272240" w="934796">
                <a:moveTo>
                  <a:pt x="0" y="0"/>
                </a:moveTo>
                <a:lnTo>
                  <a:pt x="889422" y="0"/>
                </a:lnTo>
                <a:cubicBezTo>
                  <a:pt x="914481" y="0"/>
                  <a:pt x="934796" y="20315"/>
                  <a:pt x="934796" y="45374"/>
                </a:cubicBezTo>
                <a:lnTo>
                  <a:pt x="934796" y="226866"/>
                </a:lnTo>
                <a:cubicBezTo>
                  <a:pt x="934796" y="251925"/>
                  <a:pt x="914481" y="272240"/>
                  <a:pt x="889422" y="272240"/>
                </a:cubicBezTo>
                <a:lnTo>
                  <a:pt x="0" y="272240"/>
                </a:lnTo>
                <a:close/>
              </a:path>
            </a:pathLst>
          </a:custGeom>
          <a:solidFill>
            <a:srgbClr val="8ABFC1"/>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1" name="Google Shape;1491;p33"/>
          <p:cNvSpPr/>
          <p:nvPr/>
        </p:nvSpPr>
        <p:spPr>
          <a:xfrm>
            <a:off x="7303764" y="2467746"/>
            <a:ext cx="934796" cy="272240"/>
          </a:xfrm>
          <a:custGeom>
            <a:rect b="b" l="l" r="r" t="t"/>
            <a:pathLst>
              <a:path extrusionOk="0" h="272240" w="934796">
                <a:moveTo>
                  <a:pt x="0" y="0"/>
                </a:moveTo>
                <a:lnTo>
                  <a:pt x="889422" y="0"/>
                </a:lnTo>
                <a:cubicBezTo>
                  <a:pt x="914481" y="0"/>
                  <a:pt x="934796" y="20315"/>
                  <a:pt x="934796" y="45374"/>
                </a:cubicBezTo>
                <a:lnTo>
                  <a:pt x="934796" y="226866"/>
                </a:lnTo>
                <a:cubicBezTo>
                  <a:pt x="934796" y="251925"/>
                  <a:pt x="914481" y="272240"/>
                  <a:pt x="889422" y="272240"/>
                </a:cubicBezTo>
                <a:lnTo>
                  <a:pt x="0" y="272240"/>
                </a:lnTo>
                <a:close/>
              </a:path>
            </a:pathLst>
          </a:custGeom>
          <a:solidFill>
            <a:srgbClr val="8ABFC1"/>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2" name="Google Shape;1492;p33"/>
          <p:cNvSpPr/>
          <p:nvPr/>
        </p:nvSpPr>
        <p:spPr>
          <a:xfrm>
            <a:off x="7303764" y="2740094"/>
            <a:ext cx="934796" cy="272240"/>
          </a:xfrm>
          <a:custGeom>
            <a:rect b="b" l="l" r="r" t="t"/>
            <a:pathLst>
              <a:path extrusionOk="0" h="272240" w="934796">
                <a:moveTo>
                  <a:pt x="0" y="0"/>
                </a:moveTo>
                <a:lnTo>
                  <a:pt x="889422" y="0"/>
                </a:lnTo>
                <a:cubicBezTo>
                  <a:pt x="914481" y="0"/>
                  <a:pt x="934796" y="20315"/>
                  <a:pt x="934796" y="45374"/>
                </a:cubicBezTo>
                <a:lnTo>
                  <a:pt x="934796" y="226866"/>
                </a:lnTo>
                <a:cubicBezTo>
                  <a:pt x="934796" y="251925"/>
                  <a:pt x="914481" y="272240"/>
                  <a:pt x="889422" y="272240"/>
                </a:cubicBezTo>
                <a:lnTo>
                  <a:pt x="0" y="272240"/>
                </a:lnTo>
                <a:close/>
              </a:path>
            </a:pathLst>
          </a:custGeom>
          <a:solidFill>
            <a:srgbClr val="8ABFC1"/>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3" name="Google Shape;1493;p33"/>
          <p:cNvSpPr/>
          <p:nvPr/>
        </p:nvSpPr>
        <p:spPr>
          <a:xfrm>
            <a:off x="7303764" y="3012442"/>
            <a:ext cx="934796" cy="272240"/>
          </a:xfrm>
          <a:custGeom>
            <a:rect b="b" l="l" r="r" t="t"/>
            <a:pathLst>
              <a:path extrusionOk="0" h="272240" w="934796">
                <a:moveTo>
                  <a:pt x="0" y="0"/>
                </a:moveTo>
                <a:lnTo>
                  <a:pt x="889422" y="0"/>
                </a:lnTo>
                <a:cubicBezTo>
                  <a:pt x="914481" y="0"/>
                  <a:pt x="934796" y="20315"/>
                  <a:pt x="934796" y="45374"/>
                </a:cubicBezTo>
                <a:lnTo>
                  <a:pt x="934796" y="226866"/>
                </a:lnTo>
                <a:cubicBezTo>
                  <a:pt x="934796" y="251925"/>
                  <a:pt x="914481" y="272240"/>
                  <a:pt x="889422" y="272240"/>
                </a:cubicBezTo>
                <a:lnTo>
                  <a:pt x="0" y="272240"/>
                </a:lnTo>
                <a:close/>
              </a:path>
            </a:pathLst>
          </a:custGeom>
          <a:solidFill>
            <a:srgbClr val="8ABFC1"/>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4" name="Google Shape;1494;p33"/>
          <p:cNvSpPr/>
          <p:nvPr/>
        </p:nvSpPr>
        <p:spPr>
          <a:xfrm>
            <a:off x="7303764" y="3284790"/>
            <a:ext cx="934796" cy="272240"/>
          </a:xfrm>
          <a:custGeom>
            <a:rect b="b" l="l" r="r" t="t"/>
            <a:pathLst>
              <a:path extrusionOk="0" h="272240" w="934796">
                <a:moveTo>
                  <a:pt x="0" y="0"/>
                </a:moveTo>
                <a:lnTo>
                  <a:pt x="889422" y="0"/>
                </a:lnTo>
                <a:cubicBezTo>
                  <a:pt x="914481" y="0"/>
                  <a:pt x="934796" y="20315"/>
                  <a:pt x="934796" y="45374"/>
                </a:cubicBezTo>
                <a:lnTo>
                  <a:pt x="934796" y="226866"/>
                </a:lnTo>
                <a:cubicBezTo>
                  <a:pt x="934796" y="251925"/>
                  <a:pt x="914481" y="272240"/>
                  <a:pt x="889422" y="272240"/>
                </a:cubicBezTo>
                <a:lnTo>
                  <a:pt x="0" y="272240"/>
                </a:lnTo>
                <a:close/>
              </a:path>
            </a:pathLst>
          </a:custGeom>
          <a:solidFill>
            <a:srgbClr val="8ABFC1"/>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5" name="Google Shape;1495;p33"/>
          <p:cNvSpPr/>
          <p:nvPr/>
        </p:nvSpPr>
        <p:spPr>
          <a:xfrm>
            <a:off x="7303764" y="3557138"/>
            <a:ext cx="934796" cy="272240"/>
          </a:xfrm>
          <a:custGeom>
            <a:rect b="b" l="l" r="r" t="t"/>
            <a:pathLst>
              <a:path extrusionOk="0" h="272240" w="934796">
                <a:moveTo>
                  <a:pt x="0" y="0"/>
                </a:moveTo>
                <a:lnTo>
                  <a:pt x="889422" y="0"/>
                </a:lnTo>
                <a:cubicBezTo>
                  <a:pt x="914481" y="0"/>
                  <a:pt x="934796" y="20315"/>
                  <a:pt x="934796" y="45374"/>
                </a:cubicBezTo>
                <a:lnTo>
                  <a:pt x="934796" y="226866"/>
                </a:lnTo>
                <a:cubicBezTo>
                  <a:pt x="934796" y="251925"/>
                  <a:pt x="914481" y="272240"/>
                  <a:pt x="889422" y="272240"/>
                </a:cubicBezTo>
                <a:lnTo>
                  <a:pt x="0" y="272240"/>
                </a:lnTo>
                <a:close/>
              </a:path>
            </a:pathLst>
          </a:custGeom>
          <a:solidFill>
            <a:srgbClr val="8ABFC1"/>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6" name="Google Shape;1496;p33"/>
          <p:cNvSpPr/>
          <p:nvPr/>
        </p:nvSpPr>
        <p:spPr>
          <a:xfrm>
            <a:off x="7303764" y="3829486"/>
            <a:ext cx="934796" cy="272240"/>
          </a:xfrm>
          <a:custGeom>
            <a:rect b="b" l="l" r="r" t="t"/>
            <a:pathLst>
              <a:path extrusionOk="0" h="272240" w="934796">
                <a:moveTo>
                  <a:pt x="0" y="0"/>
                </a:moveTo>
                <a:lnTo>
                  <a:pt x="889422" y="0"/>
                </a:lnTo>
                <a:cubicBezTo>
                  <a:pt x="914481" y="0"/>
                  <a:pt x="934796" y="20315"/>
                  <a:pt x="934796" y="45374"/>
                </a:cubicBezTo>
                <a:lnTo>
                  <a:pt x="934796" y="226866"/>
                </a:lnTo>
                <a:cubicBezTo>
                  <a:pt x="934796" y="251925"/>
                  <a:pt x="914481" y="272240"/>
                  <a:pt x="889422" y="272240"/>
                </a:cubicBezTo>
                <a:lnTo>
                  <a:pt x="0" y="272240"/>
                </a:lnTo>
                <a:close/>
              </a:path>
            </a:pathLst>
          </a:custGeom>
          <a:solidFill>
            <a:srgbClr val="8ABFC1"/>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7" name="Google Shape;1497;p33"/>
          <p:cNvSpPr/>
          <p:nvPr/>
        </p:nvSpPr>
        <p:spPr>
          <a:xfrm>
            <a:off x="7303764" y="4101834"/>
            <a:ext cx="934796" cy="272240"/>
          </a:xfrm>
          <a:custGeom>
            <a:rect b="b" l="l" r="r" t="t"/>
            <a:pathLst>
              <a:path extrusionOk="0" h="272240" w="934796">
                <a:moveTo>
                  <a:pt x="0" y="0"/>
                </a:moveTo>
                <a:lnTo>
                  <a:pt x="889422" y="0"/>
                </a:lnTo>
                <a:cubicBezTo>
                  <a:pt x="914481" y="0"/>
                  <a:pt x="934796" y="20315"/>
                  <a:pt x="934796" y="45374"/>
                </a:cubicBezTo>
                <a:lnTo>
                  <a:pt x="934796" y="226866"/>
                </a:lnTo>
                <a:cubicBezTo>
                  <a:pt x="934796" y="251925"/>
                  <a:pt x="914481" y="272240"/>
                  <a:pt x="889422" y="272240"/>
                </a:cubicBezTo>
                <a:lnTo>
                  <a:pt x="0" y="272240"/>
                </a:lnTo>
                <a:close/>
              </a:path>
            </a:pathLst>
          </a:custGeom>
          <a:solidFill>
            <a:srgbClr val="8ABFC1"/>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8" name="Google Shape;1498;p33"/>
          <p:cNvSpPr/>
          <p:nvPr/>
        </p:nvSpPr>
        <p:spPr>
          <a:xfrm>
            <a:off x="7303764" y="4374182"/>
            <a:ext cx="934796" cy="272240"/>
          </a:xfrm>
          <a:custGeom>
            <a:rect b="b" l="l" r="r" t="t"/>
            <a:pathLst>
              <a:path extrusionOk="0" h="272240" w="934796">
                <a:moveTo>
                  <a:pt x="0" y="0"/>
                </a:moveTo>
                <a:lnTo>
                  <a:pt x="889422" y="0"/>
                </a:lnTo>
                <a:cubicBezTo>
                  <a:pt x="914481" y="0"/>
                  <a:pt x="934796" y="20315"/>
                  <a:pt x="934796" y="45374"/>
                </a:cubicBezTo>
                <a:lnTo>
                  <a:pt x="934796" y="226866"/>
                </a:lnTo>
                <a:cubicBezTo>
                  <a:pt x="934796" y="251925"/>
                  <a:pt x="914481" y="272240"/>
                  <a:pt x="889422" y="272240"/>
                </a:cubicBezTo>
                <a:lnTo>
                  <a:pt x="0" y="272240"/>
                </a:lnTo>
                <a:close/>
              </a:path>
            </a:pathLst>
          </a:custGeom>
          <a:solidFill>
            <a:srgbClr val="8ABFC1"/>
          </a:solidFill>
          <a:ln cap="flat" cmpd="sng" w="952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9" name="Google Shape;1499;p33"/>
          <p:cNvSpPr txBox="1"/>
          <p:nvPr>
            <p:ph idx="15" type="body"/>
          </p:nvPr>
        </p:nvSpPr>
        <p:spPr>
          <a:xfrm>
            <a:off x="4502150" y="1492250"/>
            <a:ext cx="935100" cy="430200"/>
          </a:xfrm>
          <a:prstGeom prst="rect">
            <a:avLst/>
          </a:prstGeom>
          <a:noFill/>
          <a:ln>
            <a:noFill/>
          </a:ln>
        </p:spPr>
        <p:txBody>
          <a:bodyPr anchorCtr="0" anchor="ctr" bIns="45700" lIns="91425" spcFirstLastPara="1" rIns="91425" wrap="square" tIns="45700">
            <a:normAutofit/>
          </a:bodyPr>
          <a:lstStyle>
            <a:lvl1pPr indent="-228600" lvl="0" marL="457200" algn="ctr">
              <a:spcBef>
                <a:spcPts val="300"/>
              </a:spcBef>
              <a:spcAft>
                <a:spcPts val="0"/>
              </a:spcAft>
              <a:buClr>
                <a:schemeClr val="lt1"/>
              </a:buClr>
              <a:buSzPts val="1500"/>
              <a:buNone/>
              <a:defRPr sz="1500">
                <a:solidFill>
                  <a:schemeClr val="lt1"/>
                </a:solidFil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00" name="Google Shape;1500;p33"/>
          <p:cNvSpPr txBox="1"/>
          <p:nvPr>
            <p:ph idx="16" type="body"/>
          </p:nvPr>
        </p:nvSpPr>
        <p:spPr>
          <a:xfrm>
            <a:off x="5447130" y="1492250"/>
            <a:ext cx="920700" cy="430200"/>
          </a:xfrm>
          <a:prstGeom prst="rect">
            <a:avLst/>
          </a:prstGeom>
          <a:noFill/>
          <a:ln>
            <a:noFill/>
          </a:ln>
        </p:spPr>
        <p:txBody>
          <a:bodyPr anchorCtr="0" anchor="ctr" bIns="45700" lIns="91425" spcFirstLastPara="1" rIns="91425" wrap="square" tIns="45700">
            <a:normAutofit/>
          </a:bodyPr>
          <a:lstStyle>
            <a:lvl1pPr indent="-228600" lvl="0" marL="457200" algn="ctr">
              <a:spcBef>
                <a:spcPts val="300"/>
              </a:spcBef>
              <a:spcAft>
                <a:spcPts val="0"/>
              </a:spcAft>
              <a:buClr>
                <a:schemeClr val="lt1"/>
              </a:buClr>
              <a:buSzPts val="1500"/>
              <a:buNone/>
              <a:defRPr sz="1500">
                <a:solidFill>
                  <a:schemeClr val="lt1"/>
                </a:solidFil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01" name="Google Shape;1501;p33"/>
          <p:cNvSpPr txBox="1"/>
          <p:nvPr>
            <p:ph idx="17" type="body"/>
          </p:nvPr>
        </p:nvSpPr>
        <p:spPr>
          <a:xfrm>
            <a:off x="6375447" y="1492250"/>
            <a:ext cx="920700" cy="430200"/>
          </a:xfrm>
          <a:prstGeom prst="rect">
            <a:avLst/>
          </a:prstGeom>
          <a:noFill/>
          <a:ln>
            <a:noFill/>
          </a:ln>
        </p:spPr>
        <p:txBody>
          <a:bodyPr anchorCtr="0" anchor="ctr" bIns="45700" lIns="91425" spcFirstLastPara="1" rIns="91425" wrap="square" tIns="45700">
            <a:normAutofit/>
          </a:bodyPr>
          <a:lstStyle>
            <a:lvl1pPr indent="-228600" lvl="0" marL="457200" algn="ctr">
              <a:spcBef>
                <a:spcPts val="300"/>
              </a:spcBef>
              <a:spcAft>
                <a:spcPts val="0"/>
              </a:spcAft>
              <a:buClr>
                <a:schemeClr val="lt1"/>
              </a:buClr>
              <a:buSzPts val="1500"/>
              <a:buNone/>
              <a:defRPr sz="1500">
                <a:solidFill>
                  <a:schemeClr val="lt1"/>
                </a:solidFil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02" name="Google Shape;1502;p33"/>
          <p:cNvSpPr txBox="1"/>
          <p:nvPr>
            <p:ph idx="18" type="body"/>
          </p:nvPr>
        </p:nvSpPr>
        <p:spPr>
          <a:xfrm>
            <a:off x="7310846" y="1492250"/>
            <a:ext cx="920700" cy="430200"/>
          </a:xfrm>
          <a:prstGeom prst="rect">
            <a:avLst/>
          </a:prstGeom>
          <a:noFill/>
          <a:ln>
            <a:noFill/>
          </a:ln>
        </p:spPr>
        <p:txBody>
          <a:bodyPr anchorCtr="0" anchor="ctr" bIns="45700" lIns="91425" spcFirstLastPara="1" rIns="91425" wrap="square" tIns="45700">
            <a:normAutofit/>
          </a:bodyPr>
          <a:lstStyle>
            <a:lvl1pPr indent="-228600" lvl="0" marL="457200" algn="ctr">
              <a:spcBef>
                <a:spcPts val="300"/>
              </a:spcBef>
              <a:spcAft>
                <a:spcPts val="0"/>
              </a:spcAft>
              <a:buClr>
                <a:schemeClr val="lt1"/>
              </a:buClr>
              <a:buSzPts val="1500"/>
              <a:buNone/>
              <a:defRPr sz="1500">
                <a:solidFill>
                  <a:schemeClr val="lt1"/>
                </a:solidFil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503" name="Shape 1503"/>
        <p:cNvGrpSpPr/>
        <p:nvPr/>
      </p:nvGrpSpPr>
      <p:grpSpPr>
        <a:xfrm>
          <a:off x="0" y="0"/>
          <a:ext cx="0" cy="0"/>
          <a:chOff x="0" y="0"/>
          <a:chExt cx="0" cy="0"/>
        </a:xfrm>
      </p:grpSpPr>
      <p:sp>
        <p:nvSpPr>
          <p:cNvPr id="1504" name="Google Shape;1504;p34"/>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5" name="Google Shape;1505;p34"/>
          <p:cNvSpPr txBox="1"/>
          <p:nvPr>
            <p:ph idx="1" type="body"/>
          </p:nvPr>
        </p:nvSpPr>
        <p:spPr>
          <a:xfrm>
            <a:off x="457200" y="900113"/>
            <a:ext cx="4038600" cy="25455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506" name="Google Shape;1506;p34"/>
          <p:cNvSpPr txBox="1"/>
          <p:nvPr>
            <p:ph idx="2" type="body"/>
          </p:nvPr>
        </p:nvSpPr>
        <p:spPr>
          <a:xfrm>
            <a:off x="4648200" y="900113"/>
            <a:ext cx="4038600" cy="25455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507" name="Google Shape;1507;p34"/>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8" name="Google Shape;1508;p34"/>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9" name="Google Shape;1509;p34"/>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510" name="Shape 1510"/>
        <p:cNvGrpSpPr/>
        <p:nvPr/>
      </p:nvGrpSpPr>
      <p:grpSpPr>
        <a:xfrm>
          <a:off x="0" y="0"/>
          <a:ext cx="0" cy="0"/>
          <a:chOff x="0" y="0"/>
          <a:chExt cx="0" cy="0"/>
        </a:xfrm>
      </p:grpSpPr>
      <p:sp>
        <p:nvSpPr>
          <p:cNvPr id="1511" name="Google Shape;1511;p35"/>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2" name="Google Shape;1512;p35"/>
          <p:cNvSpPr txBox="1"/>
          <p:nvPr>
            <p:ph idx="1" type="body"/>
          </p:nvPr>
        </p:nvSpPr>
        <p:spPr>
          <a:xfrm>
            <a:off x="457200" y="1151335"/>
            <a:ext cx="4040100" cy="479700"/>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513" name="Google Shape;1513;p35"/>
          <p:cNvSpPr txBox="1"/>
          <p:nvPr>
            <p:ph idx="2" type="body"/>
          </p:nvPr>
        </p:nvSpPr>
        <p:spPr>
          <a:xfrm>
            <a:off x="457200" y="1631156"/>
            <a:ext cx="4040100" cy="29634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514" name="Google Shape;1514;p35"/>
          <p:cNvSpPr txBox="1"/>
          <p:nvPr>
            <p:ph idx="3" type="body"/>
          </p:nvPr>
        </p:nvSpPr>
        <p:spPr>
          <a:xfrm>
            <a:off x="4645026" y="1151335"/>
            <a:ext cx="4041900" cy="479700"/>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515" name="Google Shape;1515;p35"/>
          <p:cNvSpPr txBox="1"/>
          <p:nvPr>
            <p:ph idx="4" type="body"/>
          </p:nvPr>
        </p:nvSpPr>
        <p:spPr>
          <a:xfrm>
            <a:off x="4645026" y="1631156"/>
            <a:ext cx="4041900" cy="29634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516" name="Google Shape;1516;p3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7" name="Google Shape;1517;p35"/>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8" name="Google Shape;1518;p35"/>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19" name="Shape 1519"/>
        <p:cNvGrpSpPr/>
        <p:nvPr/>
      </p:nvGrpSpPr>
      <p:grpSpPr>
        <a:xfrm>
          <a:off x="0" y="0"/>
          <a:ext cx="0" cy="0"/>
          <a:chOff x="0" y="0"/>
          <a:chExt cx="0" cy="0"/>
        </a:xfrm>
      </p:grpSpPr>
      <p:sp>
        <p:nvSpPr>
          <p:cNvPr id="1520" name="Google Shape;1520;p36"/>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21" name="Google Shape;1521;p36"/>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2" name="Google Shape;1522;p36"/>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3" name="Google Shape;1523;p36"/>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24" name="Shape 1524"/>
        <p:cNvGrpSpPr/>
        <p:nvPr/>
      </p:nvGrpSpPr>
      <p:grpSpPr>
        <a:xfrm>
          <a:off x="0" y="0"/>
          <a:ext cx="0" cy="0"/>
          <a:chOff x="0" y="0"/>
          <a:chExt cx="0" cy="0"/>
        </a:xfrm>
      </p:grpSpPr>
      <p:sp>
        <p:nvSpPr>
          <p:cNvPr id="1525" name="Google Shape;1525;p37"/>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6" name="Google Shape;1526;p37"/>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7" name="Google Shape;1527;p37"/>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528" name="Shape 1528"/>
        <p:cNvGrpSpPr/>
        <p:nvPr/>
      </p:nvGrpSpPr>
      <p:grpSpPr>
        <a:xfrm>
          <a:off x="0" y="0"/>
          <a:ext cx="0" cy="0"/>
          <a:chOff x="0" y="0"/>
          <a:chExt cx="0" cy="0"/>
        </a:xfrm>
      </p:grpSpPr>
      <p:sp>
        <p:nvSpPr>
          <p:cNvPr id="1529" name="Google Shape;1529;p38"/>
          <p:cNvSpPr txBox="1"/>
          <p:nvPr>
            <p:ph type="title"/>
          </p:nvPr>
        </p:nvSpPr>
        <p:spPr>
          <a:xfrm>
            <a:off x="457201" y="204787"/>
            <a:ext cx="3008400" cy="8715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0" name="Google Shape;1530;p38"/>
          <p:cNvSpPr txBox="1"/>
          <p:nvPr>
            <p:ph idx="1" type="body"/>
          </p:nvPr>
        </p:nvSpPr>
        <p:spPr>
          <a:xfrm>
            <a:off x="3575050" y="204788"/>
            <a:ext cx="5111700" cy="43899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531" name="Google Shape;1531;p38"/>
          <p:cNvSpPr txBox="1"/>
          <p:nvPr>
            <p:ph idx="2" type="body"/>
          </p:nvPr>
        </p:nvSpPr>
        <p:spPr>
          <a:xfrm>
            <a:off x="457201" y="1076326"/>
            <a:ext cx="3008400" cy="35184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532" name="Google Shape;1532;p38"/>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3" name="Google Shape;1533;p38"/>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4" name="Google Shape;1534;p38"/>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35" name="Shape 1535"/>
        <p:cNvGrpSpPr/>
        <p:nvPr/>
      </p:nvGrpSpPr>
      <p:grpSpPr>
        <a:xfrm>
          <a:off x="0" y="0"/>
          <a:ext cx="0" cy="0"/>
          <a:chOff x="0" y="0"/>
          <a:chExt cx="0" cy="0"/>
        </a:xfrm>
      </p:grpSpPr>
      <p:sp>
        <p:nvSpPr>
          <p:cNvPr id="1536" name="Google Shape;1536;p39"/>
          <p:cNvSpPr txBox="1"/>
          <p:nvPr>
            <p:ph type="title"/>
          </p:nvPr>
        </p:nvSpPr>
        <p:spPr>
          <a:xfrm>
            <a:off x="1792288" y="3600450"/>
            <a:ext cx="5486400" cy="4251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7" name="Google Shape;1537;p39"/>
          <p:cNvSpPr/>
          <p:nvPr>
            <p:ph idx="2" type="pic"/>
          </p:nvPr>
        </p:nvSpPr>
        <p:spPr>
          <a:xfrm>
            <a:off x="1792288" y="459581"/>
            <a:ext cx="5486400" cy="3086100"/>
          </a:xfrm>
          <a:prstGeom prst="rect">
            <a:avLst/>
          </a:prstGeom>
          <a:noFill/>
          <a:ln>
            <a:noFill/>
          </a:ln>
        </p:spPr>
      </p:sp>
      <p:sp>
        <p:nvSpPr>
          <p:cNvPr id="1538" name="Google Shape;1538;p39"/>
          <p:cNvSpPr txBox="1"/>
          <p:nvPr>
            <p:ph idx="1" type="body"/>
          </p:nvPr>
        </p:nvSpPr>
        <p:spPr>
          <a:xfrm>
            <a:off x="1792288" y="4025503"/>
            <a:ext cx="5486400" cy="6036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539" name="Google Shape;1539;p39"/>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0" name="Google Shape;1540;p39"/>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1" name="Google Shape;1541;p39"/>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42" name="Shape 1542"/>
        <p:cNvGrpSpPr/>
        <p:nvPr/>
      </p:nvGrpSpPr>
      <p:grpSpPr>
        <a:xfrm>
          <a:off x="0" y="0"/>
          <a:ext cx="0" cy="0"/>
          <a:chOff x="0" y="0"/>
          <a:chExt cx="0" cy="0"/>
        </a:xfrm>
      </p:grpSpPr>
      <p:sp>
        <p:nvSpPr>
          <p:cNvPr id="1543" name="Google Shape;1543;p40"/>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44" name="Google Shape;1544;p40"/>
          <p:cNvSpPr txBox="1"/>
          <p:nvPr>
            <p:ph idx="1" type="body"/>
          </p:nvPr>
        </p:nvSpPr>
        <p:spPr>
          <a:xfrm rot="5400000">
            <a:off x="2874750" y="-1217399"/>
            <a:ext cx="3394500"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45" name="Google Shape;1545;p40"/>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6" name="Google Shape;1546;p40"/>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7" name="Google Shape;1547;p40"/>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8" name="Shape 1548"/>
        <p:cNvGrpSpPr/>
        <p:nvPr/>
      </p:nvGrpSpPr>
      <p:grpSpPr>
        <a:xfrm>
          <a:off x="0" y="0"/>
          <a:ext cx="0" cy="0"/>
          <a:chOff x="0" y="0"/>
          <a:chExt cx="0" cy="0"/>
        </a:xfrm>
      </p:grpSpPr>
      <p:sp>
        <p:nvSpPr>
          <p:cNvPr id="1549" name="Google Shape;1549;p41"/>
          <p:cNvSpPr txBox="1"/>
          <p:nvPr>
            <p:ph type="title"/>
          </p:nvPr>
        </p:nvSpPr>
        <p:spPr>
          <a:xfrm rot="5400000">
            <a:off x="6012600" y="771581"/>
            <a:ext cx="3291000"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0" name="Google Shape;1550;p41"/>
          <p:cNvSpPr txBox="1"/>
          <p:nvPr>
            <p:ph idx="1" type="body"/>
          </p:nvPr>
        </p:nvSpPr>
        <p:spPr>
          <a:xfrm rot="5400000">
            <a:off x="1821600" y="-1209619"/>
            <a:ext cx="3291000"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51" name="Google Shape;1551;p41"/>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2" name="Google Shape;1552;p41"/>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3" name="Google Shape;1553;p41"/>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54" name="Shape 1554"/>
        <p:cNvGrpSpPr/>
        <p:nvPr/>
      </p:nvGrpSpPr>
      <p:grpSpPr>
        <a:xfrm>
          <a:off x="0" y="0"/>
          <a:ext cx="0" cy="0"/>
          <a:chOff x="0" y="0"/>
          <a:chExt cx="0" cy="0"/>
        </a:xfrm>
      </p:grpSpPr>
      <p:sp>
        <p:nvSpPr>
          <p:cNvPr id="1555" name="Google Shape;1555;p42"/>
          <p:cNvSpPr txBox="1"/>
          <p:nvPr>
            <p:ph type="title"/>
          </p:nvPr>
        </p:nvSpPr>
        <p:spPr>
          <a:xfrm>
            <a:off x="311700" y="445025"/>
            <a:ext cx="8520600" cy="572700"/>
          </a:xfrm>
          <a:prstGeom prst="rect">
            <a:avLst/>
          </a:prstGeom>
        </p:spPr>
        <p:txBody>
          <a:bodyPr anchorCtr="0" anchor="ctr" bIns="45700" lIns="91425" spcFirstLastPara="1" rIns="91425" wrap="square" tIns="45700">
            <a:normAutofit/>
          </a:bodyPr>
          <a:lstStyle>
            <a:lvl1pPr lvl="0">
              <a:spcBef>
                <a:spcPts val="0"/>
              </a:spcBef>
              <a:spcAft>
                <a:spcPts val="0"/>
              </a:spcAft>
              <a:buSzPts val="4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6" name="Google Shape;1556;p42"/>
          <p:cNvSpPr txBox="1"/>
          <p:nvPr>
            <p:ph idx="1" type="body"/>
          </p:nvPr>
        </p:nvSpPr>
        <p:spPr>
          <a:xfrm>
            <a:off x="311700" y="1152475"/>
            <a:ext cx="8520600" cy="3416400"/>
          </a:xfrm>
          <a:prstGeom prst="rect">
            <a:avLst/>
          </a:prstGeom>
        </p:spPr>
        <p:txBody>
          <a:bodyPr anchorCtr="0" anchor="t" bIns="45700" lIns="91425" spcFirstLastPara="1" rIns="91425" wrap="square" tIns="45700">
            <a:normAutofit/>
          </a:bodyPr>
          <a:lstStyle>
            <a:lvl1pPr indent="-431800" lvl="0" marL="457200">
              <a:spcBef>
                <a:spcPts val="640"/>
              </a:spcBef>
              <a:spcAft>
                <a:spcPts val="0"/>
              </a:spcAft>
              <a:buSzPts val="3200"/>
              <a:buChar char="•"/>
              <a:defRPr/>
            </a:lvl1pPr>
            <a:lvl2pPr indent="-406400" lvl="1" marL="914400">
              <a:spcBef>
                <a:spcPts val="560"/>
              </a:spcBef>
              <a:spcAft>
                <a:spcPts val="0"/>
              </a:spcAft>
              <a:buSzPts val="2800"/>
              <a:buChar char="–"/>
              <a:defRPr/>
            </a:lvl2pPr>
            <a:lvl3pPr indent="-381000" lvl="2" marL="1371600">
              <a:spcBef>
                <a:spcPts val="480"/>
              </a:spcBef>
              <a:spcAft>
                <a:spcPts val="0"/>
              </a:spcAft>
              <a:buSzPts val="2400"/>
              <a:buChar char="•"/>
              <a:defRPr/>
            </a:lvl3pPr>
            <a:lvl4pPr indent="-355600" lvl="3" marL="1828800">
              <a:spcBef>
                <a:spcPts val="400"/>
              </a:spcBef>
              <a:spcAft>
                <a:spcPts val="0"/>
              </a:spcAft>
              <a:buSzPts val="2000"/>
              <a:buChar char="–"/>
              <a:defRPr/>
            </a:lvl4pPr>
            <a:lvl5pPr indent="-355600" lvl="4" marL="2286000">
              <a:spcBef>
                <a:spcPts val="400"/>
              </a:spcBef>
              <a:spcAft>
                <a:spcPts val="0"/>
              </a:spcAft>
              <a:buSzPts val="2000"/>
              <a:buChar char="»"/>
              <a:defRPr/>
            </a:lvl5pPr>
            <a:lvl6pPr indent="-355600" lvl="5" marL="2743200">
              <a:spcBef>
                <a:spcPts val="400"/>
              </a:spcBef>
              <a:spcAft>
                <a:spcPts val="0"/>
              </a:spcAft>
              <a:buSzPts val="2000"/>
              <a:buChar char="•"/>
              <a:defRPr/>
            </a:lvl6pPr>
            <a:lvl7pPr indent="-355600" lvl="6" marL="3200400">
              <a:spcBef>
                <a:spcPts val="400"/>
              </a:spcBef>
              <a:spcAft>
                <a:spcPts val="0"/>
              </a:spcAft>
              <a:buSzPts val="2000"/>
              <a:buChar char="•"/>
              <a:defRPr/>
            </a:lvl7pPr>
            <a:lvl8pPr indent="-355600" lvl="7" marL="3657600">
              <a:spcBef>
                <a:spcPts val="400"/>
              </a:spcBef>
              <a:spcAft>
                <a:spcPts val="0"/>
              </a:spcAft>
              <a:buSzPts val="2000"/>
              <a:buChar char="•"/>
              <a:defRPr/>
            </a:lvl8pPr>
            <a:lvl9pPr indent="-355600" lvl="8" marL="4114800">
              <a:spcBef>
                <a:spcPts val="400"/>
              </a:spcBef>
              <a:spcAft>
                <a:spcPts val="0"/>
              </a:spcAft>
              <a:buSzPts val="2000"/>
              <a:buChar char="•"/>
              <a:defRPr/>
            </a:lvl9pPr>
          </a:lstStyle>
          <a:p/>
        </p:txBody>
      </p:sp>
      <p:sp>
        <p:nvSpPr>
          <p:cNvPr id="1557" name="Google Shape;1557;p42"/>
          <p:cNvSpPr txBox="1"/>
          <p:nvPr>
            <p:ph idx="12" type="sldNum"/>
          </p:nvPr>
        </p:nvSpPr>
        <p:spPr>
          <a:xfrm>
            <a:off x="8472458" y="4663217"/>
            <a:ext cx="548700" cy="393600"/>
          </a:xfrm>
          <a:prstGeom prst="rect">
            <a:avLst/>
          </a:prstGeom>
        </p:spPr>
        <p:txBody>
          <a:bodyPr anchorCtr="0" anchor="ctr"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theme" Target="../theme/theme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6"/>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marR="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200151"/>
            <a:ext cx="8229600" cy="3394500"/>
          </a:xfrm>
          <a:prstGeom prst="rect">
            <a:avLst/>
          </a:prstGeom>
          <a:noFill/>
          <a:ln>
            <a:noFill/>
          </a:ln>
        </p:spPr>
        <p:txBody>
          <a:bodyPr anchorCtr="0" anchor="t" bIns="45700" lIns="91425" spcFirstLastPara="1" rIns="91425" wrap="square" tIns="45700">
            <a:normAutofit/>
          </a:bodyPr>
          <a:lstStyle>
            <a:lvl1pPr indent="-431800" lvl="0" marL="457200" marR="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88888"/>
                </a:solidFill>
                <a:latin typeface="Calibri"/>
                <a:ea typeface="Calibri"/>
                <a:cs typeface="Calibri"/>
                <a:sym typeface="Calibri"/>
              </a:defRPr>
            </a:lvl1pPr>
            <a:lvl2pPr indent="0" lvl="1" marL="0" marR="0" algn="r">
              <a:spcBef>
                <a:spcPts val="0"/>
              </a:spcBef>
              <a:buNone/>
              <a:defRPr b="0" i="0" sz="1200" u="none" cap="none" strike="noStrike">
                <a:solidFill>
                  <a:srgbClr val="888888"/>
                </a:solidFill>
                <a:latin typeface="Calibri"/>
                <a:ea typeface="Calibri"/>
                <a:cs typeface="Calibri"/>
                <a:sym typeface="Calibri"/>
              </a:defRPr>
            </a:lvl2pPr>
            <a:lvl3pPr indent="0" lvl="2" marL="0" marR="0" algn="r">
              <a:spcBef>
                <a:spcPts val="0"/>
              </a:spcBef>
              <a:buNone/>
              <a:defRPr b="0" i="0" sz="1200" u="none" cap="none" strike="noStrike">
                <a:solidFill>
                  <a:srgbClr val="888888"/>
                </a:solidFill>
                <a:latin typeface="Calibri"/>
                <a:ea typeface="Calibri"/>
                <a:cs typeface="Calibri"/>
                <a:sym typeface="Calibri"/>
              </a:defRPr>
            </a:lvl3pPr>
            <a:lvl4pPr indent="0" lvl="3" marL="0" marR="0" algn="r">
              <a:spcBef>
                <a:spcPts val="0"/>
              </a:spcBef>
              <a:buNone/>
              <a:defRPr b="0" i="0" sz="1200" u="none" cap="none" strike="noStrike">
                <a:solidFill>
                  <a:srgbClr val="888888"/>
                </a:solidFill>
                <a:latin typeface="Calibri"/>
                <a:ea typeface="Calibri"/>
                <a:cs typeface="Calibri"/>
                <a:sym typeface="Calibri"/>
              </a:defRPr>
            </a:lvl4pPr>
            <a:lvl5pPr indent="0" lvl="4" marL="0" marR="0" algn="r">
              <a:spcBef>
                <a:spcPts val="0"/>
              </a:spcBef>
              <a:buNone/>
              <a:defRPr b="0" i="0" sz="1200" u="none" cap="none" strike="noStrike">
                <a:solidFill>
                  <a:srgbClr val="888888"/>
                </a:solidFill>
                <a:latin typeface="Calibri"/>
                <a:ea typeface="Calibri"/>
                <a:cs typeface="Calibri"/>
                <a:sym typeface="Calibri"/>
              </a:defRPr>
            </a:lvl5pPr>
            <a:lvl6pPr indent="0" lvl="5" marL="0" marR="0" algn="r">
              <a:spcBef>
                <a:spcPts val="0"/>
              </a:spcBef>
              <a:buNone/>
              <a:defRPr b="0" i="0" sz="1200" u="none" cap="none" strike="noStrike">
                <a:solidFill>
                  <a:srgbClr val="888888"/>
                </a:solidFill>
                <a:latin typeface="Calibri"/>
                <a:ea typeface="Calibri"/>
                <a:cs typeface="Calibri"/>
                <a:sym typeface="Calibri"/>
              </a:defRPr>
            </a:lvl6pPr>
            <a:lvl7pPr indent="0" lvl="6" marL="0" marR="0" algn="r">
              <a:spcBef>
                <a:spcPts val="0"/>
              </a:spcBef>
              <a:buNone/>
              <a:defRPr b="0" i="0" sz="1200" u="none" cap="none" strike="noStrike">
                <a:solidFill>
                  <a:srgbClr val="888888"/>
                </a:solidFill>
                <a:latin typeface="Calibri"/>
                <a:ea typeface="Calibri"/>
                <a:cs typeface="Calibri"/>
                <a:sym typeface="Calibri"/>
              </a:defRPr>
            </a:lvl7pPr>
            <a:lvl8pPr indent="0" lvl="7" marL="0" marR="0" algn="r">
              <a:spcBef>
                <a:spcPts val="0"/>
              </a:spcBef>
              <a:buNone/>
              <a:defRPr b="0" i="0" sz="1200" u="none" cap="none" strike="noStrike">
                <a:solidFill>
                  <a:srgbClr val="888888"/>
                </a:solidFill>
                <a:latin typeface="Calibri"/>
                <a:ea typeface="Calibri"/>
                <a:cs typeface="Calibri"/>
                <a:sym typeface="Calibri"/>
              </a:defRPr>
            </a:lvl8pPr>
            <a:lvl9pPr indent="0" lvl="8" marL="0" marR="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Lst>
  <mc:AlternateContent>
    <mc:Choice Requires="p14">
      <p:transition p14:dur="20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xml"/><Relationship Id="rId3" Type="http://schemas.openxmlformats.org/officeDocument/2006/relationships/hyperlink" Target="https://www.ebsco.com/research-starters/geography-and-cartography/biogeography/" TargetMode="External"/><Relationship Id="rId4" Type="http://schemas.openxmlformats.org/officeDocument/2006/relationships/hyperlink" Target="https://www.idiv.de/research/core-research-groups/biodiversity-in-the-anthropocene/research-theme-macroecology/"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xml"/><Relationship Id="rId3" Type="http://schemas.openxmlformats.org/officeDocument/2006/relationships/hyperlink" Target="https://www.researchgate.net/figure/EXAMPLE-OF-A-SPECIES-RICHNESS-MAP-FOR-ALL-SPECIES-ON-THE-IUCN-RED-LIST-OF-THREATENED_fig5_259849426" TargetMode="External"/><Relationship Id="rId4" Type="http://schemas.openxmlformats.org/officeDocument/2006/relationships/image" Target="../media/image13.png"/><Relationship Id="rId5"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www.annualreviews.org/content/journals/10.1146/annurev-ecolsys-120213-091540"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6.xml"/><Relationship Id="rId3"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hyperlink" Target="https://www.researchgate.net/figure/Global-map-of-species-A-geographic-range-size-and-B-niche-breadth-Range-size-maps_fig1_397514936"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0.xml"/><Relationship Id="rId3" Type="http://schemas.openxmlformats.org/officeDocument/2006/relationships/image" Target="../media/image17.jpg"/><Relationship Id="rId4" Type="http://schemas.openxmlformats.org/officeDocument/2006/relationships/hyperlink" Target="https://www.inaturalist.org/observations/389590023" TargetMode="External"/><Relationship Id="rId5" Type="http://schemas.openxmlformats.org/officeDocument/2006/relationships/image" Target="../media/image8.jpg"/><Relationship Id="rId6" Type="http://schemas.openxmlformats.org/officeDocument/2006/relationships/hyperlink" Target="https://www.inaturalist.org/photos/407128059" TargetMode="External"/><Relationship Id="rId7" Type="http://schemas.openxmlformats.org/officeDocument/2006/relationships/image" Target="../media/image9.jpg"/><Relationship Id="rId8" Type="http://schemas.openxmlformats.org/officeDocument/2006/relationships/hyperlink" Target="https://www.inaturalist.org/photos/561462803"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5.xml"/><Relationship Id="rId3" Type="http://schemas.openxmlformats.org/officeDocument/2006/relationships/image" Target="../media/image16.jpg"/><Relationship Id="rId4" Type="http://schemas.openxmlformats.org/officeDocument/2006/relationships/image" Target="../media/image18.jpg"/><Relationship Id="rId5" Type="http://schemas.openxmlformats.org/officeDocument/2006/relationships/image" Target="../media/image14.jpg"/><Relationship Id="rId6" Type="http://schemas.openxmlformats.org/officeDocument/2006/relationships/image" Target="../media/image10.jpg"/><Relationship Id="rId7" Type="http://schemas.openxmlformats.org/officeDocument/2006/relationships/image" Target="../media/image12.jpg"/><Relationship Id="rId8" Type="http://schemas.openxmlformats.org/officeDocument/2006/relationships/image" Target="../media/image1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1" name="Shape 1561"/>
        <p:cNvGrpSpPr/>
        <p:nvPr/>
      </p:nvGrpSpPr>
      <p:grpSpPr>
        <a:xfrm>
          <a:off x="0" y="0"/>
          <a:ext cx="0" cy="0"/>
          <a:chOff x="0" y="0"/>
          <a:chExt cx="0" cy="0"/>
        </a:xfrm>
      </p:grpSpPr>
      <p:sp>
        <p:nvSpPr>
          <p:cNvPr id="1562" name="Google Shape;1562;p43"/>
          <p:cNvSpPr txBox="1"/>
          <p:nvPr>
            <p:ph type="ctrTitle"/>
          </p:nvPr>
        </p:nvSpPr>
        <p:spPr>
          <a:xfrm>
            <a:off x="588750" y="294175"/>
            <a:ext cx="7966500" cy="7578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SzPts val="990"/>
              <a:buNone/>
            </a:pPr>
            <a:r>
              <a:rPr b="1" lang="de" sz="3950">
                <a:latin typeface="Play"/>
                <a:ea typeface="Play"/>
                <a:cs typeface="Play"/>
                <a:sym typeface="Play"/>
              </a:rPr>
              <a:t>Macroecology &amp; Biogeography 1</a:t>
            </a:r>
            <a:endParaRPr b="1" sz="3950">
              <a:latin typeface="Play"/>
              <a:ea typeface="Play"/>
              <a:cs typeface="Play"/>
              <a:sym typeface="Play"/>
            </a:endParaRPr>
          </a:p>
        </p:txBody>
      </p:sp>
      <p:sp>
        <p:nvSpPr>
          <p:cNvPr id="1563" name="Google Shape;1563;p43"/>
          <p:cNvSpPr txBox="1"/>
          <p:nvPr>
            <p:ph idx="1" type="subTitle"/>
          </p:nvPr>
        </p:nvSpPr>
        <p:spPr>
          <a:xfrm>
            <a:off x="1371600" y="1137532"/>
            <a:ext cx="6400800" cy="593100"/>
          </a:xfrm>
          <a:prstGeom prst="rect">
            <a:avLst/>
          </a:prstGeom>
        </p:spPr>
        <p:txBody>
          <a:bodyPr anchorCtr="0" anchor="t" bIns="45700" lIns="91425" spcFirstLastPara="1" rIns="91425" wrap="square" tIns="45700">
            <a:normAutofit/>
          </a:bodyPr>
          <a:lstStyle/>
          <a:p>
            <a:pPr indent="0" lvl="0" marL="0" rtl="0" algn="ctr">
              <a:spcBef>
                <a:spcPts val="560"/>
              </a:spcBef>
              <a:spcAft>
                <a:spcPts val="0"/>
              </a:spcAft>
              <a:buNone/>
            </a:pPr>
            <a:r>
              <a:rPr lang="de">
                <a:latin typeface="Play"/>
                <a:ea typeface="Play"/>
                <a:cs typeface="Play"/>
                <a:sym typeface="Play"/>
              </a:rPr>
              <a:t>Latitudinal Gradients in Biodiversity </a:t>
            </a:r>
            <a:endParaRPr>
              <a:latin typeface="Play"/>
              <a:ea typeface="Play"/>
              <a:cs typeface="Play"/>
              <a:sym typeface="Play"/>
            </a:endParaRPr>
          </a:p>
        </p:txBody>
      </p:sp>
      <p:sp>
        <p:nvSpPr>
          <p:cNvPr id="1564" name="Google Shape;1564;p43"/>
          <p:cNvSpPr txBox="1"/>
          <p:nvPr>
            <p:ph idx="1" type="subTitle"/>
          </p:nvPr>
        </p:nvSpPr>
        <p:spPr>
          <a:xfrm>
            <a:off x="1371600" y="2406107"/>
            <a:ext cx="6400800" cy="593100"/>
          </a:xfrm>
          <a:prstGeom prst="rect">
            <a:avLst/>
          </a:prstGeom>
        </p:spPr>
        <p:txBody>
          <a:bodyPr anchorCtr="0" anchor="t" bIns="45700" lIns="91425" spcFirstLastPara="1" rIns="91425" wrap="square" tIns="45700">
            <a:normAutofit/>
          </a:bodyPr>
          <a:lstStyle/>
          <a:p>
            <a:pPr indent="0" lvl="0" marL="0" rtl="0" algn="ctr">
              <a:spcBef>
                <a:spcPts val="560"/>
              </a:spcBef>
              <a:spcAft>
                <a:spcPts val="0"/>
              </a:spcAft>
              <a:buNone/>
            </a:pPr>
            <a:r>
              <a:rPr lang="de">
                <a:latin typeface="Play"/>
                <a:ea typeface="Play"/>
                <a:cs typeface="Play"/>
                <a:sym typeface="Play"/>
              </a:rPr>
              <a:t>Group 5</a:t>
            </a:r>
            <a:endParaRPr>
              <a:latin typeface="Play"/>
              <a:ea typeface="Play"/>
              <a:cs typeface="Play"/>
              <a:sym typeface="Play"/>
            </a:endParaRPr>
          </a:p>
        </p:txBody>
      </p:sp>
    </p:spTree>
  </p:cSld>
  <p:clrMapOvr>
    <a:masterClrMapping/>
  </p:clrMapOvr>
  <mc:AlternateContent>
    <mc:Choice Requires="p14">
      <p:transition p14:dur="2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8" name="Shape 1568"/>
        <p:cNvGrpSpPr/>
        <p:nvPr/>
      </p:nvGrpSpPr>
      <p:grpSpPr>
        <a:xfrm>
          <a:off x="0" y="0"/>
          <a:ext cx="0" cy="0"/>
          <a:chOff x="0" y="0"/>
          <a:chExt cx="0" cy="0"/>
        </a:xfrm>
      </p:grpSpPr>
      <p:sp>
        <p:nvSpPr>
          <p:cNvPr id="1569" name="Google Shape;1569;p44"/>
          <p:cNvSpPr/>
          <p:nvPr/>
        </p:nvSpPr>
        <p:spPr>
          <a:xfrm>
            <a:off x="4594075" y="1525775"/>
            <a:ext cx="4275600" cy="2544300"/>
          </a:xfrm>
          <a:prstGeom prst="roundRect">
            <a:avLst>
              <a:gd fmla="val 16667" name="adj"/>
            </a:avLst>
          </a:prstGeom>
          <a:solidFill>
            <a:schemeClr val="lt1"/>
          </a:solidFill>
          <a:ln cap="flat" cmpd="sng" w="9525">
            <a:solidFill>
              <a:srgbClr val="E2ECEA"/>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0" name="Google Shape;1570;p44"/>
          <p:cNvSpPr/>
          <p:nvPr/>
        </p:nvSpPr>
        <p:spPr>
          <a:xfrm>
            <a:off x="173575" y="1525775"/>
            <a:ext cx="4275600" cy="2544300"/>
          </a:xfrm>
          <a:prstGeom prst="roundRect">
            <a:avLst>
              <a:gd fmla="val 16667" name="adj"/>
            </a:avLst>
          </a:prstGeom>
          <a:solidFill>
            <a:schemeClr val="lt1"/>
          </a:solidFill>
          <a:ln cap="flat" cmpd="sng" w="9525">
            <a:solidFill>
              <a:srgbClr val="E2ECEA"/>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1" name="Google Shape;1571;p44"/>
          <p:cNvSpPr txBox="1"/>
          <p:nvPr>
            <p:ph type="title"/>
          </p:nvPr>
        </p:nvSpPr>
        <p:spPr>
          <a:xfrm>
            <a:off x="457200" y="205975"/>
            <a:ext cx="8412600" cy="7095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2"/>
              </a:buClr>
              <a:buSzPct val="100000"/>
              <a:buFont typeface="Calibri"/>
              <a:buNone/>
            </a:pPr>
            <a:r>
              <a:rPr lang="de">
                <a:solidFill>
                  <a:schemeClr val="accent6"/>
                </a:solidFill>
                <a:latin typeface="Play"/>
                <a:ea typeface="Play"/>
                <a:cs typeface="Play"/>
                <a:sym typeface="Play"/>
              </a:rPr>
              <a:t>What is Macroecology &amp; Biogeography?</a:t>
            </a:r>
            <a:endParaRPr>
              <a:solidFill>
                <a:schemeClr val="accent6"/>
              </a:solidFill>
              <a:latin typeface="Play"/>
              <a:ea typeface="Play"/>
              <a:cs typeface="Play"/>
              <a:sym typeface="Play"/>
            </a:endParaRPr>
          </a:p>
        </p:txBody>
      </p:sp>
      <p:sp>
        <p:nvSpPr>
          <p:cNvPr id="1572" name="Google Shape;1572;p44"/>
          <p:cNvSpPr txBox="1"/>
          <p:nvPr>
            <p:ph idx="2" type="body"/>
          </p:nvPr>
        </p:nvSpPr>
        <p:spPr>
          <a:xfrm>
            <a:off x="468313" y="1779662"/>
            <a:ext cx="3887700" cy="431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484848"/>
              </a:buClr>
              <a:buSzPts val="2200"/>
              <a:buNone/>
            </a:pPr>
            <a:r>
              <a:rPr lang="de">
                <a:solidFill>
                  <a:schemeClr val="accent5"/>
                </a:solidFill>
                <a:latin typeface="Material Icons"/>
                <a:ea typeface="Material Icons"/>
                <a:cs typeface="Material Icons"/>
                <a:sym typeface="Material Icons"/>
              </a:rPr>
              <a:t>hub</a:t>
            </a:r>
            <a:r>
              <a:rPr lang="de">
                <a:solidFill>
                  <a:schemeClr val="accent5"/>
                </a:solidFill>
                <a:latin typeface="Arial"/>
                <a:ea typeface="Arial"/>
                <a:cs typeface="Arial"/>
                <a:sym typeface="Arial"/>
              </a:rPr>
              <a:t> </a:t>
            </a:r>
            <a:r>
              <a:rPr lang="de">
                <a:solidFill>
                  <a:schemeClr val="accent5"/>
                </a:solidFill>
                <a:latin typeface="Play"/>
                <a:ea typeface="Play"/>
                <a:cs typeface="Play"/>
                <a:sym typeface="Play"/>
              </a:rPr>
              <a:t>Macroecology</a:t>
            </a:r>
            <a:endParaRPr>
              <a:solidFill>
                <a:schemeClr val="accent5"/>
              </a:solidFill>
              <a:latin typeface="Play"/>
              <a:ea typeface="Play"/>
              <a:cs typeface="Play"/>
              <a:sym typeface="Play"/>
            </a:endParaRPr>
          </a:p>
        </p:txBody>
      </p:sp>
      <p:sp>
        <p:nvSpPr>
          <p:cNvPr id="1573" name="Google Shape;1573;p44"/>
          <p:cNvSpPr txBox="1"/>
          <p:nvPr>
            <p:ph idx="3" type="body"/>
          </p:nvPr>
        </p:nvSpPr>
        <p:spPr>
          <a:xfrm>
            <a:off x="468313" y="2211710"/>
            <a:ext cx="3887700" cy="2448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5"/>
              </a:buClr>
              <a:buSzPts val="1800"/>
              <a:buNone/>
            </a:pPr>
            <a:r>
              <a:t/>
            </a:r>
            <a:endParaRPr sz="1100">
              <a:latin typeface="Arial"/>
              <a:ea typeface="Arial"/>
              <a:cs typeface="Arial"/>
              <a:sym typeface="Arial"/>
            </a:endParaRPr>
          </a:p>
          <a:p>
            <a:pPr indent="0" lvl="0" marL="0" rtl="0" algn="l">
              <a:spcBef>
                <a:spcPts val="0"/>
              </a:spcBef>
              <a:spcAft>
                <a:spcPts val="0"/>
              </a:spcAft>
              <a:buClr>
                <a:schemeClr val="accent5"/>
              </a:buClr>
              <a:buSzPts val="1800"/>
              <a:buNone/>
            </a:pPr>
            <a:r>
              <a:rPr lang="de" sz="1600">
                <a:solidFill>
                  <a:srgbClr val="A6D35F"/>
                </a:solidFill>
                <a:latin typeface="Play"/>
                <a:ea typeface="Play"/>
                <a:cs typeface="Play"/>
                <a:sym typeface="Play"/>
              </a:rPr>
              <a:t>Study of the relationships of organisms among each other and with their environment at large spatial, temporal, or taxonomic scales.</a:t>
            </a:r>
            <a:endParaRPr sz="1600">
              <a:solidFill>
                <a:srgbClr val="A6D35F"/>
              </a:solidFill>
              <a:latin typeface="Play"/>
              <a:ea typeface="Play"/>
              <a:cs typeface="Play"/>
              <a:sym typeface="Play"/>
            </a:endParaRPr>
          </a:p>
          <a:p>
            <a:pPr indent="0" lvl="0" marL="0" rtl="0" algn="l">
              <a:spcBef>
                <a:spcPts val="0"/>
              </a:spcBef>
              <a:spcAft>
                <a:spcPts val="0"/>
              </a:spcAft>
              <a:buClr>
                <a:schemeClr val="accent5"/>
              </a:buClr>
              <a:buSzPts val="1800"/>
              <a:buNone/>
            </a:pPr>
            <a:r>
              <a:t/>
            </a:r>
            <a:endParaRPr>
              <a:latin typeface="Arial"/>
              <a:ea typeface="Arial"/>
              <a:cs typeface="Arial"/>
              <a:sym typeface="Arial"/>
            </a:endParaRPr>
          </a:p>
        </p:txBody>
      </p:sp>
      <p:sp>
        <p:nvSpPr>
          <p:cNvPr id="1574" name="Google Shape;1574;p44"/>
          <p:cNvSpPr txBox="1"/>
          <p:nvPr>
            <p:ph idx="4" type="body"/>
          </p:nvPr>
        </p:nvSpPr>
        <p:spPr>
          <a:xfrm>
            <a:off x="4788024" y="1779662"/>
            <a:ext cx="3887700" cy="431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484848"/>
              </a:buClr>
              <a:buSzPts val="2200"/>
              <a:buNone/>
            </a:pPr>
            <a:r>
              <a:rPr lang="de">
                <a:solidFill>
                  <a:srgbClr val="4C8E91"/>
                </a:solidFill>
                <a:latin typeface="Material Icons"/>
                <a:ea typeface="Material Icons"/>
                <a:cs typeface="Material Icons"/>
                <a:sym typeface="Material Icons"/>
              </a:rPr>
              <a:t>public</a:t>
            </a:r>
            <a:r>
              <a:rPr lang="de">
                <a:solidFill>
                  <a:srgbClr val="4C8E91"/>
                </a:solidFill>
                <a:latin typeface="Arial"/>
                <a:ea typeface="Arial"/>
                <a:cs typeface="Arial"/>
                <a:sym typeface="Arial"/>
              </a:rPr>
              <a:t> </a:t>
            </a:r>
            <a:r>
              <a:rPr lang="de">
                <a:solidFill>
                  <a:srgbClr val="4C8E91"/>
                </a:solidFill>
                <a:latin typeface="Play"/>
                <a:ea typeface="Play"/>
                <a:cs typeface="Play"/>
                <a:sym typeface="Play"/>
              </a:rPr>
              <a:t>Biogeography</a:t>
            </a:r>
            <a:endParaRPr>
              <a:solidFill>
                <a:srgbClr val="4C8E91"/>
              </a:solidFill>
              <a:latin typeface="Play"/>
              <a:ea typeface="Play"/>
              <a:cs typeface="Play"/>
              <a:sym typeface="Play"/>
            </a:endParaRPr>
          </a:p>
        </p:txBody>
      </p:sp>
      <p:sp>
        <p:nvSpPr>
          <p:cNvPr id="1575" name="Google Shape;1575;p44"/>
          <p:cNvSpPr txBox="1"/>
          <p:nvPr>
            <p:ph idx="5" type="body"/>
          </p:nvPr>
        </p:nvSpPr>
        <p:spPr>
          <a:xfrm>
            <a:off x="4788024" y="2211710"/>
            <a:ext cx="3887700" cy="2448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5"/>
              </a:buClr>
              <a:buSzPts val="1800"/>
              <a:buNone/>
            </a:pPr>
            <a:r>
              <a:t/>
            </a:r>
            <a:endParaRPr b="1" sz="1100">
              <a:solidFill>
                <a:srgbClr val="8ABFC1"/>
              </a:solidFill>
              <a:latin typeface="Arial"/>
              <a:ea typeface="Arial"/>
              <a:cs typeface="Arial"/>
              <a:sym typeface="Arial"/>
            </a:endParaRPr>
          </a:p>
          <a:p>
            <a:pPr indent="0" lvl="0" marL="0" rtl="0" algn="l">
              <a:spcBef>
                <a:spcPts val="0"/>
              </a:spcBef>
              <a:spcAft>
                <a:spcPts val="0"/>
              </a:spcAft>
              <a:buClr>
                <a:schemeClr val="accent5"/>
              </a:buClr>
              <a:buSzPts val="1800"/>
              <a:buNone/>
            </a:pPr>
            <a:r>
              <a:rPr lang="de" sz="1600">
                <a:solidFill>
                  <a:srgbClr val="8ABFC1"/>
                </a:solidFill>
                <a:latin typeface="Play"/>
                <a:ea typeface="Play"/>
                <a:cs typeface="Play"/>
                <a:sym typeface="Play"/>
              </a:rPr>
              <a:t>Study of the distribution of living organisms across different habitats and regions of the Earth and the factors influencing that distribution over time.</a:t>
            </a:r>
            <a:endParaRPr sz="1600">
              <a:solidFill>
                <a:srgbClr val="8ABFC1"/>
              </a:solidFill>
              <a:latin typeface="Play"/>
              <a:ea typeface="Play"/>
              <a:cs typeface="Play"/>
              <a:sym typeface="Play"/>
            </a:endParaRPr>
          </a:p>
          <a:p>
            <a:pPr indent="0" lvl="0" marL="0" rtl="0" algn="l">
              <a:spcBef>
                <a:spcPts val="0"/>
              </a:spcBef>
              <a:spcAft>
                <a:spcPts val="0"/>
              </a:spcAft>
              <a:buClr>
                <a:schemeClr val="accent5"/>
              </a:buClr>
              <a:buSzPts val="1800"/>
              <a:buNone/>
            </a:pPr>
            <a:r>
              <a:t/>
            </a:r>
            <a:endParaRPr>
              <a:latin typeface="Arial"/>
              <a:ea typeface="Arial"/>
              <a:cs typeface="Arial"/>
              <a:sym typeface="Arial"/>
            </a:endParaRPr>
          </a:p>
        </p:txBody>
      </p:sp>
      <p:sp>
        <p:nvSpPr>
          <p:cNvPr id="1576" name="Google Shape;1576;p44"/>
          <p:cNvSpPr txBox="1"/>
          <p:nvPr/>
        </p:nvSpPr>
        <p:spPr>
          <a:xfrm>
            <a:off x="476250" y="4648200"/>
            <a:ext cx="81915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de" sz="850">
                <a:solidFill>
                  <a:srgbClr val="B7B7B7"/>
                </a:solidFill>
                <a:latin typeface="Arial"/>
                <a:ea typeface="Arial"/>
                <a:cs typeface="Arial"/>
                <a:sym typeface="Arial"/>
              </a:rPr>
              <a:t>Sources: </a:t>
            </a:r>
            <a:r>
              <a:rPr lang="de" sz="850">
                <a:solidFill>
                  <a:srgbClr val="B7B7B7"/>
                </a:solidFill>
                <a:uFill>
                  <a:noFill/>
                </a:uFill>
                <a:hlinkClick r:id="rId3">
                  <a:extLst>
                    <a:ext uri="{A12FA001-AC4F-418D-AE19-62706E023703}">
                      <ahyp:hlinkClr val="tx"/>
                    </a:ext>
                  </a:extLst>
                </a:hlinkClick>
              </a:rPr>
              <a:t>EBSCO</a:t>
            </a:r>
            <a:r>
              <a:rPr lang="de" sz="850">
                <a:solidFill>
                  <a:srgbClr val="B7B7B7"/>
                </a:solidFill>
              </a:rPr>
              <a:t> (5) &amp; </a:t>
            </a:r>
            <a:r>
              <a:rPr lang="de" sz="850">
                <a:solidFill>
                  <a:srgbClr val="B7B7B7"/>
                </a:solidFill>
                <a:uFill>
                  <a:noFill/>
                </a:uFill>
                <a:latin typeface="Arial"/>
                <a:ea typeface="Arial"/>
                <a:cs typeface="Arial"/>
                <a:sym typeface="Arial"/>
                <a:hlinkClick r:id="rId4">
                  <a:extLst>
                    <a:ext uri="{A12FA001-AC4F-418D-AE19-62706E023703}">
                      <ahyp:hlinkClr val="tx"/>
                    </a:ext>
                  </a:extLst>
                </a:hlinkClick>
              </a:rPr>
              <a:t>German Centre for Integrative Biodiversity Research</a:t>
            </a:r>
            <a:r>
              <a:rPr lang="de" sz="850">
                <a:solidFill>
                  <a:srgbClr val="B7B7B7"/>
                </a:solidFill>
              </a:rPr>
              <a:t> (7)</a:t>
            </a:r>
            <a:endParaRPr sz="850">
              <a:solidFill>
                <a:srgbClr val="B7B7B7"/>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0" name="Shape 1580"/>
        <p:cNvGrpSpPr/>
        <p:nvPr/>
      </p:nvGrpSpPr>
      <p:grpSpPr>
        <a:xfrm>
          <a:off x="0" y="0"/>
          <a:ext cx="0" cy="0"/>
          <a:chOff x="0" y="0"/>
          <a:chExt cx="0" cy="0"/>
        </a:xfrm>
      </p:grpSpPr>
      <p:sp>
        <p:nvSpPr>
          <p:cNvPr id="1581" name="Google Shape;1581;p45"/>
          <p:cNvSpPr txBox="1"/>
          <p:nvPr>
            <p:ph type="title"/>
          </p:nvPr>
        </p:nvSpPr>
        <p:spPr>
          <a:xfrm>
            <a:off x="457200" y="205975"/>
            <a:ext cx="8567100" cy="7095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Calibri"/>
              <a:buNone/>
            </a:pPr>
            <a:r>
              <a:rPr lang="de" sz="3600">
                <a:solidFill>
                  <a:schemeClr val="accent6"/>
                </a:solidFill>
                <a:latin typeface="Play"/>
                <a:ea typeface="Play"/>
                <a:cs typeface="Play"/>
                <a:sym typeface="Play"/>
              </a:rPr>
              <a:t>What is LDG?</a:t>
            </a:r>
            <a:endParaRPr sz="3600">
              <a:solidFill>
                <a:schemeClr val="accent6"/>
              </a:solidFill>
              <a:latin typeface="Play"/>
              <a:ea typeface="Play"/>
              <a:cs typeface="Play"/>
              <a:sym typeface="Play"/>
            </a:endParaRPr>
          </a:p>
        </p:txBody>
      </p:sp>
      <p:sp>
        <p:nvSpPr>
          <p:cNvPr id="1582" name="Google Shape;1582;p45"/>
          <p:cNvSpPr txBox="1"/>
          <p:nvPr>
            <p:ph idx="1" type="body"/>
          </p:nvPr>
        </p:nvSpPr>
        <p:spPr>
          <a:xfrm>
            <a:off x="7496700" y="4143225"/>
            <a:ext cx="1335600" cy="572700"/>
          </a:xfrm>
          <a:prstGeom prst="rect">
            <a:avLst/>
          </a:prstGeom>
        </p:spPr>
        <p:txBody>
          <a:bodyPr anchorCtr="0" anchor="t" bIns="45700" lIns="91425" spcFirstLastPara="1" rIns="91425" wrap="square" tIns="45700">
            <a:normAutofit/>
          </a:bodyPr>
          <a:lstStyle/>
          <a:p>
            <a:pPr indent="0" lvl="0" marL="0" rtl="0" algn="l">
              <a:spcBef>
                <a:spcPts val="640"/>
              </a:spcBef>
              <a:spcAft>
                <a:spcPts val="0"/>
              </a:spcAft>
              <a:buNone/>
            </a:pPr>
            <a:r>
              <a:rPr lang="de" sz="850">
                <a:solidFill>
                  <a:srgbClr val="B7B7B7"/>
                </a:solidFill>
                <a:latin typeface="Arial"/>
                <a:ea typeface="Arial"/>
                <a:cs typeface="Arial"/>
                <a:sym typeface="Arial"/>
              </a:rPr>
              <a:t>Image: </a:t>
            </a:r>
            <a:r>
              <a:rPr lang="de" sz="850">
                <a:solidFill>
                  <a:srgbClr val="B7B7B7"/>
                </a:solidFill>
                <a:uFill>
                  <a:noFill/>
                </a:uFill>
                <a:latin typeface="Arial"/>
                <a:ea typeface="Arial"/>
                <a:cs typeface="Arial"/>
                <a:sym typeface="Arial"/>
                <a:hlinkClick r:id="rId3">
                  <a:extLst>
                    <a:ext uri="{A12FA001-AC4F-418D-AE19-62706E023703}">
                      <ahyp:hlinkClr val="tx"/>
                    </a:ext>
                  </a:extLst>
                </a:hlinkClick>
              </a:rPr>
              <a:t>Research Gate</a:t>
            </a:r>
            <a:r>
              <a:rPr lang="de" sz="850">
                <a:solidFill>
                  <a:srgbClr val="B7B7B7"/>
                </a:solidFill>
                <a:latin typeface="Arial"/>
                <a:ea typeface="Arial"/>
                <a:cs typeface="Arial"/>
                <a:sym typeface="Arial"/>
              </a:rPr>
              <a:t> </a:t>
            </a:r>
            <a:endParaRPr sz="850">
              <a:solidFill>
                <a:srgbClr val="B7B7B7"/>
              </a:solidFill>
              <a:latin typeface="Arial"/>
              <a:ea typeface="Arial"/>
              <a:cs typeface="Arial"/>
              <a:sym typeface="Arial"/>
            </a:endParaRPr>
          </a:p>
        </p:txBody>
      </p:sp>
      <p:pic>
        <p:nvPicPr>
          <p:cNvPr id="1583" name="Google Shape;1583;p45"/>
          <p:cNvPicPr preferRelativeResize="0"/>
          <p:nvPr/>
        </p:nvPicPr>
        <p:blipFill>
          <a:blip r:embed="rId4">
            <a:alphaModFix/>
          </a:blip>
          <a:stretch>
            <a:fillRect/>
          </a:stretch>
        </p:blipFill>
        <p:spPr>
          <a:xfrm>
            <a:off x="3999600" y="1641830"/>
            <a:ext cx="4832700" cy="2501395"/>
          </a:xfrm>
          <a:prstGeom prst="rect">
            <a:avLst/>
          </a:prstGeom>
          <a:noFill/>
          <a:ln>
            <a:noFill/>
          </a:ln>
          <a:effectLst>
            <a:outerShdw blurRad="57150" rotWithShape="0" algn="bl" dir="5400000" dist="19050">
              <a:srgbClr val="000000">
                <a:alpha val="15000"/>
              </a:srgbClr>
            </a:outerShdw>
          </a:effectLst>
        </p:spPr>
      </p:pic>
      <p:pic>
        <p:nvPicPr>
          <p:cNvPr id="1584" name="Google Shape;1584;p45" title="WhatsApp Image 2026-10-09 at 09.20.41.jpeg"/>
          <p:cNvPicPr preferRelativeResize="0"/>
          <p:nvPr/>
        </p:nvPicPr>
        <p:blipFill>
          <a:blip r:embed="rId5">
            <a:alphaModFix/>
          </a:blip>
          <a:stretch>
            <a:fillRect/>
          </a:stretch>
        </p:blipFill>
        <p:spPr>
          <a:xfrm>
            <a:off x="311700" y="1641824"/>
            <a:ext cx="3349162" cy="2501400"/>
          </a:xfrm>
          <a:prstGeom prst="rect">
            <a:avLst/>
          </a:prstGeom>
          <a:noFill/>
          <a:ln>
            <a:noFill/>
          </a:ln>
          <a:effectLst>
            <a:outerShdw blurRad="57150" rotWithShape="0" algn="bl" dir="5400000" dist="19050">
              <a:srgbClr val="000000">
                <a:alpha val="15000"/>
              </a:srgbClr>
            </a:outerShdw>
          </a:effectLst>
        </p:spPr>
      </p:pic>
      <p:sp>
        <p:nvSpPr>
          <p:cNvPr id="1585" name="Google Shape;1585;p45"/>
          <p:cNvSpPr txBox="1"/>
          <p:nvPr/>
        </p:nvSpPr>
        <p:spPr>
          <a:xfrm>
            <a:off x="2014319" y="4143225"/>
            <a:ext cx="1656900" cy="3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850">
                <a:solidFill>
                  <a:srgbClr val="B7B7B7"/>
                </a:solidFill>
              </a:rPr>
              <a:t>Created with Gemini Notebook</a:t>
            </a:r>
            <a:endParaRPr sz="850">
              <a:solidFill>
                <a:srgbClr val="B7B7B7"/>
              </a:solidFill>
            </a:endParaRPr>
          </a:p>
        </p:txBody>
      </p:sp>
      <p:sp>
        <p:nvSpPr>
          <p:cNvPr id="1586" name="Google Shape;1586;p45"/>
          <p:cNvSpPr txBox="1"/>
          <p:nvPr/>
        </p:nvSpPr>
        <p:spPr>
          <a:xfrm>
            <a:off x="311700" y="4633425"/>
            <a:ext cx="3000000" cy="3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850">
                <a:solidFill>
                  <a:srgbClr val="B7B7B7"/>
                </a:solidFill>
              </a:rPr>
              <a:t>Sources: Brodie (2), Willig (14)</a:t>
            </a:r>
            <a:endParaRPr/>
          </a:p>
        </p:txBody>
      </p:sp>
    </p:spTree>
  </p:cSld>
  <p:clrMapOvr>
    <a:masterClrMapping/>
  </p:clrMapOvr>
  <mc:AlternateContent>
    <mc:Choice Requires="p14">
      <p:transition p14:dur="200">
        <p:fade/>
      </p:transition>
    </mc:Choice>
    <mc:Fallback>
      <p:transition>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4"/>
                                        </p:tgtEl>
                                        <p:attrNameLst>
                                          <p:attrName>style.visibility</p:attrName>
                                        </p:attrNameLst>
                                      </p:cBhvr>
                                      <p:to>
                                        <p:strVal val="visible"/>
                                      </p:to>
                                    </p:set>
                                    <p:animEffect filter="fade" transition="in">
                                      <p:cBhvr>
                                        <p:cTn dur="500"/>
                                        <p:tgtEl>
                                          <p:spTgt spid="1584"/>
                                        </p:tgtEl>
                                      </p:cBhvr>
                                    </p:animEffect>
                                  </p:childTnLst>
                                </p:cTn>
                              </p:par>
                              <p:par>
                                <p:cTn fill="hold" nodeType="withEffect" presetClass="entr" presetID="10" presetSubtype="0">
                                  <p:stCondLst>
                                    <p:cond delay="0"/>
                                  </p:stCondLst>
                                  <p:childTnLst>
                                    <p:set>
                                      <p:cBhvr>
                                        <p:cTn dur="1" fill="hold">
                                          <p:stCondLst>
                                            <p:cond delay="0"/>
                                          </p:stCondLst>
                                        </p:cTn>
                                        <p:tgtEl>
                                          <p:spTgt spid="1585"/>
                                        </p:tgtEl>
                                        <p:attrNameLst>
                                          <p:attrName>style.visibility</p:attrName>
                                        </p:attrNameLst>
                                      </p:cBhvr>
                                      <p:to>
                                        <p:strVal val="visible"/>
                                      </p:to>
                                    </p:set>
                                    <p:animEffect filter="fade" transition="in">
                                      <p:cBhvr>
                                        <p:cTn dur="500"/>
                                        <p:tgtEl>
                                          <p:spTgt spid="15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3"/>
                                        </p:tgtEl>
                                        <p:attrNameLst>
                                          <p:attrName>style.visibility</p:attrName>
                                        </p:attrNameLst>
                                      </p:cBhvr>
                                      <p:to>
                                        <p:strVal val="visible"/>
                                      </p:to>
                                    </p:set>
                                    <p:animEffect filter="fade" transition="in">
                                      <p:cBhvr>
                                        <p:cTn dur="500"/>
                                        <p:tgtEl>
                                          <p:spTgt spid="1583"/>
                                        </p:tgtEl>
                                      </p:cBhvr>
                                    </p:animEffect>
                                  </p:childTnLst>
                                </p:cTn>
                              </p:par>
                              <p:par>
                                <p:cTn fill="hold" nodeType="withEffect" presetClass="entr" presetID="10" presetSubtype="0">
                                  <p:stCondLst>
                                    <p:cond delay="0"/>
                                  </p:stCondLst>
                                  <p:childTnLst>
                                    <p:set>
                                      <p:cBhvr>
                                        <p:cTn dur="1" fill="hold">
                                          <p:stCondLst>
                                            <p:cond delay="0"/>
                                          </p:stCondLst>
                                        </p:cTn>
                                        <p:tgtEl>
                                          <p:spTgt spid="1582"/>
                                        </p:tgtEl>
                                        <p:attrNameLst>
                                          <p:attrName>style.visibility</p:attrName>
                                        </p:attrNameLst>
                                      </p:cBhvr>
                                      <p:to>
                                        <p:strVal val="visible"/>
                                      </p:to>
                                    </p:set>
                                    <p:animEffect filter="fade" transition="in">
                                      <p:cBhvr>
                                        <p:cTn dur="500"/>
                                        <p:tgtEl>
                                          <p:spTgt spid="15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0" name="Shape 1590"/>
        <p:cNvGrpSpPr/>
        <p:nvPr/>
      </p:nvGrpSpPr>
      <p:grpSpPr>
        <a:xfrm>
          <a:off x="0" y="0"/>
          <a:ext cx="0" cy="0"/>
          <a:chOff x="0" y="0"/>
          <a:chExt cx="0" cy="0"/>
        </a:xfrm>
      </p:grpSpPr>
      <p:sp>
        <p:nvSpPr>
          <p:cNvPr id="1591" name="Google Shape;1591;p46"/>
          <p:cNvSpPr/>
          <p:nvPr/>
        </p:nvSpPr>
        <p:spPr>
          <a:xfrm>
            <a:off x="6112225" y="2242850"/>
            <a:ext cx="2550900" cy="801900"/>
          </a:xfrm>
          <a:prstGeom prst="flowChartAlternateProcess">
            <a:avLst/>
          </a:prstGeom>
          <a:solidFill>
            <a:schemeClr val="lt1"/>
          </a:solidFill>
          <a:ln cap="flat" cmpd="sng" w="9525">
            <a:solidFill>
              <a:srgbClr val="E2ECEA"/>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Calibri"/>
              <a:ea typeface="Calibri"/>
              <a:cs typeface="Calibri"/>
              <a:sym typeface="Calibri"/>
            </a:endParaRPr>
          </a:p>
        </p:txBody>
      </p:sp>
      <p:sp>
        <p:nvSpPr>
          <p:cNvPr id="1592" name="Google Shape;1592;p46"/>
          <p:cNvSpPr/>
          <p:nvPr/>
        </p:nvSpPr>
        <p:spPr>
          <a:xfrm>
            <a:off x="3307418" y="2242844"/>
            <a:ext cx="2519700" cy="801900"/>
          </a:xfrm>
          <a:prstGeom prst="flowChartAlternateProcess">
            <a:avLst/>
          </a:prstGeom>
          <a:solidFill>
            <a:schemeClr val="lt1"/>
          </a:solidFill>
          <a:ln cap="flat" cmpd="sng" w="9525">
            <a:solidFill>
              <a:srgbClr val="E2ECEA"/>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Calibri"/>
              <a:ea typeface="Calibri"/>
              <a:cs typeface="Calibri"/>
              <a:sym typeface="Calibri"/>
            </a:endParaRPr>
          </a:p>
        </p:txBody>
      </p:sp>
      <p:sp>
        <p:nvSpPr>
          <p:cNvPr id="1593" name="Google Shape;1593;p46"/>
          <p:cNvSpPr/>
          <p:nvPr/>
        </p:nvSpPr>
        <p:spPr>
          <a:xfrm>
            <a:off x="471525" y="2242850"/>
            <a:ext cx="2550900" cy="801900"/>
          </a:xfrm>
          <a:prstGeom prst="flowChartAlternateProcess">
            <a:avLst/>
          </a:prstGeom>
          <a:solidFill>
            <a:schemeClr val="lt1"/>
          </a:solidFill>
          <a:ln cap="flat" cmpd="sng" w="9525">
            <a:solidFill>
              <a:srgbClr val="E2ECEA"/>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Calibri"/>
              <a:ea typeface="Calibri"/>
              <a:cs typeface="Calibri"/>
              <a:sym typeface="Calibri"/>
            </a:endParaRPr>
          </a:p>
        </p:txBody>
      </p:sp>
      <p:sp>
        <p:nvSpPr>
          <p:cNvPr id="1594" name="Google Shape;1594;p46"/>
          <p:cNvSpPr/>
          <p:nvPr/>
        </p:nvSpPr>
        <p:spPr>
          <a:xfrm>
            <a:off x="484189" y="3562984"/>
            <a:ext cx="1904400" cy="1209600"/>
          </a:xfrm>
          <a:prstGeom prst="flowChartAlternateProcess">
            <a:avLst/>
          </a:prstGeom>
          <a:solidFill>
            <a:schemeClr val="lt1"/>
          </a:solidFill>
          <a:ln cap="flat" cmpd="sng" w="9525">
            <a:solidFill>
              <a:srgbClr val="E2ECEA"/>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95" name="Google Shape;1595;p46"/>
          <p:cNvSpPr/>
          <p:nvPr/>
        </p:nvSpPr>
        <p:spPr>
          <a:xfrm>
            <a:off x="2623339" y="3562984"/>
            <a:ext cx="1904400" cy="1209600"/>
          </a:xfrm>
          <a:prstGeom prst="flowChartAlternateProcess">
            <a:avLst/>
          </a:prstGeom>
          <a:solidFill>
            <a:schemeClr val="lt1"/>
          </a:solidFill>
          <a:ln cap="flat" cmpd="sng" w="9525">
            <a:solidFill>
              <a:srgbClr val="E2ECEA"/>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96" name="Google Shape;1596;p46"/>
          <p:cNvSpPr/>
          <p:nvPr/>
        </p:nvSpPr>
        <p:spPr>
          <a:xfrm>
            <a:off x="4693039" y="3562984"/>
            <a:ext cx="1904400" cy="1209600"/>
          </a:xfrm>
          <a:prstGeom prst="flowChartAlternateProcess">
            <a:avLst/>
          </a:prstGeom>
          <a:solidFill>
            <a:schemeClr val="lt1"/>
          </a:solidFill>
          <a:ln cap="flat" cmpd="sng" w="9525">
            <a:solidFill>
              <a:srgbClr val="E2ECEA"/>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97" name="Google Shape;1597;p46"/>
          <p:cNvSpPr/>
          <p:nvPr/>
        </p:nvSpPr>
        <p:spPr>
          <a:xfrm>
            <a:off x="6762739" y="3562984"/>
            <a:ext cx="1904400" cy="1209600"/>
          </a:xfrm>
          <a:prstGeom prst="flowChartAlternateProcess">
            <a:avLst/>
          </a:prstGeom>
          <a:solidFill>
            <a:schemeClr val="lt1"/>
          </a:solidFill>
          <a:ln cap="flat" cmpd="sng" w="9525">
            <a:solidFill>
              <a:srgbClr val="E2ECEA"/>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nvGrpSpPr>
          <p:cNvPr id="1598" name="Google Shape;1598;p46"/>
          <p:cNvGrpSpPr/>
          <p:nvPr/>
        </p:nvGrpSpPr>
        <p:grpSpPr>
          <a:xfrm>
            <a:off x="476250" y="1883598"/>
            <a:ext cx="8191500" cy="238200"/>
            <a:chOff x="0" y="0"/>
            <a:chExt cx="8191500" cy="238200"/>
          </a:xfrm>
        </p:grpSpPr>
        <p:sp>
          <p:nvSpPr>
            <p:cNvPr id="1599" name="Google Shape;1599;p46"/>
            <p:cNvSpPr/>
            <p:nvPr/>
          </p:nvSpPr>
          <p:spPr>
            <a:xfrm>
              <a:off x="0" y="0"/>
              <a:ext cx="8191500" cy="238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solidFill>
                  <a:schemeClr val="accent6"/>
                </a:solidFill>
              </a:endParaRPr>
            </a:p>
          </p:txBody>
        </p:sp>
        <p:sp>
          <p:nvSpPr>
            <p:cNvPr id="1600" name="Google Shape;1600;p46"/>
            <p:cNvSpPr txBox="1"/>
            <p:nvPr/>
          </p:nvSpPr>
          <p:spPr>
            <a:xfrm>
              <a:off x="0" y="0"/>
              <a:ext cx="81915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de" sz="1300">
                  <a:solidFill>
                    <a:schemeClr val="accent6"/>
                  </a:solidFill>
                  <a:latin typeface="Calibri"/>
                  <a:ea typeface="Calibri"/>
                  <a:cs typeface="Calibri"/>
                  <a:sym typeface="Calibri"/>
                </a:rPr>
                <a:t>DIMENSIONS OF DIVERSITY</a:t>
              </a:r>
              <a:endParaRPr b="1" sz="1300">
                <a:solidFill>
                  <a:schemeClr val="accent6"/>
                </a:solidFill>
                <a:latin typeface="Calibri"/>
                <a:ea typeface="Calibri"/>
                <a:cs typeface="Calibri"/>
                <a:sym typeface="Calibri"/>
              </a:endParaRPr>
            </a:p>
          </p:txBody>
        </p:sp>
      </p:grpSp>
      <p:sp>
        <p:nvSpPr>
          <p:cNvPr id="1601" name="Google Shape;1601;p46"/>
          <p:cNvSpPr txBox="1"/>
          <p:nvPr/>
        </p:nvSpPr>
        <p:spPr>
          <a:xfrm>
            <a:off x="722996" y="2156436"/>
            <a:ext cx="9600" cy="215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t/>
            </a:r>
            <a:endParaRPr>
              <a:solidFill>
                <a:schemeClr val="accent6"/>
              </a:solidFill>
            </a:endParaRPr>
          </a:p>
        </p:txBody>
      </p:sp>
      <p:sp>
        <p:nvSpPr>
          <p:cNvPr id="1602" name="Google Shape;1602;p46"/>
          <p:cNvSpPr txBox="1"/>
          <p:nvPr/>
        </p:nvSpPr>
        <p:spPr>
          <a:xfrm>
            <a:off x="3513821" y="2156436"/>
            <a:ext cx="9600" cy="215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t/>
            </a:r>
            <a:endParaRPr>
              <a:solidFill>
                <a:schemeClr val="accent6"/>
              </a:solidFill>
            </a:endParaRPr>
          </a:p>
        </p:txBody>
      </p:sp>
      <p:sp>
        <p:nvSpPr>
          <p:cNvPr id="1603" name="Google Shape;1603;p46"/>
          <p:cNvSpPr txBox="1"/>
          <p:nvPr/>
        </p:nvSpPr>
        <p:spPr>
          <a:xfrm>
            <a:off x="6304646" y="2156436"/>
            <a:ext cx="9600" cy="215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t/>
            </a:r>
            <a:endParaRPr>
              <a:solidFill>
                <a:schemeClr val="accent6"/>
              </a:solidFill>
            </a:endParaRPr>
          </a:p>
        </p:txBody>
      </p:sp>
      <p:sp>
        <p:nvSpPr>
          <p:cNvPr id="1604" name="Google Shape;1604;p46"/>
          <p:cNvSpPr txBox="1"/>
          <p:nvPr/>
        </p:nvSpPr>
        <p:spPr>
          <a:xfrm>
            <a:off x="1042870" y="2551065"/>
            <a:ext cx="1446300" cy="619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de" sz="1500">
                <a:solidFill>
                  <a:schemeClr val="accent6"/>
                </a:solidFill>
                <a:latin typeface="Play"/>
                <a:ea typeface="Play"/>
                <a:cs typeface="Play"/>
                <a:sym typeface="Play"/>
              </a:rPr>
              <a:t>Taxonomic</a:t>
            </a:r>
            <a:endParaRPr b="1" sz="1500">
              <a:solidFill>
                <a:schemeClr val="accent6"/>
              </a:solidFill>
              <a:latin typeface="Play"/>
              <a:ea typeface="Play"/>
              <a:cs typeface="Play"/>
              <a:sym typeface="Play"/>
            </a:endParaRPr>
          </a:p>
          <a:p>
            <a:pPr indent="0" lvl="0" marL="0" rtl="0" algn="ctr">
              <a:spcBef>
                <a:spcPts val="300"/>
              </a:spcBef>
              <a:spcAft>
                <a:spcPts val="0"/>
              </a:spcAft>
              <a:buNone/>
            </a:pPr>
            <a:r>
              <a:rPr lang="de" sz="1050">
                <a:solidFill>
                  <a:schemeClr val="accent6"/>
                </a:solidFill>
                <a:latin typeface="Play"/>
                <a:ea typeface="Play"/>
                <a:cs typeface="Play"/>
                <a:sym typeface="Play"/>
              </a:rPr>
              <a:t>Counting species</a:t>
            </a:r>
            <a:endParaRPr sz="1050">
              <a:solidFill>
                <a:schemeClr val="accent6"/>
              </a:solidFill>
              <a:latin typeface="Play"/>
              <a:ea typeface="Play"/>
              <a:cs typeface="Play"/>
              <a:sym typeface="Play"/>
            </a:endParaRPr>
          </a:p>
          <a:p>
            <a:pPr indent="0" lvl="0" marL="0" rtl="0" algn="ctr">
              <a:spcBef>
                <a:spcPts val="300"/>
              </a:spcBef>
              <a:spcAft>
                <a:spcPts val="0"/>
              </a:spcAft>
              <a:buNone/>
            </a:pPr>
            <a:r>
              <a:t/>
            </a:r>
            <a:endParaRPr b="1" sz="1500">
              <a:solidFill>
                <a:schemeClr val="accent6"/>
              </a:solidFill>
            </a:endParaRPr>
          </a:p>
          <a:p>
            <a:pPr indent="0" lvl="0" marL="0" rtl="0" algn="ctr">
              <a:spcBef>
                <a:spcPts val="300"/>
              </a:spcBef>
              <a:spcAft>
                <a:spcPts val="0"/>
              </a:spcAft>
              <a:buNone/>
            </a:pPr>
            <a:r>
              <a:t/>
            </a:r>
            <a:endParaRPr sz="1100">
              <a:solidFill>
                <a:schemeClr val="accent6"/>
              </a:solidFill>
            </a:endParaRPr>
          </a:p>
        </p:txBody>
      </p:sp>
      <p:grpSp>
        <p:nvGrpSpPr>
          <p:cNvPr id="1605" name="Google Shape;1605;p46"/>
          <p:cNvGrpSpPr/>
          <p:nvPr/>
        </p:nvGrpSpPr>
        <p:grpSpPr>
          <a:xfrm>
            <a:off x="476250" y="3264723"/>
            <a:ext cx="8191500" cy="238200"/>
            <a:chOff x="0" y="0"/>
            <a:chExt cx="8191500" cy="238200"/>
          </a:xfrm>
        </p:grpSpPr>
        <p:sp>
          <p:nvSpPr>
            <p:cNvPr id="1606" name="Google Shape;1606;p46"/>
            <p:cNvSpPr/>
            <p:nvPr/>
          </p:nvSpPr>
          <p:spPr>
            <a:xfrm>
              <a:off x="0" y="0"/>
              <a:ext cx="8191500" cy="238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7" name="Google Shape;1607;p46"/>
            <p:cNvSpPr txBox="1"/>
            <p:nvPr/>
          </p:nvSpPr>
          <p:spPr>
            <a:xfrm>
              <a:off x="0" y="0"/>
              <a:ext cx="81915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de" sz="1300">
                  <a:solidFill>
                    <a:srgbClr val="4C8E91"/>
                  </a:solidFill>
                  <a:latin typeface="Calibri"/>
                  <a:ea typeface="Calibri"/>
                  <a:cs typeface="Calibri"/>
                  <a:sym typeface="Calibri"/>
                </a:rPr>
                <a:t>SPATIAL SCALES</a:t>
              </a:r>
              <a:endParaRPr b="1" sz="1300">
                <a:solidFill>
                  <a:srgbClr val="4C8E91"/>
                </a:solidFill>
                <a:latin typeface="Calibri"/>
                <a:ea typeface="Calibri"/>
                <a:cs typeface="Calibri"/>
                <a:sym typeface="Calibri"/>
              </a:endParaRPr>
            </a:p>
          </p:txBody>
        </p:sp>
      </p:grpSp>
      <p:sp>
        <p:nvSpPr>
          <p:cNvPr id="1608" name="Google Shape;1608;p46"/>
          <p:cNvSpPr txBox="1"/>
          <p:nvPr/>
        </p:nvSpPr>
        <p:spPr>
          <a:xfrm>
            <a:off x="4010021" y="2426058"/>
            <a:ext cx="1114500" cy="619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de" sz="1500">
                <a:solidFill>
                  <a:schemeClr val="accent6"/>
                </a:solidFill>
                <a:latin typeface="Play"/>
                <a:ea typeface="Play"/>
                <a:cs typeface="Play"/>
                <a:sym typeface="Play"/>
              </a:rPr>
              <a:t>Functional</a:t>
            </a:r>
            <a:endParaRPr b="1" sz="1500">
              <a:solidFill>
                <a:schemeClr val="accent6"/>
              </a:solidFill>
              <a:latin typeface="Play"/>
              <a:ea typeface="Play"/>
              <a:cs typeface="Play"/>
              <a:sym typeface="Play"/>
            </a:endParaRPr>
          </a:p>
          <a:p>
            <a:pPr indent="0" lvl="0" marL="0" rtl="0" algn="ctr">
              <a:spcBef>
                <a:spcPts val="300"/>
              </a:spcBef>
              <a:spcAft>
                <a:spcPts val="0"/>
              </a:spcAft>
              <a:buNone/>
            </a:pPr>
            <a:r>
              <a:rPr lang="de" sz="1050">
                <a:solidFill>
                  <a:schemeClr val="accent6"/>
                </a:solidFill>
                <a:latin typeface="Play"/>
                <a:ea typeface="Play"/>
                <a:cs typeface="Play"/>
                <a:sym typeface="Play"/>
              </a:rPr>
              <a:t>Counting jobs</a:t>
            </a:r>
            <a:endParaRPr sz="1050">
              <a:solidFill>
                <a:schemeClr val="accent6"/>
              </a:solidFill>
              <a:latin typeface="Play"/>
              <a:ea typeface="Play"/>
              <a:cs typeface="Play"/>
              <a:sym typeface="Play"/>
            </a:endParaRPr>
          </a:p>
          <a:p>
            <a:pPr indent="0" lvl="0" marL="0" rtl="0" algn="l">
              <a:spcBef>
                <a:spcPts val="300"/>
              </a:spcBef>
              <a:spcAft>
                <a:spcPts val="0"/>
              </a:spcAft>
              <a:buNone/>
            </a:pPr>
            <a:r>
              <a:t/>
            </a:r>
            <a:endParaRPr sz="1100">
              <a:solidFill>
                <a:schemeClr val="accent6"/>
              </a:solidFill>
            </a:endParaRPr>
          </a:p>
        </p:txBody>
      </p:sp>
      <p:sp>
        <p:nvSpPr>
          <p:cNvPr id="1609" name="Google Shape;1609;p46"/>
          <p:cNvSpPr txBox="1"/>
          <p:nvPr/>
        </p:nvSpPr>
        <p:spPr>
          <a:xfrm>
            <a:off x="6477000" y="2416925"/>
            <a:ext cx="1904400" cy="619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sz="2200">
              <a:solidFill>
                <a:schemeClr val="accent6"/>
              </a:solidFill>
            </a:endParaRPr>
          </a:p>
          <a:p>
            <a:pPr indent="0" lvl="0" marL="0" rtl="0" algn="l">
              <a:spcBef>
                <a:spcPts val="300"/>
              </a:spcBef>
              <a:spcAft>
                <a:spcPts val="0"/>
              </a:spcAft>
              <a:buNone/>
            </a:pPr>
            <a:r>
              <a:t/>
            </a:r>
            <a:endParaRPr b="1" sz="1500">
              <a:solidFill>
                <a:schemeClr val="accent6"/>
              </a:solidFill>
            </a:endParaRPr>
          </a:p>
          <a:p>
            <a:pPr indent="0" lvl="0" marL="0" rtl="0" algn="ctr">
              <a:spcBef>
                <a:spcPts val="300"/>
              </a:spcBef>
              <a:spcAft>
                <a:spcPts val="0"/>
              </a:spcAft>
              <a:buNone/>
            </a:pPr>
            <a:r>
              <a:rPr b="1" lang="de" sz="1500">
                <a:solidFill>
                  <a:schemeClr val="accent6"/>
                </a:solidFill>
                <a:latin typeface="Play"/>
                <a:ea typeface="Play"/>
                <a:cs typeface="Play"/>
                <a:sym typeface="Play"/>
              </a:rPr>
              <a:t>Phylogenetic</a:t>
            </a:r>
            <a:endParaRPr b="1" sz="1500">
              <a:solidFill>
                <a:schemeClr val="accent6"/>
              </a:solidFill>
              <a:latin typeface="Play"/>
              <a:ea typeface="Play"/>
              <a:cs typeface="Play"/>
              <a:sym typeface="Play"/>
            </a:endParaRPr>
          </a:p>
          <a:p>
            <a:pPr indent="0" lvl="0" marL="0" rtl="0" algn="ctr">
              <a:spcBef>
                <a:spcPts val="300"/>
              </a:spcBef>
              <a:spcAft>
                <a:spcPts val="0"/>
              </a:spcAft>
              <a:buNone/>
            </a:pPr>
            <a:r>
              <a:rPr lang="de" sz="1050">
                <a:solidFill>
                  <a:schemeClr val="accent6"/>
                </a:solidFill>
                <a:latin typeface="Play"/>
                <a:ea typeface="Play"/>
                <a:cs typeface="Play"/>
                <a:sym typeface="Play"/>
              </a:rPr>
              <a:t>Measure historic relationships</a:t>
            </a:r>
            <a:endParaRPr sz="1050">
              <a:solidFill>
                <a:schemeClr val="accent6"/>
              </a:solidFill>
              <a:latin typeface="Play"/>
              <a:ea typeface="Play"/>
              <a:cs typeface="Play"/>
              <a:sym typeface="Play"/>
            </a:endParaRPr>
          </a:p>
          <a:p>
            <a:pPr indent="0" lvl="0" marL="0" rtl="0" algn="l">
              <a:spcBef>
                <a:spcPts val="300"/>
              </a:spcBef>
              <a:spcAft>
                <a:spcPts val="0"/>
              </a:spcAft>
              <a:buNone/>
            </a:pPr>
            <a:r>
              <a:t/>
            </a:r>
            <a:endParaRPr b="1" sz="1500">
              <a:solidFill>
                <a:schemeClr val="accent6"/>
              </a:solidFill>
            </a:endParaRPr>
          </a:p>
          <a:p>
            <a:pPr indent="0" lvl="0" marL="0" rtl="0" algn="l">
              <a:spcBef>
                <a:spcPts val="300"/>
              </a:spcBef>
              <a:spcAft>
                <a:spcPts val="0"/>
              </a:spcAft>
              <a:buNone/>
            </a:pPr>
            <a:r>
              <a:t/>
            </a:r>
            <a:endParaRPr b="1" sz="2200">
              <a:solidFill>
                <a:schemeClr val="accent6"/>
              </a:solidFill>
            </a:endParaRPr>
          </a:p>
          <a:p>
            <a:pPr indent="0" lvl="0" marL="0" rtl="0" algn="l">
              <a:spcBef>
                <a:spcPts val="300"/>
              </a:spcBef>
              <a:spcAft>
                <a:spcPts val="0"/>
              </a:spcAft>
              <a:buNone/>
            </a:pPr>
            <a:r>
              <a:t/>
            </a:r>
            <a:endParaRPr sz="1100">
              <a:solidFill>
                <a:schemeClr val="accent6"/>
              </a:solidFill>
            </a:endParaRPr>
          </a:p>
        </p:txBody>
      </p:sp>
      <p:sp>
        <p:nvSpPr>
          <p:cNvPr id="1610" name="Google Shape;1610;p46"/>
          <p:cNvSpPr txBox="1"/>
          <p:nvPr/>
        </p:nvSpPr>
        <p:spPr>
          <a:xfrm>
            <a:off x="571500" y="4141434"/>
            <a:ext cx="1714500" cy="431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1" lang="de" sz="1500">
                <a:solidFill>
                  <a:srgbClr val="4C8E91"/>
                </a:solidFill>
                <a:latin typeface="Play"/>
                <a:ea typeface="Play"/>
                <a:cs typeface="Play"/>
                <a:sym typeface="Play"/>
              </a:rPr>
              <a:t>Point Diversity</a:t>
            </a:r>
            <a:endParaRPr b="1" sz="1500">
              <a:solidFill>
                <a:srgbClr val="4C8E91"/>
              </a:solidFill>
              <a:latin typeface="Play"/>
              <a:ea typeface="Play"/>
              <a:cs typeface="Play"/>
              <a:sym typeface="Play"/>
            </a:endParaRPr>
          </a:p>
          <a:p>
            <a:pPr indent="0" lvl="0" marL="0" rtl="0" algn="ctr">
              <a:spcBef>
                <a:spcPts val="300"/>
              </a:spcBef>
              <a:spcAft>
                <a:spcPts val="0"/>
              </a:spcAft>
              <a:buNone/>
            </a:pPr>
            <a:r>
              <a:rPr lang="de" sz="1050">
                <a:solidFill>
                  <a:srgbClr val="4C8E91"/>
                </a:solidFill>
                <a:latin typeface="Play"/>
                <a:ea typeface="Play"/>
                <a:cs typeface="Play"/>
                <a:sym typeface="Play"/>
              </a:rPr>
              <a:t>S</a:t>
            </a:r>
            <a:r>
              <a:rPr lang="de" sz="1050">
                <a:solidFill>
                  <a:srgbClr val="4C8E91"/>
                </a:solidFill>
                <a:latin typeface="Play"/>
                <a:ea typeface="Play"/>
                <a:cs typeface="Play"/>
                <a:sym typeface="Play"/>
              </a:rPr>
              <a:t>ingle sample point</a:t>
            </a:r>
            <a:endParaRPr sz="1050">
              <a:solidFill>
                <a:srgbClr val="4C8E91"/>
              </a:solidFill>
              <a:latin typeface="Play"/>
              <a:ea typeface="Play"/>
              <a:cs typeface="Play"/>
              <a:sym typeface="Play"/>
            </a:endParaRPr>
          </a:p>
        </p:txBody>
      </p:sp>
      <p:sp>
        <p:nvSpPr>
          <p:cNvPr id="1611" name="Google Shape;1611;p46"/>
          <p:cNvSpPr txBox="1"/>
          <p:nvPr/>
        </p:nvSpPr>
        <p:spPr>
          <a:xfrm>
            <a:off x="2667000" y="4141434"/>
            <a:ext cx="1714500" cy="431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1" lang="de" sz="1500">
                <a:solidFill>
                  <a:srgbClr val="4C8E91"/>
                </a:solidFill>
                <a:latin typeface="Play"/>
                <a:ea typeface="Play"/>
                <a:cs typeface="Play"/>
                <a:sym typeface="Play"/>
              </a:rPr>
              <a:t>Alpha Diversity</a:t>
            </a:r>
            <a:endParaRPr b="1" sz="1500">
              <a:solidFill>
                <a:srgbClr val="4C8E91"/>
              </a:solidFill>
              <a:latin typeface="Play"/>
              <a:ea typeface="Play"/>
              <a:cs typeface="Play"/>
              <a:sym typeface="Play"/>
            </a:endParaRPr>
          </a:p>
          <a:p>
            <a:pPr indent="0" lvl="0" marL="0" rtl="0" algn="ctr">
              <a:spcBef>
                <a:spcPts val="300"/>
              </a:spcBef>
              <a:spcAft>
                <a:spcPts val="0"/>
              </a:spcAft>
              <a:buNone/>
            </a:pPr>
            <a:r>
              <a:rPr lang="de" sz="1050">
                <a:solidFill>
                  <a:srgbClr val="4C8E91"/>
                </a:solidFill>
                <a:latin typeface="Play"/>
                <a:ea typeface="Play"/>
                <a:cs typeface="Play"/>
                <a:sym typeface="Play"/>
              </a:rPr>
              <a:t>In one community</a:t>
            </a:r>
            <a:endParaRPr sz="1050">
              <a:solidFill>
                <a:srgbClr val="4C8E91"/>
              </a:solidFill>
              <a:latin typeface="Play"/>
              <a:ea typeface="Play"/>
              <a:cs typeface="Play"/>
              <a:sym typeface="Play"/>
            </a:endParaRPr>
          </a:p>
        </p:txBody>
      </p:sp>
      <p:sp>
        <p:nvSpPr>
          <p:cNvPr id="1612" name="Google Shape;1612;p46"/>
          <p:cNvSpPr txBox="1"/>
          <p:nvPr/>
        </p:nvSpPr>
        <p:spPr>
          <a:xfrm>
            <a:off x="4762500" y="4141434"/>
            <a:ext cx="1714500" cy="431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1" lang="de" sz="1500">
                <a:solidFill>
                  <a:srgbClr val="4C8E91"/>
                </a:solidFill>
                <a:latin typeface="Play"/>
                <a:ea typeface="Play"/>
                <a:cs typeface="Play"/>
                <a:sym typeface="Play"/>
              </a:rPr>
              <a:t>Beta Diversity</a:t>
            </a:r>
            <a:endParaRPr b="1" sz="1500">
              <a:solidFill>
                <a:srgbClr val="4C8E91"/>
              </a:solidFill>
              <a:latin typeface="Play"/>
              <a:ea typeface="Play"/>
              <a:cs typeface="Play"/>
              <a:sym typeface="Play"/>
            </a:endParaRPr>
          </a:p>
          <a:p>
            <a:pPr indent="0" lvl="0" marL="0" rtl="0" algn="ctr">
              <a:spcBef>
                <a:spcPts val="300"/>
              </a:spcBef>
              <a:spcAft>
                <a:spcPts val="0"/>
              </a:spcAft>
              <a:buNone/>
            </a:pPr>
            <a:r>
              <a:rPr lang="de" sz="1050">
                <a:solidFill>
                  <a:srgbClr val="4C8E91"/>
                </a:solidFill>
                <a:latin typeface="Play"/>
                <a:ea typeface="Play"/>
                <a:cs typeface="Play"/>
                <a:sym typeface="Play"/>
              </a:rPr>
              <a:t>Difference</a:t>
            </a:r>
            <a:r>
              <a:rPr lang="de" sz="1050">
                <a:solidFill>
                  <a:srgbClr val="4C8E91"/>
                </a:solidFill>
                <a:latin typeface="Play"/>
                <a:ea typeface="Play"/>
                <a:cs typeface="Play"/>
                <a:sym typeface="Play"/>
              </a:rPr>
              <a:t> </a:t>
            </a:r>
            <a:r>
              <a:rPr lang="de" sz="1050">
                <a:solidFill>
                  <a:srgbClr val="4C8E91"/>
                </a:solidFill>
                <a:latin typeface="Play"/>
                <a:ea typeface="Play"/>
                <a:cs typeface="Play"/>
                <a:sym typeface="Play"/>
              </a:rPr>
              <a:t>communities</a:t>
            </a:r>
            <a:endParaRPr sz="1050">
              <a:solidFill>
                <a:srgbClr val="4C8E91"/>
              </a:solidFill>
              <a:latin typeface="Play"/>
              <a:ea typeface="Play"/>
              <a:cs typeface="Play"/>
              <a:sym typeface="Play"/>
            </a:endParaRPr>
          </a:p>
        </p:txBody>
      </p:sp>
      <p:sp>
        <p:nvSpPr>
          <p:cNvPr id="1613" name="Google Shape;1613;p46"/>
          <p:cNvSpPr txBox="1"/>
          <p:nvPr/>
        </p:nvSpPr>
        <p:spPr>
          <a:xfrm>
            <a:off x="6858000" y="4141434"/>
            <a:ext cx="1714500" cy="431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1" lang="de" sz="1500">
                <a:solidFill>
                  <a:srgbClr val="4C8E91"/>
                </a:solidFill>
                <a:latin typeface="Play"/>
                <a:ea typeface="Play"/>
                <a:cs typeface="Play"/>
                <a:sym typeface="Play"/>
              </a:rPr>
              <a:t>Gamma Diversity</a:t>
            </a:r>
            <a:endParaRPr b="1" sz="1500">
              <a:solidFill>
                <a:srgbClr val="4C8E91"/>
              </a:solidFill>
              <a:latin typeface="Play"/>
              <a:ea typeface="Play"/>
              <a:cs typeface="Play"/>
              <a:sym typeface="Play"/>
            </a:endParaRPr>
          </a:p>
          <a:p>
            <a:pPr indent="0" lvl="0" marL="0" rtl="0" algn="ctr">
              <a:spcBef>
                <a:spcPts val="300"/>
              </a:spcBef>
              <a:spcAft>
                <a:spcPts val="0"/>
              </a:spcAft>
              <a:buNone/>
            </a:pPr>
            <a:r>
              <a:rPr lang="de" sz="1050">
                <a:solidFill>
                  <a:srgbClr val="4C8E91"/>
                </a:solidFill>
                <a:latin typeface="Play"/>
                <a:ea typeface="Play"/>
                <a:cs typeface="Play"/>
                <a:sym typeface="Play"/>
              </a:rPr>
              <a:t>In multiple communities</a:t>
            </a:r>
            <a:endParaRPr sz="1050">
              <a:solidFill>
                <a:srgbClr val="4C8E91"/>
              </a:solidFill>
              <a:latin typeface="Play"/>
              <a:ea typeface="Play"/>
              <a:cs typeface="Play"/>
              <a:sym typeface="Play"/>
            </a:endParaRPr>
          </a:p>
        </p:txBody>
      </p:sp>
      <p:sp>
        <p:nvSpPr>
          <p:cNvPr id="1614" name="Google Shape;1614;p46"/>
          <p:cNvSpPr txBox="1"/>
          <p:nvPr/>
        </p:nvSpPr>
        <p:spPr>
          <a:xfrm>
            <a:off x="471525" y="4929448"/>
            <a:ext cx="8191500" cy="130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de" sz="850">
                <a:solidFill>
                  <a:srgbClr val="B7B7B7"/>
                </a:solidFill>
                <a:latin typeface="Arial"/>
                <a:ea typeface="Arial"/>
                <a:cs typeface="Arial"/>
                <a:sym typeface="Arial"/>
              </a:rPr>
              <a:t>Sources: </a:t>
            </a:r>
            <a:r>
              <a:rPr lang="de" sz="850">
                <a:solidFill>
                  <a:srgbClr val="B7B7B7"/>
                </a:solidFill>
              </a:rPr>
              <a:t>Chao (3)(4)</a:t>
            </a:r>
            <a:r>
              <a:rPr b="0" lang="de" sz="850">
                <a:solidFill>
                  <a:srgbClr val="B7B7B7"/>
                </a:solidFill>
                <a:uFill>
                  <a:noFill/>
                </a:uFill>
                <a:latin typeface="Arial"/>
                <a:ea typeface="Arial"/>
                <a:cs typeface="Arial"/>
                <a:sym typeface="Arial"/>
                <a:hlinkClick r:id="rId3">
                  <a:extLst>
                    <a:ext uri="{A12FA001-AC4F-418D-AE19-62706E023703}">
                      <ahyp:hlinkClr val="tx"/>
                    </a:ext>
                  </a:extLst>
                </a:hlinkClick>
              </a:rPr>
              <a:t>, </a:t>
            </a:r>
            <a:r>
              <a:rPr lang="de" sz="850">
                <a:solidFill>
                  <a:srgbClr val="B7B7B7"/>
                </a:solidFill>
              </a:rPr>
              <a:t>Willig (14)</a:t>
            </a:r>
            <a:endParaRPr b="0" sz="850">
              <a:solidFill>
                <a:srgbClr val="B7B7B7"/>
              </a:solidFill>
              <a:latin typeface="Arial"/>
              <a:ea typeface="Arial"/>
              <a:cs typeface="Arial"/>
              <a:sym typeface="Arial"/>
            </a:endParaRPr>
          </a:p>
        </p:txBody>
      </p:sp>
      <p:sp>
        <p:nvSpPr>
          <p:cNvPr id="1615" name="Google Shape;1615;p46"/>
          <p:cNvSpPr txBox="1"/>
          <p:nvPr/>
        </p:nvSpPr>
        <p:spPr>
          <a:xfrm>
            <a:off x="3327900" y="3628490"/>
            <a:ext cx="3927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de" sz="2100">
                <a:solidFill>
                  <a:srgbClr val="4C8E91"/>
                </a:solidFill>
              </a:rPr>
              <a:t>α </a:t>
            </a:r>
            <a:endParaRPr b="1" sz="2100">
              <a:solidFill>
                <a:srgbClr val="4C8E91"/>
              </a:solidFill>
            </a:endParaRPr>
          </a:p>
        </p:txBody>
      </p:sp>
      <p:sp>
        <p:nvSpPr>
          <p:cNvPr id="1616" name="Google Shape;1616;p46"/>
          <p:cNvSpPr txBox="1"/>
          <p:nvPr/>
        </p:nvSpPr>
        <p:spPr>
          <a:xfrm>
            <a:off x="5423400" y="3634965"/>
            <a:ext cx="3927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de" sz="2100">
                <a:solidFill>
                  <a:srgbClr val="4C8E91"/>
                </a:solidFill>
              </a:rPr>
              <a:t>β </a:t>
            </a:r>
            <a:r>
              <a:rPr b="1" lang="de" sz="2100">
                <a:solidFill>
                  <a:srgbClr val="4C8E91"/>
                </a:solidFill>
              </a:rPr>
              <a:t> </a:t>
            </a:r>
            <a:endParaRPr b="1" sz="2100">
              <a:solidFill>
                <a:srgbClr val="4C8E91"/>
              </a:solidFill>
            </a:endParaRPr>
          </a:p>
        </p:txBody>
      </p:sp>
      <p:sp>
        <p:nvSpPr>
          <p:cNvPr id="1617" name="Google Shape;1617;p46"/>
          <p:cNvSpPr txBox="1"/>
          <p:nvPr/>
        </p:nvSpPr>
        <p:spPr>
          <a:xfrm>
            <a:off x="7566525" y="3634965"/>
            <a:ext cx="464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de" sz="2000">
                <a:solidFill>
                  <a:srgbClr val="4C8E91"/>
                </a:solidFill>
              </a:rPr>
              <a:t>γ</a:t>
            </a:r>
            <a:r>
              <a:rPr lang="de">
                <a:solidFill>
                  <a:srgbClr val="4C8E91"/>
                </a:solidFill>
              </a:rPr>
              <a:t> </a:t>
            </a:r>
            <a:endParaRPr>
              <a:solidFill>
                <a:srgbClr val="4C8E91"/>
              </a:solidFill>
            </a:endParaRPr>
          </a:p>
        </p:txBody>
      </p:sp>
      <p:sp>
        <p:nvSpPr>
          <p:cNvPr id="1618" name="Google Shape;1618;p46"/>
          <p:cNvSpPr txBox="1"/>
          <p:nvPr>
            <p:ph type="ctr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Calibri"/>
              <a:buNone/>
            </a:pPr>
            <a:r>
              <a:rPr lang="de" sz="3600">
                <a:solidFill>
                  <a:schemeClr val="accent6"/>
                </a:solidFill>
                <a:latin typeface="Play"/>
                <a:ea typeface="Play"/>
                <a:cs typeface="Play"/>
                <a:sym typeface="Play"/>
              </a:rPr>
              <a:t>Guiding Question</a:t>
            </a:r>
            <a:endParaRPr sz="3600">
              <a:solidFill>
                <a:schemeClr val="accent6"/>
              </a:solidFill>
              <a:latin typeface="Play"/>
              <a:ea typeface="Play"/>
              <a:cs typeface="Play"/>
              <a:sym typeface="Play"/>
            </a:endParaRPr>
          </a:p>
        </p:txBody>
      </p:sp>
      <p:sp>
        <p:nvSpPr>
          <p:cNvPr id="1619" name="Google Shape;1619;p46"/>
          <p:cNvSpPr txBox="1"/>
          <p:nvPr/>
        </p:nvSpPr>
        <p:spPr>
          <a:xfrm>
            <a:off x="404338" y="979405"/>
            <a:ext cx="8207400" cy="503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 sz="2000">
                <a:solidFill>
                  <a:schemeClr val="accent6"/>
                </a:solidFill>
                <a:latin typeface="Play"/>
                <a:ea typeface="Play"/>
                <a:cs typeface="Play"/>
                <a:sym typeface="Play"/>
              </a:rPr>
              <a:t>Why does </a:t>
            </a:r>
            <a:r>
              <a:rPr b="1" i="1" lang="de" sz="2000">
                <a:solidFill>
                  <a:schemeClr val="accent6"/>
                </a:solidFill>
                <a:latin typeface="Play"/>
                <a:ea typeface="Play"/>
                <a:cs typeface="Play"/>
                <a:sym typeface="Play"/>
              </a:rPr>
              <a:t>biodiversity</a:t>
            </a:r>
            <a:r>
              <a:rPr lang="de" sz="2000">
                <a:solidFill>
                  <a:schemeClr val="accent6"/>
                </a:solidFill>
                <a:latin typeface="Play"/>
                <a:ea typeface="Play"/>
                <a:cs typeface="Play"/>
                <a:sym typeface="Play"/>
              </a:rPr>
              <a:t> peak in the tropics and fall toward the poles, and does that hold for every dimension?</a:t>
            </a:r>
            <a:endParaRPr sz="2700">
              <a:solidFill>
                <a:schemeClr val="accent6"/>
              </a:solidFill>
              <a:latin typeface="Play"/>
              <a:ea typeface="Play"/>
              <a:cs typeface="Play"/>
              <a:sym typeface="Play"/>
            </a:endParaRPr>
          </a:p>
        </p:txBody>
      </p:sp>
      <p:sp>
        <p:nvSpPr>
          <p:cNvPr id="1620" name="Google Shape;1620;p46"/>
          <p:cNvSpPr txBox="1"/>
          <p:nvPr/>
        </p:nvSpPr>
        <p:spPr>
          <a:xfrm>
            <a:off x="1189050" y="3634965"/>
            <a:ext cx="3927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de" sz="2100">
                <a:solidFill>
                  <a:srgbClr val="4C8E91"/>
                </a:solidFill>
              </a:rPr>
              <a:t>…</a:t>
            </a:r>
            <a:r>
              <a:rPr b="1" lang="de" sz="2100">
                <a:solidFill>
                  <a:srgbClr val="4C8E91"/>
                </a:solidFill>
              </a:rPr>
              <a:t> </a:t>
            </a:r>
            <a:endParaRPr b="1" sz="2100">
              <a:solidFill>
                <a:srgbClr val="4C8E91"/>
              </a:solidFill>
            </a:endParaRPr>
          </a:p>
        </p:txBody>
      </p:sp>
    </p:spTree>
  </p:cSld>
  <p:clrMapOvr>
    <a:masterClrMapping/>
  </p:clrMapOvr>
  <mc:AlternateContent>
    <mc:Choice Requires="p14">
      <p:transition p14:dur="200">
        <p:fade/>
      </p:transition>
    </mc:Choice>
    <mc:Fallback>
      <p:transition>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4" name="Shape 1624"/>
        <p:cNvGrpSpPr/>
        <p:nvPr/>
      </p:nvGrpSpPr>
      <p:grpSpPr>
        <a:xfrm>
          <a:off x="0" y="0"/>
          <a:ext cx="0" cy="0"/>
          <a:chOff x="0" y="0"/>
          <a:chExt cx="0" cy="0"/>
        </a:xfrm>
      </p:grpSpPr>
      <p:sp>
        <p:nvSpPr>
          <p:cNvPr id="1625" name="Google Shape;1625;p47"/>
          <p:cNvSpPr/>
          <p:nvPr/>
        </p:nvSpPr>
        <p:spPr>
          <a:xfrm>
            <a:off x="6121725" y="1872975"/>
            <a:ext cx="2550900" cy="1812600"/>
          </a:xfrm>
          <a:prstGeom prst="flowChartAlternateProcess">
            <a:avLst/>
          </a:prstGeom>
          <a:solidFill>
            <a:schemeClr val="lt1"/>
          </a:solidFill>
          <a:ln cap="flat" cmpd="sng" w="9525">
            <a:solidFill>
              <a:srgbClr val="E2ECEA"/>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Calibri"/>
              <a:ea typeface="Calibri"/>
              <a:cs typeface="Calibri"/>
              <a:sym typeface="Calibri"/>
            </a:endParaRPr>
          </a:p>
        </p:txBody>
      </p:sp>
      <p:sp>
        <p:nvSpPr>
          <p:cNvPr id="1626" name="Google Shape;1626;p47"/>
          <p:cNvSpPr/>
          <p:nvPr/>
        </p:nvSpPr>
        <p:spPr>
          <a:xfrm>
            <a:off x="3296625" y="1872963"/>
            <a:ext cx="2550900" cy="1812600"/>
          </a:xfrm>
          <a:prstGeom prst="flowChartAlternateProcess">
            <a:avLst/>
          </a:prstGeom>
          <a:solidFill>
            <a:schemeClr val="lt1"/>
          </a:solidFill>
          <a:ln cap="flat" cmpd="sng" w="9525">
            <a:solidFill>
              <a:srgbClr val="E2ECEA"/>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Calibri"/>
              <a:ea typeface="Calibri"/>
              <a:cs typeface="Calibri"/>
              <a:sym typeface="Calibri"/>
            </a:endParaRPr>
          </a:p>
        </p:txBody>
      </p:sp>
      <p:sp>
        <p:nvSpPr>
          <p:cNvPr id="1627" name="Google Shape;1627;p47"/>
          <p:cNvSpPr/>
          <p:nvPr/>
        </p:nvSpPr>
        <p:spPr>
          <a:xfrm>
            <a:off x="471525" y="1872963"/>
            <a:ext cx="2550900" cy="1812600"/>
          </a:xfrm>
          <a:prstGeom prst="flowChartAlternateProcess">
            <a:avLst/>
          </a:prstGeom>
          <a:solidFill>
            <a:schemeClr val="lt1"/>
          </a:solidFill>
          <a:ln cap="flat" cmpd="sng" w="9525">
            <a:solidFill>
              <a:srgbClr val="E2ECEA"/>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Calibri"/>
              <a:ea typeface="Calibri"/>
              <a:cs typeface="Calibri"/>
              <a:sym typeface="Calibri"/>
            </a:endParaRPr>
          </a:p>
        </p:txBody>
      </p:sp>
      <p:sp>
        <p:nvSpPr>
          <p:cNvPr id="1628" name="Google Shape;1628;p47"/>
          <p:cNvSpPr/>
          <p:nvPr/>
        </p:nvSpPr>
        <p:spPr>
          <a:xfrm>
            <a:off x="3533775" y="2165638"/>
            <a:ext cx="457200" cy="457200"/>
          </a:xfrm>
          <a:prstGeom prst="roundRect">
            <a:avLst>
              <a:gd fmla="val 20833" name="adj"/>
            </a:avLst>
          </a:prstGeom>
          <a:solidFill>
            <a:srgbClr val="CCFB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9" name="Google Shape;1629;p47"/>
          <p:cNvSpPr txBox="1"/>
          <p:nvPr/>
        </p:nvSpPr>
        <p:spPr>
          <a:xfrm>
            <a:off x="3533775" y="2197769"/>
            <a:ext cx="4572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de" sz="2200">
                <a:solidFill>
                  <a:srgbClr val="0D9488"/>
                </a:solidFill>
                <a:latin typeface="Material Icons"/>
                <a:ea typeface="Material Icons"/>
                <a:cs typeface="Material Icons"/>
                <a:sym typeface="Material Icons"/>
              </a:rPr>
              <a:t>filter_alt</a:t>
            </a:r>
            <a:endParaRPr b="0" sz="2200">
              <a:solidFill>
                <a:srgbClr val="0D9488"/>
              </a:solidFill>
              <a:latin typeface="Material Icons"/>
              <a:ea typeface="Material Icons"/>
              <a:cs typeface="Material Icons"/>
              <a:sym typeface="Material Icons"/>
            </a:endParaRPr>
          </a:p>
        </p:txBody>
      </p:sp>
      <p:sp>
        <p:nvSpPr>
          <p:cNvPr id="1630" name="Google Shape;1630;p47"/>
          <p:cNvSpPr txBox="1"/>
          <p:nvPr/>
        </p:nvSpPr>
        <p:spPr>
          <a:xfrm>
            <a:off x="3533775" y="2813338"/>
            <a:ext cx="20766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de" sz="1100">
                <a:solidFill>
                  <a:schemeClr val="accent6"/>
                </a:solidFill>
                <a:latin typeface="Play"/>
                <a:ea typeface="Play"/>
                <a:cs typeface="Play"/>
                <a:sym typeface="Play"/>
              </a:rPr>
              <a:t>PROBLEM 02</a:t>
            </a:r>
            <a:endParaRPr b="1" sz="1100">
              <a:solidFill>
                <a:schemeClr val="accent6"/>
              </a:solidFill>
              <a:latin typeface="Play"/>
              <a:ea typeface="Play"/>
              <a:cs typeface="Play"/>
              <a:sym typeface="Play"/>
            </a:endParaRPr>
          </a:p>
          <a:p>
            <a:pPr indent="0" lvl="0" marL="0" rtl="0" algn="l">
              <a:spcBef>
                <a:spcPts val="800"/>
              </a:spcBef>
              <a:spcAft>
                <a:spcPts val="0"/>
              </a:spcAft>
              <a:buNone/>
            </a:pPr>
            <a:r>
              <a:rPr b="1" lang="de" sz="2000">
                <a:solidFill>
                  <a:schemeClr val="accent5"/>
                </a:solidFill>
                <a:latin typeface="Play"/>
                <a:ea typeface="Play"/>
                <a:cs typeface="Play"/>
                <a:sym typeface="Play"/>
              </a:rPr>
              <a:t>Sampling effort</a:t>
            </a:r>
            <a:endParaRPr b="1" sz="2000">
              <a:solidFill>
                <a:schemeClr val="accent5"/>
              </a:solidFill>
              <a:latin typeface="Play"/>
              <a:ea typeface="Play"/>
              <a:cs typeface="Play"/>
              <a:sym typeface="Play"/>
            </a:endParaRPr>
          </a:p>
          <a:p>
            <a:pPr indent="0" lvl="0" marL="0" rtl="0" algn="l">
              <a:spcBef>
                <a:spcPts val="1000"/>
              </a:spcBef>
              <a:spcAft>
                <a:spcPts val="0"/>
              </a:spcAft>
              <a:buNone/>
            </a:pPr>
            <a:r>
              <a:t/>
            </a:r>
            <a:endParaRPr sz="1100">
              <a:solidFill>
                <a:schemeClr val="accent5"/>
              </a:solidFill>
              <a:latin typeface="Play"/>
              <a:ea typeface="Play"/>
              <a:cs typeface="Play"/>
              <a:sym typeface="Play"/>
            </a:endParaRPr>
          </a:p>
        </p:txBody>
      </p:sp>
      <p:sp>
        <p:nvSpPr>
          <p:cNvPr id="1631" name="Google Shape;1631;p47"/>
          <p:cNvSpPr/>
          <p:nvPr/>
        </p:nvSpPr>
        <p:spPr>
          <a:xfrm>
            <a:off x="6362700" y="2114550"/>
            <a:ext cx="457200" cy="457200"/>
          </a:xfrm>
          <a:prstGeom prst="roundRect">
            <a:avLst>
              <a:gd fmla="val 20833" name="adj"/>
            </a:avLst>
          </a:prstGeom>
          <a:solidFill>
            <a:srgbClr val="EEF2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2" name="Google Shape;1632;p47"/>
          <p:cNvSpPr txBox="1"/>
          <p:nvPr/>
        </p:nvSpPr>
        <p:spPr>
          <a:xfrm>
            <a:off x="6362700" y="2114556"/>
            <a:ext cx="4572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de" sz="2200">
                <a:solidFill>
                  <a:srgbClr val="6366F1"/>
                </a:solidFill>
                <a:latin typeface="Material Icons"/>
                <a:ea typeface="Material Icons"/>
                <a:cs typeface="Material Icons"/>
                <a:sym typeface="Material Icons"/>
              </a:rPr>
              <a:t>speed</a:t>
            </a:r>
            <a:endParaRPr b="0" sz="2200">
              <a:solidFill>
                <a:srgbClr val="6366F1"/>
              </a:solidFill>
              <a:latin typeface="Material Icons"/>
              <a:ea typeface="Material Icons"/>
              <a:cs typeface="Material Icons"/>
              <a:sym typeface="Material Icons"/>
            </a:endParaRPr>
          </a:p>
        </p:txBody>
      </p:sp>
      <p:sp>
        <p:nvSpPr>
          <p:cNvPr id="1633" name="Google Shape;1633;p47"/>
          <p:cNvSpPr txBox="1"/>
          <p:nvPr/>
        </p:nvSpPr>
        <p:spPr>
          <a:xfrm>
            <a:off x="6362700" y="2813350"/>
            <a:ext cx="20766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de" sz="1018">
                <a:solidFill>
                  <a:schemeClr val="accent6"/>
                </a:solidFill>
                <a:latin typeface="Play"/>
                <a:ea typeface="Play"/>
                <a:cs typeface="Play"/>
                <a:sym typeface="Play"/>
              </a:rPr>
              <a:t>PROBLEM 03</a:t>
            </a:r>
            <a:endParaRPr b="1" sz="1018">
              <a:solidFill>
                <a:schemeClr val="accent6"/>
              </a:solidFill>
              <a:latin typeface="Play"/>
              <a:ea typeface="Play"/>
              <a:cs typeface="Play"/>
              <a:sym typeface="Play"/>
            </a:endParaRPr>
          </a:p>
          <a:p>
            <a:pPr indent="0" lvl="0" marL="0" rtl="0" algn="l">
              <a:spcBef>
                <a:spcPts val="800"/>
              </a:spcBef>
              <a:spcAft>
                <a:spcPts val="0"/>
              </a:spcAft>
              <a:buNone/>
            </a:pPr>
            <a:r>
              <a:rPr b="1" lang="de" sz="1850">
                <a:solidFill>
                  <a:schemeClr val="accent5"/>
                </a:solidFill>
                <a:latin typeface="Play"/>
                <a:ea typeface="Play"/>
                <a:cs typeface="Play"/>
                <a:sym typeface="Play"/>
              </a:rPr>
              <a:t>Evolutionary rates</a:t>
            </a:r>
            <a:endParaRPr b="1" sz="1850">
              <a:solidFill>
                <a:schemeClr val="accent5"/>
              </a:solidFill>
              <a:latin typeface="Play"/>
              <a:ea typeface="Play"/>
              <a:cs typeface="Play"/>
              <a:sym typeface="Play"/>
            </a:endParaRPr>
          </a:p>
          <a:p>
            <a:pPr indent="0" lvl="0" marL="0" rtl="0" algn="l">
              <a:spcBef>
                <a:spcPts val="1000"/>
              </a:spcBef>
              <a:spcAft>
                <a:spcPts val="0"/>
              </a:spcAft>
              <a:buNone/>
            </a:pPr>
            <a:r>
              <a:t/>
            </a:r>
            <a:endParaRPr sz="1018">
              <a:solidFill>
                <a:schemeClr val="accent5"/>
              </a:solidFill>
              <a:latin typeface="Play"/>
              <a:ea typeface="Play"/>
              <a:cs typeface="Play"/>
              <a:sym typeface="Play"/>
            </a:endParaRPr>
          </a:p>
        </p:txBody>
      </p:sp>
      <p:sp>
        <p:nvSpPr>
          <p:cNvPr id="1634" name="Google Shape;1634;p47"/>
          <p:cNvSpPr txBox="1"/>
          <p:nvPr>
            <p:ph idx="4294967295" type="ctr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Calibri"/>
              <a:buNone/>
            </a:pPr>
            <a:r>
              <a:rPr lang="de" sz="3600">
                <a:solidFill>
                  <a:schemeClr val="accent6"/>
                </a:solidFill>
                <a:latin typeface="Play"/>
                <a:ea typeface="Play"/>
                <a:cs typeface="Play"/>
                <a:sym typeface="Play"/>
              </a:rPr>
              <a:t>Methodological Challenges</a:t>
            </a:r>
            <a:endParaRPr sz="3600">
              <a:solidFill>
                <a:schemeClr val="accent6"/>
              </a:solidFill>
              <a:latin typeface="Play"/>
              <a:ea typeface="Play"/>
              <a:cs typeface="Play"/>
              <a:sym typeface="Play"/>
            </a:endParaRPr>
          </a:p>
        </p:txBody>
      </p:sp>
      <p:sp>
        <p:nvSpPr>
          <p:cNvPr id="1635" name="Google Shape;1635;p47"/>
          <p:cNvSpPr txBox="1"/>
          <p:nvPr/>
        </p:nvSpPr>
        <p:spPr>
          <a:xfrm>
            <a:off x="457200" y="4643075"/>
            <a:ext cx="1676100" cy="23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 sz="850">
                <a:solidFill>
                  <a:srgbClr val="B7B7B7"/>
                </a:solidFill>
              </a:rPr>
              <a:t>Sources: Brodie (2), Chao (3)</a:t>
            </a:r>
            <a:endParaRPr sz="850">
              <a:solidFill>
                <a:srgbClr val="B7B7B7"/>
              </a:solidFill>
            </a:endParaRPr>
          </a:p>
        </p:txBody>
      </p:sp>
      <p:sp>
        <p:nvSpPr>
          <p:cNvPr id="1636" name="Google Shape;1636;p47"/>
          <p:cNvSpPr/>
          <p:nvPr/>
        </p:nvSpPr>
        <p:spPr>
          <a:xfrm>
            <a:off x="704850" y="2165638"/>
            <a:ext cx="457200" cy="457200"/>
          </a:xfrm>
          <a:prstGeom prst="roundRect">
            <a:avLst>
              <a:gd fmla="val 20833" name="adj"/>
            </a:avLst>
          </a:prstGeom>
          <a:solidFill>
            <a:srgbClr val="E0F2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7" name="Google Shape;1637;p47"/>
          <p:cNvSpPr txBox="1"/>
          <p:nvPr/>
        </p:nvSpPr>
        <p:spPr>
          <a:xfrm>
            <a:off x="704850" y="2197769"/>
            <a:ext cx="4572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de" sz="2200">
                <a:solidFill>
                  <a:srgbClr val="0284C7"/>
                </a:solidFill>
                <a:latin typeface="Material Icons"/>
                <a:ea typeface="Material Icons"/>
                <a:cs typeface="Material Icons"/>
                <a:sym typeface="Material Icons"/>
              </a:rPr>
              <a:t>map</a:t>
            </a:r>
            <a:endParaRPr b="0" sz="2200">
              <a:solidFill>
                <a:srgbClr val="0284C7"/>
              </a:solidFill>
              <a:latin typeface="Material Icons"/>
              <a:ea typeface="Material Icons"/>
              <a:cs typeface="Material Icons"/>
              <a:sym typeface="Material Icons"/>
            </a:endParaRPr>
          </a:p>
        </p:txBody>
      </p:sp>
      <p:sp>
        <p:nvSpPr>
          <p:cNvPr id="1638" name="Google Shape;1638;p47"/>
          <p:cNvSpPr txBox="1"/>
          <p:nvPr/>
        </p:nvSpPr>
        <p:spPr>
          <a:xfrm>
            <a:off x="704850" y="2813338"/>
            <a:ext cx="20766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de" sz="1100">
                <a:solidFill>
                  <a:schemeClr val="accent6"/>
                </a:solidFill>
                <a:latin typeface="Play"/>
                <a:ea typeface="Play"/>
                <a:cs typeface="Play"/>
                <a:sym typeface="Play"/>
              </a:rPr>
              <a:t>PROBLEM 01</a:t>
            </a:r>
            <a:endParaRPr b="1" sz="1100">
              <a:solidFill>
                <a:schemeClr val="accent6"/>
              </a:solidFill>
              <a:latin typeface="Play"/>
              <a:ea typeface="Play"/>
              <a:cs typeface="Play"/>
              <a:sym typeface="Play"/>
            </a:endParaRPr>
          </a:p>
          <a:p>
            <a:pPr indent="0" lvl="0" marL="0" rtl="0" algn="l">
              <a:spcBef>
                <a:spcPts val="800"/>
              </a:spcBef>
              <a:spcAft>
                <a:spcPts val="0"/>
              </a:spcAft>
              <a:buNone/>
            </a:pPr>
            <a:r>
              <a:rPr b="1" lang="de" sz="2000">
                <a:solidFill>
                  <a:schemeClr val="accent5"/>
                </a:solidFill>
                <a:latin typeface="Play"/>
                <a:ea typeface="Play"/>
                <a:cs typeface="Play"/>
                <a:sym typeface="Play"/>
              </a:rPr>
              <a:t>Defining area</a:t>
            </a:r>
            <a:endParaRPr b="1" sz="2000">
              <a:solidFill>
                <a:schemeClr val="accent5"/>
              </a:solidFill>
              <a:latin typeface="Play"/>
              <a:ea typeface="Play"/>
              <a:cs typeface="Play"/>
              <a:sym typeface="Play"/>
            </a:endParaRPr>
          </a:p>
          <a:p>
            <a:pPr indent="0" lvl="0" marL="0" rtl="0" algn="l">
              <a:spcBef>
                <a:spcPts val="1000"/>
              </a:spcBef>
              <a:spcAft>
                <a:spcPts val="0"/>
              </a:spcAft>
              <a:buNone/>
            </a:pPr>
            <a:r>
              <a:t/>
            </a:r>
            <a:endParaRPr sz="1100">
              <a:solidFill>
                <a:schemeClr val="accent5"/>
              </a:solidFill>
              <a:latin typeface="Play"/>
              <a:ea typeface="Play"/>
              <a:cs typeface="Play"/>
              <a:sym typeface="Play"/>
            </a:endParaRPr>
          </a:p>
        </p:txBody>
      </p:sp>
    </p:spTree>
  </p:cSld>
  <p:clrMapOvr>
    <a:masterClrMapping/>
  </p:clrMapOvr>
  <mc:AlternateContent>
    <mc:Choice Requires="p14">
      <p:transition p14:dur="2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2" name="Shape 1642"/>
        <p:cNvGrpSpPr/>
        <p:nvPr/>
      </p:nvGrpSpPr>
      <p:grpSpPr>
        <a:xfrm>
          <a:off x="0" y="0"/>
          <a:ext cx="0" cy="0"/>
          <a:chOff x="0" y="0"/>
          <a:chExt cx="0" cy="0"/>
        </a:xfrm>
      </p:grpSpPr>
      <p:sp>
        <p:nvSpPr>
          <p:cNvPr id="1643" name="Google Shape;1643;p48"/>
          <p:cNvSpPr/>
          <p:nvPr/>
        </p:nvSpPr>
        <p:spPr>
          <a:xfrm>
            <a:off x="381000" y="3459628"/>
            <a:ext cx="3600000" cy="648000"/>
          </a:xfrm>
          <a:prstGeom prst="roundRect">
            <a:avLst>
              <a:gd fmla="val 16667" name="adj"/>
            </a:avLst>
          </a:prstGeom>
          <a:solidFill>
            <a:schemeClr val="lt1"/>
          </a:solidFill>
          <a:ln cap="flat" cmpd="sng" w="9525">
            <a:solidFill>
              <a:srgbClr val="E2ECEA"/>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44" name="Google Shape;1644;p48"/>
          <p:cNvSpPr/>
          <p:nvPr/>
        </p:nvSpPr>
        <p:spPr>
          <a:xfrm>
            <a:off x="381000" y="2486964"/>
            <a:ext cx="3600000" cy="648000"/>
          </a:xfrm>
          <a:prstGeom prst="roundRect">
            <a:avLst>
              <a:gd fmla="val 16667" name="adj"/>
            </a:avLst>
          </a:prstGeom>
          <a:solidFill>
            <a:schemeClr val="lt1"/>
          </a:solidFill>
          <a:ln cap="flat" cmpd="sng" w="9525">
            <a:solidFill>
              <a:srgbClr val="E2ECEA"/>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45" name="Google Shape;1645;p48"/>
          <p:cNvSpPr/>
          <p:nvPr/>
        </p:nvSpPr>
        <p:spPr>
          <a:xfrm>
            <a:off x="381000" y="1474250"/>
            <a:ext cx="3600000" cy="648000"/>
          </a:xfrm>
          <a:prstGeom prst="roundRect">
            <a:avLst>
              <a:gd fmla="val 16667" name="adj"/>
            </a:avLst>
          </a:prstGeom>
          <a:solidFill>
            <a:schemeClr val="lt1"/>
          </a:solidFill>
          <a:ln cap="flat" cmpd="sng" w="9525">
            <a:solidFill>
              <a:srgbClr val="E2ECEA"/>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46" name="Google Shape;1646;p48"/>
          <p:cNvSpPr txBox="1"/>
          <p:nvPr/>
        </p:nvSpPr>
        <p:spPr>
          <a:xfrm>
            <a:off x="571500" y="2667634"/>
            <a:ext cx="3333900" cy="743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de" sz="2000">
                <a:solidFill>
                  <a:schemeClr val="accent5"/>
                </a:solidFill>
                <a:latin typeface="Material Icons"/>
                <a:ea typeface="Material Icons"/>
                <a:cs typeface="Material Icons"/>
                <a:sym typeface="Material Icons"/>
              </a:rPr>
              <a:t>schema </a:t>
            </a:r>
            <a:r>
              <a:rPr lang="de" sz="1800">
                <a:solidFill>
                  <a:schemeClr val="accent5"/>
                </a:solidFill>
                <a:latin typeface="Play"/>
                <a:ea typeface="Play"/>
                <a:cs typeface="Play"/>
                <a:sym typeface="Play"/>
              </a:rPr>
              <a:t>Higher Taxonomic Groups</a:t>
            </a:r>
            <a:endParaRPr sz="1800">
              <a:solidFill>
                <a:schemeClr val="accent5"/>
              </a:solidFill>
              <a:latin typeface="Play"/>
              <a:ea typeface="Play"/>
              <a:cs typeface="Play"/>
              <a:sym typeface="Play"/>
            </a:endParaRPr>
          </a:p>
          <a:p>
            <a:pPr indent="0" lvl="0" marL="0" rtl="0" algn="l">
              <a:spcBef>
                <a:spcPts val="300"/>
              </a:spcBef>
              <a:spcAft>
                <a:spcPts val="0"/>
              </a:spcAft>
              <a:buNone/>
            </a:pPr>
            <a:r>
              <a:t/>
            </a:r>
            <a:endParaRPr b="0" sz="1050">
              <a:solidFill>
                <a:schemeClr val="accent5"/>
              </a:solidFill>
              <a:latin typeface="Inter"/>
              <a:ea typeface="Inter"/>
              <a:cs typeface="Inter"/>
              <a:sym typeface="Inter"/>
            </a:endParaRPr>
          </a:p>
        </p:txBody>
      </p:sp>
      <p:sp>
        <p:nvSpPr>
          <p:cNvPr id="1647" name="Google Shape;1647;p48"/>
          <p:cNvSpPr txBox="1"/>
          <p:nvPr/>
        </p:nvSpPr>
        <p:spPr>
          <a:xfrm>
            <a:off x="571500" y="3623839"/>
            <a:ext cx="3333900" cy="743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de" sz="2000">
                <a:solidFill>
                  <a:schemeClr val="accent5"/>
                </a:solidFill>
                <a:latin typeface="Material Icons"/>
                <a:ea typeface="Material Icons"/>
                <a:cs typeface="Material Icons"/>
                <a:sym typeface="Material Icons"/>
              </a:rPr>
              <a:t>equali</a:t>
            </a:r>
            <a:r>
              <a:rPr lang="de" sz="2000">
                <a:solidFill>
                  <a:schemeClr val="accent5"/>
                </a:solidFill>
                <a:latin typeface="Material Icons"/>
                <a:ea typeface="Material Icons"/>
                <a:cs typeface="Material Icons"/>
                <a:sym typeface="Material Icons"/>
              </a:rPr>
              <a:t>z</a:t>
            </a:r>
            <a:r>
              <a:rPr lang="de" sz="2000">
                <a:solidFill>
                  <a:schemeClr val="accent5"/>
                </a:solidFill>
                <a:latin typeface="Material Icons"/>
                <a:ea typeface="Material Icons"/>
                <a:cs typeface="Material Icons"/>
                <a:sym typeface="Material Icons"/>
              </a:rPr>
              <a:t>er </a:t>
            </a:r>
            <a:r>
              <a:rPr lang="de" sz="1800">
                <a:solidFill>
                  <a:schemeClr val="accent5"/>
                </a:solidFill>
                <a:latin typeface="Play"/>
                <a:ea typeface="Play"/>
                <a:cs typeface="Play"/>
                <a:sym typeface="Play"/>
              </a:rPr>
              <a:t>Species Evenness</a:t>
            </a:r>
            <a:endParaRPr sz="1800">
              <a:solidFill>
                <a:schemeClr val="accent5"/>
              </a:solidFill>
              <a:latin typeface="Play"/>
              <a:ea typeface="Play"/>
              <a:cs typeface="Play"/>
              <a:sym typeface="Play"/>
            </a:endParaRPr>
          </a:p>
          <a:p>
            <a:pPr indent="0" lvl="0" marL="0" rtl="0" algn="l">
              <a:spcBef>
                <a:spcPts val="300"/>
              </a:spcBef>
              <a:spcAft>
                <a:spcPts val="0"/>
              </a:spcAft>
              <a:buNone/>
            </a:pPr>
            <a:r>
              <a:t/>
            </a:r>
            <a:endParaRPr b="0" sz="1050">
              <a:solidFill>
                <a:schemeClr val="accent5"/>
              </a:solidFill>
              <a:latin typeface="Inter"/>
              <a:ea typeface="Inter"/>
              <a:cs typeface="Inter"/>
              <a:sym typeface="Inter"/>
            </a:endParaRPr>
          </a:p>
        </p:txBody>
      </p:sp>
      <p:grpSp>
        <p:nvGrpSpPr>
          <p:cNvPr id="1648" name="Google Shape;1648;p48"/>
          <p:cNvGrpSpPr/>
          <p:nvPr/>
        </p:nvGrpSpPr>
        <p:grpSpPr>
          <a:xfrm>
            <a:off x="4286100" y="1474251"/>
            <a:ext cx="4476900" cy="2647512"/>
            <a:chOff x="0" y="0"/>
            <a:chExt cx="4476900" cy="2520000"/>
          </a:xfrm>
        </p:grpSpPr>
        <p:sp>
          <p:nvSpPr>
            <p:cNvPr id="1649" name="Google Shape;1649;p48"/>
            <p:cNvSpPr/>
            <p:nvPr/>
          </p:nvSpPr>
          <p:spPr>
            <a:xfrm>
              <a:off x="0" y="0"/>
              <a:ext cx="4476900" cy="2520000"/>
            </a:xfrm>
            <a:prstGeom prst="roundRect">
              <a:avLst>
                <a:gd fmla="val 289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0" name="Google Shape;1650;p48"/>
            <p:cNvSpPr/>
            <p:nvPr/>
          </p:nvSpPr>
          <p:spPr>
            <a:xfrm>
              <a:off x="142875" y="114300"/>
              <a:ext cx="4191000" cy="247800"/>
            </a:xfrm>
            <a:prstGeom prst="roundRect">
              <a:avLst>
                <a:gd fmla="val 19230"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1" name="Google Shape;1651;p48"/>
            <p:cNvSpPr txBox="1"/>
            <p:nvPr/>
          </p:nvSpPr>
          <p:spPr>
            <a:xfrm>
              <a:off x="219075" y="152400"/>
              <a:ext cx="40386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de" sz="900">
                  <a:solidFill>
                    <a:srgbClr val="0284C7"/>
                  </a:solidFill>
                  <a:latin typeface="Inter"/>
                  <a:ea typeface="Inter"/>
                  <a:cs typeface="Inter"/>
                  <a:sym typeface="Inter"/>
                </a:rPr>
                <a:t>ILLUSTRATING RICHNESS VS. EVENNESS</a:t>
              </a:r>
              <a:endParaRPr b="1" sz="900">
                <a:solidFill>
                  <a:srgbClr val="0284C7"/>
                </a:solidFill>
                <a:latin typeface="Inter"/>
                <a:ea typeface="Inter"/>
                <a:cs typeface="Inter"/>
                <a:sym typeface="Inter"/>
              </a:endParaRPr>
            </a:p>
          </p:txBody>
        </p:sp>
        <p:pic>
          <p:nvPicPr>
            <p:cNvPr id="1652" name="Google Shape;1652;p48"/>
            <p:cNvPicPr preferRelativeResize="0"/>
            <p:nvPr/>
          </p:nvPicPr>
          <p:blipFill rotWithShape="1">
            <a:blip r:embed="rId3">
              <a:alphaModFix/>
            </a:blip>
            <a:srcRect b="249" l="0" r="0" t="249"/>
            <a:stretch/>
          </p:blipFill>
          <p:spPr>
            <a:xfrm>
              <a:off x="142875" y="438150"/>
              <a:ext cx="4191000" cy="1905000"/>
            </a:xfrm>
            <a:prstGeom prst="roundRect">
              <a:avLst>
                <a:gd fmla="val 3000" name="adj"/>
              </a:avLst>
            </a:prstGeom>
            <a:noFill/>
            <a:ln>
              <a:noFill/>
            </a:ln>
          </p:spPr>
        </p:pic>
      </p:grpSp>
      <p:sp>
        <p:nvSpPr>
          <p:cNvPr id="1653" name="Google Shape;1653;p48"/>
          <p:cNvSpPr txBox="1"/>
          <p:nvPr/>
        </p:nvSpPr>
        <p:spPr>
          <a:xfrm>
            <a:off x="571500" y="1655164"/>
            <a:ext cx="3333900" cy="743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de" sz="1965">
                <a:solidFill>
                  <a:schemeClr val="accent5"/>
                </a:solidFill>
                <a:latin typeface="Material Icons"/>
                <a:ea typeface="Material Icons"/>
                <a:cs typeface="Material Icons"/>
                <a:sym typeface="Material Icons"/>
              </a:rPr>
              <a:t>format_list_bulleted </a:t>
            </a:r>
            <a:r>
              <a:rPr lang="de" sz="1800">
                <a:solidFill>
                  <a:schemeClr val="accent5"/>
                </a:solidFill>
                <a:latin typeface="Play"/>
                <a:ea typeface="Play"/>
                <a:cs typeface="Play"/>
                <a:sym typeface="Play"/>
              </a:rPr>
              <a:t>Species Richness</a:t>
            </a:r>
            <a:endParaRPr sz="1800">
              <a:solidFill>
                <a:schemeClr val="accent5"/>
              </a:solidFill>
              <a:latin typeface="Play"/>
              <a:ea typeface="Play"/>
              <a:cs typeface="Play"/>
              <a:sym typeface="Play"/>
            </a:endParaRPr>
          </a:p>
          <a:p>
            <a:pPr indent="0" lvl="0" marL="0" rtl="0" algn="l">
              <a:spcBef>
                <a:spcPts val="300"/>
              </a:spcBef>
              <a:spcAft>
                <a:spcPts val="0"/>
              </a:spcAft>
              <a:buNone/>
            </a:pPr>
            <a:r>
              <a:t/>
            </a:r>
            <a:endParaRPr b="0" sz="971">
              <a:solidFill>
                <a:schemeClr val="accent5"/>
              </a:solidFill>
              <a:latin typeface="Inter"/>
              <a:ea typeface="Inter"/>
              <a:cs typeface="Inter"/>
              <a:sym typeface="Inter"/>
            </a:endParaRPr>
          </a:p>
        </p:txBody>
      </p:sp>
      <p:sp>
        <p:nvSpPr>
          <p:cNvPr id="1654" name="Google Shape;1654;p48"/>
          <p:cNvSpPr txBox="1"/>
          <p:nvPr/>
        </p:nvSpPr>
        <p:spPr>
          <a:xfrm>
            <a:off x="7321162" y="4138350"/>
            <a:ext cx="17403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de" sz="850">
                <a:solidFill>
                  <a:srgbClr val="B7B7B7"/>
                </a:solidFill>
              </a:rPr>
              <a:t>Image </a:t>
            </a:r>
            <a:r>
              <a:rPr lang="de" sz="850">
                <a:solidFill>
                  <a:srgbClr val="B7B7B7"/>
                </a:solidFill>
              </a:rPr>
              <a:t>Source: bioninja.com</a:t>
            </a:r>
            <a:endParaRPr sz="850">
              <a:solidFill>
                <a:srgbClr val="B7B7B7"/>
              </a:solidFill>
            </a:endParaRPr>
          </a:p>
        </p:txBody>
      </p:sp>
      <p:cxnSp>
        <p:nvCxnSpPr>
          <p:cNvPr id="1655" name="Google Shape;1655;p48"/>
          <p:cNvCxnSpPr/>
          <p:nvPr/>
        </p:nvCxnSpPr>
        <p:spPr>
          <a:xfrm rot="10800000">
            <a:off x="0" y="-7192475"/>
            <a:ext cx="8872800" cy="4843200"/>
          </a:xfrm>
          <a:prstGeom prst="straightConnector1">
            <a:avLst/>
          </a:prstGeom>
          <a:noFill/>
          <a:ln cap="flat" cmpd="sng" w="9525">
            <a:solidFill>
              <a:schemeClr val="dk2"/>
            </a:solidFill>
            <a:prstDash val="solid"/>
            <a:round/>
            <a:headEnd len="med" w="med" type="none"/>
            <a:tailEnd len="med" w="med" type="none"/>
          </a:ln>
        </p:spPr>
      </p:cxnSp>
      <p:sp>
        <p:nvSpPr>
          <p:cNvPr id="1656" name="Google Shape;1656;p48"/>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000"/>
              <a:buFont typeface="Calibri"/>
              <a:buNone/>
            </a:pPr>
            <a:r>
              <a:rPr lang="de" sz="3600">
                <a:solidFill>
                  <a:schemeClr val="accent6"/>
                </a:solidFill>
                <a:latin typeface="Play"/>
                <a:ea typeface="Play"/>
                <a:cs typeface="Play"/>
                <a:sym typeface="Play"/>
              </a:rPr>
              <a:t>Methods of Measurement               </a:t>
            </a:r>
            <a:endParaRPr sz="1000">
              <a:solidFill>
                <a:schemeClr val="accent6"/>
              </a:solidFill>
              <a:latin typeface="Play"/>
              <a:ea typeface="Play"/>
              <a:cs typeface="Play"/>
              <a:sym typeface="Play"/>
            </a:endParaRPr>
          </a:p>
        </p:txBody>
      </p:sp>
      <p:sp>
        <p:nvSpPr>
          <p:cNvPr id="1657" name="Google Shape;1657;p48"/>
          <p:cNvSpPr txBox="1"/>
          <p:nvPr/>
        </p:nvSpPr>
        <p:spPr>
          <a:xfrm>
            <a:off x="381000" y="4751100"/>
            <a:ext cx="2683500" cy="28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 sz="850">
                <a:solidFill>
                  <a:srgbClr val="B7B7B7"/>
                </a:solidFill>
              </a:rPr>
              <a:t>Sources: Brodie (2), Chao (3), Nature Index (9)</a:t>
            </a:r>
            <a:endParaRPr sz="850">
              <a:solidFill>
                <a:srgbClr val="B7B7B7"/>
              </a:solidFill>
            </a:endParaRPr>
          </a:p>
        </p:txBody>
      </p:sp>
    </p:spTree>
  </p:cSld>
  <p:clrMapOvr>
    <a:masterClrMapping/>
  </p:clrMapOvr>
  <mc:AlternateContent>
    <mc:Choice Requires="p14">
      <p:transition p14:dur="200">
        <p:fade/>
      </p:transition>
    </mc:Choice>
    <mc:Fallback>
      <p:transition>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1" name="Shape 1661"/>
        <p:cNvGrpSpPr/>
        <p:nvPr/>
      </p:nvGrpSpPr>
      <p:grpSpPr>
        <a:xfrm>
          <a:off x="0" y="0"/>
          <a:ext cx="0" cy="0"/>
          <a:chOff x="0" y="0"/>
          <a:chExt cx="0" cy="0"/>
        </a:xfrm>
      </p:grpSpPr>
      <p:sp>
        <p:nvSpPr>
          <p:cNvPr id="1662" name="Google Shape;1662;p49"/>
          <p:cNvSpPr txBox="1"/>
          <p:nvPr>
            <p:ph idx="4294967295" type="title"/>
          </p:nvPr>
        </p:nvSpPr>
        <p:spPr>
          <a:xfrm>
            <a:off x="457200" y="205978"/>
            <a:ext cx="8229600" cy="7095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000"/>
              <a:buFont typeface="Calibri"/>
              <a:buNone/>
            </a:pPr>
            <a:r>
              <a:rPr lang="de" sz="3600">
                <a:solidFill>
                  <a:schemeClr val="accent6"/>
                </a:solidFill>
                <a:latin typeface="Play"/>
                <a:ea typeface="Play"/>
                <a:cs typeface="Play"/>
                <a:sym typeface="Play"/>
              </a:rPr>
              <a:t>Why does LDG occur?</a:t>
            </a:r>
            <a:endParaRPr sz="1000">
              <a:solidFill>
                <a:schemeClr val="accent6"/>
              </a:solidFill>
              <a:latin typeface="Play"/>
              <a:ea typeface="Play"/>
              <a:cs typeface="Play"/>
              <a:sym typeface="Play"/>
            </a:endParaRPr>
          </a:p>
        </p:txBody>
      </p:sp>
      <p:sp>
        <p:nvSpPr>
          <p:cNvPr id="1663" name="Google Shape;1663;p49"/>
          <p:cNvSpPr/>
          <p:nvPr/>
        </p:nvSpPr>
        <p:spPr>
          <a:xfrm>
            <a:off x="4330749" y="5520183"/>
            <a:ext cx="35307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664" name="Google Shape;1664;p49"/>
          <p:cNvSpPr/>
          <p:nvPr/>
        </p:nvSpPr>
        <p:spPr>
          <a:xfrm>
            <a:off x="8089999" y="5520183"/>
            <a:ext cx="35307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665" name="Google Shape;1665;p49"/>
          <p:cNvSpPr/>
          <p:nvPr/>
        </p:nvSpPr>
        <p:spPr>
          <a:xfrm>
            <a:off x="11611123" y="3686026"/>
            <a:ext cx="9600" cy="18438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666" name="Google Shape;1666;p49"/>
          <p:cNvSpPr txBox="1"/>
          <p:nvPr/>
        </p:nvSpPr>
        <p:spPr>
          <a:xfrm>
            <a:off x="270275" y="1120997"/>
            <a:ext cx="10607100" cy="264600"/>
          </a:xfrm>
          <a:prstGeom prst="rect">
            <a:avLst/>
          </a:prstGeom>
          <a:noFill/>
          <a:ln>
            <a:noFill/>
          </a:ln>
        </p:spPr>
        <p:txBody>
          <a:bodyPr anchorCtr="0" anchor="t" bIns="9125" lIns="18275" spcFirstLastPara="1" rIns="18275" wrap="square" tIns="9125">
            <a:spAutoFit/>
          </a:bodyPr>
          <a:lstStyle/>
          <a:p>
            <a:pPr indent="0" lvl="0" marL="0" marR="0" rtl="0" algn="l">
              <a:spcBef>
                <a:spcPts val="0"/>
              </a:spcBef>
              <a:spcAft>
                <a:spcPts val="0"/>
              </a:spcAft>
              <a:buNone/>
            </a:pPr>
            <a:r>
              <a:rPr i="0" lang="de" sz="1600" u="none" cap="none" strike="noStrike">
                <a:solidFill>
                  <a:srgbClr val="68757C"/>
                </a:solidFill>
                <a:latin typeface="Play"/>
                <a:ea typeface="Play"/>
                <a:cs typeface="Play"/>
                <a:sym typeface="Play"/>
              </a:rPr>
              <a:t>No single explanation: several interacting factors shape the pattern.</a:t>
            </a:r>
            <a:endParaRPr>
              <a:latin typeface="Play"/>
              <a:ea typeface="Play"/>
              <a:cs typeface="Play"/>
              <a:sym typeface="Play"/>
            </a:endParaRPr>
          </a:p>
        </p:txBody>
      </p:sp>
      <p:sp>
        <p:nvSpPr>
          <p:cNvPr id="1667" name="Google Shape;1667;p49"/>
          <p:cNvSpPr/>
          <p:nvPr/>
        </p:nvSpPr>
        <p:spPr>
          <a:xfrm>
            <a:off x="255323" y="1869793"/>
            <a:ext cx="1782600" cy="1234200"/>
          </a:xfrm>
          <a:prstGeom prst="roundRect">
            <a:avLst>
              <a:gd fmla="val 16667" name="adj"/>
            </a:avLst>
          </a:prstGeom>
          <a:solidFill>
            <a:srgbClr val="FFFFFF"/>
          </a:solidFill>
          <a:ln cap="flat" cmpd="sng" w="7475">
            <a:solidFill>
              <a:srgbClr val="E2ECEA"/>
            </a:solidFill>
            <a:prstDash val="solid"/>
            <a:round/>
            <a:headEnd len="sm" w="sm" type="none"/>
            <a:tailEnd len="sm" w="sm" type="none"/>
          </a:ln>
          <a:effectLst>
            <a:outerShdw blurRad="31442" rotWithShape="0" dir="5400000" dist="18079">
              <a:srgbClr val="000000">
                <a:alpha val="34900"/>
              </a:srgbClr>
            </a:outerShdw>
          </a:effectLst>
        </p:spPr>
        <p:txBody>
          <a:bodyPr anchorCtr="0" anchor="ctr" bIns="35925" lIns="71875" spcFirstLastPara="1" rIns="71875" wrap="square" tIns="35925">
            <a:noAutofit/>
          </a:bodyPr>
          <a:lstStyle/>
          <a:p>
            <a:pPr indent="0" lvl="0" marL="0" marR="0" rtl="0" algn="ctr">
              <a:spcBef>
                <a:spcPts val="0"/>
              </a:spcBef>
              <a:spcAft>
                <a:spcPts val="0"/>
              </a:spcAft>
              <a:buNone/>
            </a:pPr>
            <a:r>
              <a:t/>
            </a:r>
            <a:endParaRPr i="0" sz="1415" u="none" cap="none" strike="noStrike">
              <a:solidFill>
                <a:srgbClr val="000000"/>
              </a:solidFill>
              <a:latin typeface="Play"/>
              <a:ea typeface="Play"/>
              <a:cs typeface="Play"/>
              <a:sym typeface="Play"/>
            </a:endParaRPr>
          </a:p>
        </p:txBody>
      </p:sp>
      <p:sp>
        <p:nvSpPr>
          <p:cNvPr id="1668" name="Google Shape;1668;p49"/>
          <p:cNvSpPr txBox="1"/>
          <p:nvPr/>
        </p:nvSpPr>
        <p:spPr>
          <a:xfrm>
            <a:off x="384696" y="2083383"/>
            <a:ext cx="1523700" cy="199200"/>
          </a:xfrm>
          <a:prstGeom prst="rect">
            <a:avLst/>
          </a:prstGeom>
          <a:noFill/>
          <a:ln>
            <a:noFill/>
          </a:ln>
        </p:spPr>
        <p:txBody>
          <a:bodyPr anchorCtr="0" anchor="t" bIns="7175" lIns="14375" spcFirstLastPara="1" rIns="14375" wrap="square" tIns="7175">
            <a:spAutoFit/>
          </a:bodyPr>
          <a:lstStyle/>
          <a:p>
            <a:pPr indent="0" lvl="0" marL="0" marR="0" rtl="0" algn="l">
              <a:spcBef>
                <a:spcPts val="0"/>
              </a:spcBef>
              <a:spcAft>
                <a:spcPts val="0"/>
              </a:spcAft>
              <a:buNone/>
            </a:pPr>
            <a:r>
              <a:rPr b="1" i="0" lang="de" sz="1200" u="none" cap="none" strike="noStrike">
                <a:solidFill>
                  <a:schemeClr val="accent5"/>
                </a:solidFill>
                <a:latin typeface="Play"/>
                <a:ea typeface="Play"/>
                <a:cs typeface="Play"/>
                <a:sym typeface="Play"/>
              </a:rPr>
              <a:t>CLIMATE &amp; ENERGY</a:t>
            </a:r>
            <a:endParaRPr sz="1200">
              <a:solidFill>
                <a:schemeClr val="accent5"/>
              </a:solidFill>
              <a:latin typeface="Play"/>
              <a:ea typeface="Play"/>
              <a:cs typeface="Play"/>
              <a:sym typeface="Play"/>
            </a:endParaRPr>
          </a:p>
        </p:txBody>
      </p:sp>
      <p:sp>
        <p:nvSpPr>
          <p:cNvPr id="1669" name="Google Shape;1669;p49"/>
          <p:cNvSpPr txBox="1"/>
          <p:nvPr/>
        </p:nvSpPr>
        <p:spPr>
          <a:xfrm>
            <a:off x="384696" y="2464322"/>
            <a:ext cx="1523700" cy="135600"/>
          </a:xfrm>
          <a:prstGeom prst="rect">
            <a:avLst/>
          </a:prstGeom>
          <a:noFill/>
          <a:ln>
            <a:noFill/>
          </a:ln>
        </p:spPr>
        <p:txBody>
          <a:bodyPr anchorCtr="0" anchor="t" bIns="7175" lIns="14375" spcFirstLastPara="1" rIns="14375" wrap="square" tIns="7175">
            <a:spAutoFit/>
          </a:bodyPr>
          <a:lstStyle/>
          <a:p>
            <a:pPr indent="0" lvl="0" marL="0" marR="0" rtl="0" algn="l">
              <a:spcBef>
                <a:spcPts val="0"/>
              </a:spcBef>
              <a:spcAft>
                <a:spcPts val="0"/>
              </a:spcAft>
              <a:buNone/>
            </a:pPr>
            <a:r>
              <a:rPr b="1" i="0" lang="de" sz="786" u="none" cap="none" strike="noStrike">
                <a:solidFill>
                  <a:srgbClr val="4C8E91"/>
                </a:solidFill>
                <a:latin typeface="Play"/>
                <a:ea typeface="Play"/>
                <a:cs typeface="Play"/>
                <a:sym typeface="Play"/>
              </a:rPr>
              <a:t>Main driver</a:t>
            </a:r>
            <a:endParaRPr sz="1100">
              <a:solidFill>
                <a:srgbClr val="4C8E91"/>
              </a:solidFill>
              <a:latin typeface="Play"/>
              <a:ea typeface="Play"/>
              <a:cs typeface="Play"/>
              <a:sym typeface="Play"/>
            </a:endParaRPr>
          </a:p>
        </p:txBody>
      </p:sp>
      <p:sp>
        <p:nvSpPr>
          <p:cNvPr id="1670" name="Google Shape;1670;p49"/>
          <p:cNvSpPr txBox="1"/>
          <p:nvPr/>
        </p:nvSpPr>
        <p:spPr>
          <a:xfrm>
            <a:off x="384696" y="2744636"/>
            <a:ext cx="1523700" cy="256500"/>
          </a:xfrm>
          <a:prstGeom prst="rect">
            <a:avLst/>
          </a:prstGeom>
          <a:noFill/>
          <a:ln>
            <a:noFill/>
          </a:ln>
        </p:spPr>
        <p:txBody>
          <a:bodyPr anchorCtr="0" anchor="t" bIns="7175" lIns="14375" spcFirstLastPara="1" rIns="14375" wrap="square" tIns="7175">
            <a:spAutoFit/>
          </a:bodyPr>
          <a:lstStyle/>
          <a:p>
            <a:pPr indent="0" lvl="0" marL="0" marR="0" rtl="0" algn="l">
              <a:spcBef>
                <a:spcPts val="0"/>
              </a:spcBef>
              <a:spcAft>
                <a:spcPts val="0"/>
              </a:spcAft>
              <a:buNone/>
            </a:pPr>
            <a:r>
              <a:rPr i="0" lang="de" sz="786" u="none" cap="none" strike="noStrike">
                <a:solidFill>
                  <a:srgbClr val="68757C"/>
                </a:solidFill>
                <a:latin typeface="Play"/>
                <a:ea typeface="Play"/>
                <a:cs typeface="Play"/>
                <a:sym typeface="Play"/>
              </a:rPr>
              <a:t>Sunlight, temperature,</a:t>
            </a:r>
            <a:br>
              <a:rPr i="0" lang="de" sz="786" u="none" cap="none" strike="noStrike">
                <a:solidFill>
                  <a:srgbClr val="68757C"/>
                </a:solidFill>
                <a:latin typeface="Play"/>
                <a:ea typeface="Play"/>
                <a:cs typeface="Play"/>
                <a:sym typeface="Play"/>
              </a:rPr>
            </a:br>
            <a:r>
              <a:rPr i="0" lang="de" sz="786" u="none" cap="none" strike="noStrike">
                <a:solidFill>
                  <a:srgbClr val="68757C"/>
                </a:solidFill>
                <a:latin typeface="Play"/>
                <a:ea typeface="Play"/>
                <a:cs typeface="Play"/>
                <a:sym typeface="Play"/>
              </a:rPr>
              <a:t>precipitation, seasonality</a:t>
            </a:r>
            <a:endParaRPr sz="1100">
              <a:latin typeface="Play"/>
              <a:ea typeface="Play"/>
              <a:cs typeface="Play"/>
              <a:sym typeface="Play"/>
            </a:endParaRPr>
          </a:p>
        </p:txBody>
      </p:sp>
      <p:sp>
        <p:nvSpPr>
          <p:cNvPr id="1671" name="Google Shape;1671;p49"/>
          <p:cNvSpPr/>
          <p:nvPr/>
        </p:nvSpPr>
        <p:spPr>
          <a:xfrm>
            <a:off x="2512198" y="1869793"/>
            <a:ext cx="1782600" cy="1234200"/>
          </a:xfrm>
          <a:prstGeom prst="roundRect">
            <a:avLst>
              <a:gd fmla="val 16667" name="adj"/>
            </a:avLst>
          </a:prstGeom>
          <a:solidFill>
            <a:srgbClr val="FFFFFF"/>
          </a:solidFill>
          <a:ln cap="flat" cmpd="sng" w="7475">
            <a:solidFill>
              <a:srgbClr val="E2ECEA"/>
            </a:solidFill>
            <a:prstDash val="solid"/>
            <a:round/>
            <a:headEnd len="sm" w="sm" type="none"/>
            <a:tailEnd len="sm" w="sm" type="none"/>
          </a:ln>
          <a:effectLst>
            <a:outerShdw blurRad="31442" rotWithShape="0" dir="5400000" dist="18079">
              <a:srgbClr val="000000">
                <a:alpha val="34900"/>
              </a:srgbClr>
            </a:outerShdw>
          </a:effectLst>
        </p:spPr>
        <p:txBody>
          <a:bodyPr anchorCtr="0" anchor="ctr" bIns="35925" lIns="71875" spcFirstLastPara="1" rIns="71875" wrap="square" tIns="35925">
            <a:noAutofit/>
          </a:bodyPr>
          <a:lstStyle/>
          <a:p>
            <a:pPr indent="0" lvl="0" marL="0" marR="0" rtl="0" algn="ctr">
              <a:spcBef>
                <a:spcPts val="0"/>
              </a:spcBef>
              <a:spcAft>
                <a:spcPts val="0"/>
              </a:spcAft>
              <a:buNone/>
            </a:pPr>
            <a:r>
              <a:t/>
            </a:r>
            <a:endParaRPr i="0" sz="1415" u="none" cap="none" strike="noStrike">
              <a:solidFill>
                <a:srgbClr val="000000"/>
              </a:solidFill>
              <a:latin typeface="Play"/>
              <a:ea typeface="Play"/>
              <a:cs typeface="Play"/>
              <a:sym typeface="Play"/>
            </a:endParaRPr>
          </a:p>
        </p:txBody>
      </p:sp>
      <p:sp>
        <p:nvSpPr>
          <p:cNvPr id="1672" name="Google Shape;1672;p49"/>
          <p:cNvSpPr txBox="1"/>
          <p:nvPr/>
        </p:nvSpPr>
        <p:spPr>
          <a:xfrm>
            <a:off x="2641581" y="2083383"/>
            <a:ext cx="1523700" cy="183900"/>
          </a:xfrm>
          <a:prstGeom prst="rect">
            <a:avLst/>
          </a:prstGeom>
          <a:noFill/>
          <a:ln>
            <a:noFill/>
          </a:ln>
        </p:spPr>
        <p:txBody>
          <a:bodyPr anchorCtr="0" anchor="t" bIns="7175" lIns="14375" spcFirstLastPara="1" rIns="14375" wrap="square" tIns="7175">
            <a:spAutoFit/>
          </a:bodyPr>
          <a:lstStyle/>
          <a:p>
            <a:pPr indent="0" lvl="0" marL="0" marR="0" rtl="0" algn="l">
              <a:spcBef>
                <a:spcPts val="0"/>
              </a:spcBef>
              <a:spcAft>
                <a:spcPts val="0"/>
              </a:spcAft>
              <a:buNone/>
            </a:pPr>
            <a:r>
              <a:rPr b="1" i="0" lang="de" sz="1100" u="none" cap="none" strike="noStrike">
                <a:solidFill>
                  <a:schemeClr val="accent5"/>
                </a:solidFill>
                <a:latin typeface="Play"/>
                <a:ea typeface="Play"/>
                <a:cs typeface="Play"/>
                <a:sym typeface="Play"/>
              </a:rPr>
              <a:t>HABITAT AREA</a:t>
            </a:r>
            <a:endParaRPr sz="1100">
              <a:solidFill>
                <a:schemeClr val="accent5"/>
              </a:solidFill>
              <a:latin typeface="Play"/>
              <a:ea typeface="Play"/>
              <a:cs typeface="Play"/>
              <a:sym typeface="Play"/>
            </a:endParaRPr>
          </a:p>
        </p:txBody>
      </p:sp>
      <p:sp>
        <p:nvSpPr>
          <p:cNvPr id="1673" name="Google Shape;1673;p49"/>
          <p:cNvSpPr txBox="1"/>
          <p:nvPr/>
        </p:nvSpPr>
        <p:spPr>
          <a:xfrm>
            <a:off x="2641581" y="2464322"/>
            <a:ext cx="1523700" cy="135600"/>
          </a:xfrm>
          <a:prstGeom prst="rect">
            <a:avLst/>
          </a:prstGeom>
          <a:noFill/>
          <a:ln>
            <a:noFill/>
          </a:ln>
        </p:spPr>
        <p:txBody>
          <a:bodyPr anchorCtr="0" anchor="t" bIns="7175" lIns="14375" spcFirstLastPara="1" rIns="14375" wrap="square" tIns="7175">
            <a:spAutoFit/>
          </a:bodyPr>
          <a:lstStyle/>
          <a:p>
            <a:pPr indent="0" lvl="0" marL="0" marR="0" rtl="0" algn="l">
              <a:spcBef>
                <a:spcPts val="0"/>
              </a:spcBef>
              <a:spcAft>
                <a:spcPts val="0"/>
              </a:spcAft>
              <a:buNone/>
            </a:pPr>
            <a:r>
              <a:rPr b="1" i="0" lang="de" sz="786" u="none" cap="none" strike="noStrike">
                <a:solidFill>
                  <a:srgbClr val="4C8E91"/>
                </a:solidFill>
                <a:latin typeface="Play"/>
                <a:ea typeface="Play"/>
                <a:cs typeface="Play"/>
                <a:sym typeface="Play"/>
              </a:rPr>
              <a:t>More area → more niches</a:t>
            </a:r>
            <a:endParaRPr sz="1100">
              <a:solidFill>
                <a:srgbClr val="4C8E91"/>
              </a:solidFill>
              <a:latin typeface="Play"/>
              <a:ea typeface="Play"/>
              <a:cs typeface="Play"/>
              <a:sym typeface="Play"/>
            </a:endParaRPr>
          </a:p>
        </p:txBody>
      </p:sp>
      <p:sp>
        <p:nvSpPr>
          <p:cNvPr id="1674" name="Google Shape;1674;p49"/>
          <p:cNvSpPr txBox="1"/>
          <p:nvPr/>
        </p:nvSpPr>
        <p:spPr>
          <a:xfrm>
            <a:off x="2641581" y="2744636"/>
            <a:ext cx="1523700" cy="256500"/>
          </a:xfrm>
          <a:prstGeom prst="rect">
            <a:avLst/>
          </a:prstGeom>
          <a:noFill/>
          <a:ln>
            <a:noFill/>
          </a:ln>
        </p:spPr>
        <p:txBody>
          <a:bodyPr anchorCtr="0" anchor="t" bIns="7175" lIns="14375" spcFirstLastPara="1" rIns="14375" wrap="square" tIns="7175">
            <a:spAutoFit/>
          </a:bodyPr>
          <a:lstStyle/>
          <a:p>
            <a:pPr indent="0" lvl="0" marL="0" marR="0" rtl="0" algn="l">
              <a:spcBef>
                <a:spcPts val="0"/>
              </a:spcBef>
              <a:spcAft>
                <a:spcPts val="0"/>
              </a:spcAft>
              <a:buNone/>
            </a:pPr>
            <a:r>
              <a:rPr i="0" lang="de" sz="786" u="none" cap="none" strike="noStrike">
                <a:solidFill>
                  <a:srgbClr val="68757C"/>
                </a:solidFill>
                <a:latin typeface="Play"/>
                <a:ea typeface="Play"/>
                <a:cs typeface="Play"/>
                <a:sym typeface="Play"/>
              </a:rPr>
              <a:t>Greater habitat variety</a:t>
            </a:r>
            <a:br>
              <a:rPr i="0" lang="de" sz="786" u="none" cap="none" strike="noStrike">
                <a:solidFill>
                  <a:srgbClr val="68757C"/>
                </a:solidFill>
                <a:latin typeface="Play"/>
                <a:ea typeface="Play"/>
                <a:cs typeface="Play"/>
                <a:sym typeface="Play"/>
              </a:rPr>
            </a:br>
            <a:r>
              <a:rPr i="0" lang="de" sz="786" u="none" cap="none" strike="noStrike">
                <a:solidFill>
                  <a:srgbClr val="68757C"/>
                </a:solidFill>
                <a:latin typeface="Play"/>
                <a:ea typeface="Play"/>
                <a:cs typeface="Play"/>
                <a:sym typeface="Play"/>
              </a:rPr>
              <a:t>can support more species</a:t>
            </a:r>
            <a:endParaRPr sz="1100">
              <a:latin typeface="Play"/>
              <a:ea typeface="Play"/>
              <a:cs typeface="Play"/>
              <a:sym typeface="Play"/>
            </a:endParaRPr>
          </a:p>
        </p:txBody>
      </p:sp>
      <p:sp>
        <p:nvSpPr>
          <p:cNvPr id="1675" name="Google Shape;1675;p49"/>
          <p:cNvSpPr/>
          <p:nvPr/>
        </p:nvSpPr>
        <p:spPr>
          <a:xfrm>
            <a:off x="4769085" y="1869793"/>
            <a:ext cx="1782600" cy="1234200"/>
          </a:xfrm>
          <a:prstGeom prst="roundRect">
            <a:avLst>
              <a:gd fmla="val 16667" name="adj"/>
            </a:avLst>
          </a:prstGeom>
          <a:solidFill>
            <a:srgbClr val="FFFFFF"/>
          </a:solidFill>
          <a:ln cap="flat" cmpd="sng" w="7475">
            <a:solidFill>
              <a:srgbClr val="E2ECEA"/>
            </a:solidFill>
            <a:prstDash val="solid"/>
            <a:round/>
            <a:headEnd len="sm" w="sm" type="none"/>
            <a:tailEnd len="sm" w="sm" type="none"/>
          </a:ln>
          <a:effectLst>
            <a:outerShdw blurRad="31442" rotWithShape="0" dir="5400000" dist="18079">
              <a:srgbClr val="000000">
                <a:alpha val="34900"/>
              </a:srgbClr>
            </a:outerShdw>
          </a:effectLst>
        </p:spPr>
        <p:txBody>
          <a:bodyPr anchorCtr="0" anchor="ctr" bIns="35925" lIns="71875" spcFirstLastPara="1" rIns="71875" wrap="square" tIns="35925">
            <a:noAutofit/>
          </a:bodyPr>
          <a:lstStyle/>
          <a:p>
            <a:pPr indent="0" lvl="0" marL="0" marR="0" rtl="0" algn="ctr">
              <a:spcBef>
                <a:spcPts val="0"/>
              </a:spcBef>
              <a:spcAft>
                <a:spcPts val="0"/>
              </a:spcAft>
              <a:buNone/>
            </a:pPr>
            <a:r>
              <a:t/>
            </a:r>
            <a:endParaRPr i="0" sz="1415" u="none" cap="none" strike="noStrike">
              <a:solidFill>
                <a:srgbClr val="000000"/>
              </a:solidFill>
              <a:latin typeface="Play"/>
              <a:ea typeface="Play"/>
              <a:cs typeface="Play"/>
              <a:sym typeface="Play"/>
            </a:endParaRPr>
          </a:p>
        </p:txBody>
      </p:sp>
      <p:sp>
        <p:nvSpPr>
          <p:cNvPr id="1676" name="Google Shape;1676;p49"/>
          <p:cNvSpPr txBox="1"/>
          <p:nvPr/>
        </p:nvSpPr>
        <p:spPr>
          <a:xfrm>
            <a:off x="4898465" y="2083383"/>
            <a:ext cx="1523700" cy="353400"/>
          </a:xfrm>
          <a:prstGeom prst="rect">
            <a:avLst/>
          </a:prstGeom>
          <a:noFill/>
          <a:ln>
            <a:noFill/>
          </a:ln>
        </p:spPr>
        <p:txBody>
          <a:bodyPr anchorCtr="0" anchor="t" bIns="7175" lIns="14375" spcFirstLastPara="1" rIns="14375" wrap="square" tIns="7175">
            <a:spAutoFit/>
          </a:bodyPr>
          <a:lstStyle/>
          <a:p>
            <a:pPr indent="0" lvl="0" marL="0" marR="0" rtl="0" algn="l">
              <a:spcBef>
                <a:spcPts val="0"/>
              </a:spcBef>
              <a:spcAft>
                <a:spcPts val="0"/>
              </a:spcAft>
              <a:buNone/>
            </a:pPr>
            <a:r>
              <a:rPr b="1" i="0" lang="de" sz="1100" u="none" cap="none" strike="noStrike">
                <a:solidFill>
                  <a:schemeClr val="accent5"/>
                </a:solidFill>
                <a:latin typeface="Play"/>
                <a:ea typeface="Play"/>
                <a:cs typeface="Play"/>
                <a:sym typeface="Play"/>
              </a:rPr>
              <a:t>EVOLUTIONARY HISTORY</a:t>
            </a:r>
            <a:endParaRPr sz="1100">
              <a:solidFill>
                <a:schemeClr val="accent5"/>
              </a:solidFill>
              <a:latin typeface="Play"/>
              <a:ea typeface="Play"/>
              <a:cs typeface="Play"/>
              <a:sym typeface="Play"/>
            </a:endParaRPr>
          </a:p>
        </p:txBody>
      </p:sp>
      <p:sp>
        <p:nvSpPr>
          <p:cNvPr id="1677" name="Google Shape;1677;p49"/>
          <p:cNvSpPr txBox="1"/>
          <p:nvPr/>
        </p:nvSpPr>
        <p:spPr>
          <a:xfrm>
            <a:off x="4898465" y="2464322"/>
            <a:ext cx="1523700" cy="135600"/>
          </a:xfrm>
          <a:prstGeom prst="rect">
            <a:avLst/>
          </a:prstGeom>
          <a:noFill/>
          <a:ln>
            <a:noFill/>
          </a:ln>
        </p:spPr>
        <p:txBody>
          <a:bodyPr anchorCtr="0" anchor="t" bIns="7175" lIns="14375" spcFirstLastPara="1" rIns="14375" wrap="square" tIns="7175">
            <a:spAutoFit/>
          </a:bodyPr>
          <a:lstStyle/>
          <a:p>
            <a:pPr indent="0" lvl="0" marL="0" marR="0" rtl="0" algn="l">
              <a:spcBef>
                <a:spcPts val="0"/>
              </a:spcBef>
              <a:spcAft>
                <a:spcPts val="0"/>
              </a:spcAft>
              <a:buNone/>
            </a:pPr>
            <a:r>
              <a:rPr b="1" i="0" lang="de" sz="786" u="none" cap="none" strike="noStrike">
                <a:solidFill>
                  <a:srgbClr val="4C8E91"/>
                </a:solidFill>
                <a:latin typeface="Play"/>
                <a:ea typeface="Play"/>
                <a:cs typeface="Play"/>
                <a:sym typeface="Play"/>
              </a:rPr>
              <a:t>Lineages over time</a:t>
            </a:r>
            <a:endParaRPr sz="1100">
              <a:solidFill>
                <a:srgbClr val="4C8E91"/>
              </a:solidFill>
              <a:latin typeface="Play"/>
              <a:ea typeface="Play"/>
              <a:cs typeface="Play"/>
              <a:sym typeface="Play"/>
            </a:endParaRPr>
          </a:p>
        </p:txBody>
      </p:sp>
      <p:sp>
        <p:nvSpPr>
          <p:cNvPr id="1678" name="Google Shape;1678;p49"/>
          <p:cNvSpPr txBox="1"/>
          <p:nvPr/>
        </p:nvSpPr>
        <p:spPr>
          <a:xfrm>
            <a:off x="4898465" y="2744636"/>
            <a:ext cx="1523700" cy="256500"/>
          </a:xfrm>
          <a:prstGeom prst="rect">
            <a:avLst/>
          </a:prstGeom>
          <a:noFill/>
          <a:ln>
            <a:noFill/>
          </a:ln>
        </p:spPr>
        <p:txBody>
          <a:bodyPr anchorCtr="0" anchor="t" bIns="7175" lIns="14375" spcFirstLastPara="1" rIns="14375" wrap="square" tIns="7175">
            <a:spAutoFit/>
          </a:bodyPr>
          <a:lstStyle/>
          <a:p>
            <a:pPr indent="0" lvl="0" marL="0" marR="0" rtl="0" algn="l">
              <a:spcBef>
                <a:spcPts val="0"/>
              </a:spcBef>
              <a:spcAft>
                <a:spcPts val="0"/>
              </a:spcAft>
              <a:buNone/>
            </a:pPr>
            <a:r>
              <a:rPr i="0" lang="de" sz="786" u="none" cap="none" strike="noStrike">
                <a:solidFill>
                  <a:srgbClr val="68757C"/>
                </a:solidFill>
                <a:latin typeface="Play"/>
                <a:ea typeface="Play"/>
                <a:cs typeface="Play"/>
                <a:sym typeface="Play"/>
              </a:rPr>
              <a:t>Speciation and extinction</a:t>
            </a:r>
            <a:br>
              <a:rPr i="0" lang="de" sz="786" u="none" cap="none" strike="noStrike">
                <a:solidFill>
                  <a:srgbClr val="68757C"/>
                </a:solidFill>
                <a:latin typeface="Play"/>
                <a:ea typeface="Play"/>
                <a:cs typeface="Play"/>
                <a:sym typeface="Play"/>
              </a:rPr>
            </a:br>
            <a:r>
              <a:rPr i="0" lang="de" sz="786" u="none" cap="none" strike="noStrike">
                <a:solidFill>
                  <a:srgbClr val="68757C"/>
                </a:solidFill>
                <a:latin typeface="Play"/>
                <a:ea typeface="Play"/>
                <a:cs typeface="Play"/>
                <a:sym typeface="Play"/>
              </a:rPr>
              <a:t>shape regional diversity</a:t>
            </a:r>
            <a:endParaRPr sz="1100">
              <a:latin typeface="Play"/>
              <a:ea typeface="Play"/>
              <a:cs typeface="Play"/>
              <a:sym typeface="Play"/>
            </a:endParaRPr>
          </a:p>
        </p:txBody>
      </p:sp>
      <p:sp>
        <p:nvSpPr>
          <p:cNvPr id="1679" name="Google Shape;1679;p49"/>
          <p:cNvSpPr/>
          <p:nvPr/>
        </p:nvSpPr>
        <p:spPr>
          <a:xfrm>
            <a:off x="7025971" y="1869793"/>
            <a:ext cx="1782600" cy="1234200"/>
          </a:xfrm>
          <a:prstGeom prst="roundRect">
            <a:avLst>
              <a:gd fmla="val 16667" name="adj"/>
            </a:avLst>
          </a:prstGeom>
          <a:solidFill>
            <a:srgbClr val="FFFFFF"/>
          </a:solidFill>
          <a:ln cap="flat" cmpd="sng" w="7475">
            <a:solidFill>
              <a:srgbClr val="E2ECEA"/>
            </a:solidFill>
            <a:prstDash val="solid"/>
            <a:round/>
            <a:headEnd len="sm" w="sm" type="none"/>
            <a:tailEnd len="sm" w="sm" type="none"/>
          </a:ln>
          <a:effectLst>
            <a:outerShdw blurRad="31442" rotWithShape="0" dir="5400000" dist="18079">
              <a:srgbClr val="000000">
                <a:alpha val="34900"/>
              </a:srgbClr>
            </a:outerShdw>
          </a:effectLst>
        </p:spPr>
        <p:txBody>
          <a:bodyPr anchorCtr="0" anchor="ctr" bIns="35925" lIns="71875" spcFirstLastPara="1" rIns="71875" wrap="square" tIns="35925">
            <a:noAutofit/>
          </a:bodyPr>
          <a:lstStyle/>
          <a:p>
            <a:pPr indent="0" lvl="0" marL="0" marR="0" rtl="0" algn="ctr">
              <a:spcBef>
                <a:spcPts val="0"/>
              </a:spcBef>
              <a:spcAft>
                <a:spcPts val="0"/>
              </a:spcAft>
              <a:buNone/>
            </a:pPr>
            <a:r>
              <a:t/>
            </a:r>
            <a:endParaRPr i="0" sz="1415" u="none" cap="none" strike="noStrike">
              <a:solidFill>
                <a:srgbClr val="000000"/>
              </a:solidFill>
              <a:latin typeface="Play"/>
              <a:ea typeface="Play"/>
              <a:cs typeface="Play"/>
              <a:sym typeface="Play"/>
            </a:endParaRPr>
          </a:p>
        </p:txBody>
      </p:sp>
      <p:sp>
        <p:nvSpPr>
          <p:cNvPr id="1680" name="Google Shape;1680;p49"/>
          <p:cNvSpPr txBox="1"/>
          <p:nvPr/>
        </p:nvSpPr>
        <p:spPr>
          <a:xfrm>
            <a:off x="7155349" y="2083383"/>
            <a:ext cx="1523700" cy="183900"/>
          </a:xfrm>
          <a:prstGeom prst="rect">
            <a:avLst/>
          </a:prstGeom>
          <a:noFill/>
          <a:ln>
            <a:noFill/>
          </a:ln>
        </p:spPr>
        <p:txBody>
          <a:bodyPr anchorCtr="0" anchor="t" bIns="7175" lIns="14375" spcFirstLastPara="1" rIns="14375" wrap="square" tIns="7175">
            <a:spAutoFit/>
          </a:bodyPr>
          <a:lstStyle/>
          <a:p>
            <a:pPr indent="0" lvl="0" marL="0" marR="0" rtl="0" algn="l">
              <a:spcBef>
                <a:spcPts val="0"/>
              </a:spcBef>
              <a:spcAft>
                <a:spcPts val="0"/>
              </a:spcAft>
              <a:buNone/>
            </a:pPr>
            <a:r>
              <a:rPr b="1" i="0" lang="de" sz="1100" u="none" cap="none" strike="noStrike">
                <a:solidFill>
                  <a:schemeClr val="accent5"/>
                </a:solidFill>
                <a:latin typeface="Play"/>
                <a:ea typeface="Play"/>
                <a:cs typeface="Play"/>
                <a:sym typeface="Play"/>
              </a:rPr>
              <a:t>BIOTIC </a:t>
            </a:r>
            <a:r>
              <a:rPr b="1" lang="de" sz="1100">
                <a:solidFill>
                  <a:schemeClr val="accent5"/>
                </a:solidFill>
                <a:latin typeface="Play"/>
                <a:ea typeface="Play"/>
                <a:cs typeface="Play"/>
                <a:sym typeface="Play"/>
              </a:rPr>
              <a:t>FACTORS</a:t>
            </a:r>
            <a:endParaRPr sz="1100">
              <a:solidFill>
                <a:schemeClr val="accent5"/>
              </a:solidFill>
              <a:latin typeface="Play"/>
              <a:ea typeface="Play"/>
              <a:cs typeface="Play"/>
              <a:sym typeface="Play"/>
            </a:endParaRPr>
          </a:p>
        </p:txBody>
      </p:sp>
      <p:sp>
        <p:nvSpPr>
          <p:cNvPr id="1681" name="Google Shape;1681;p49"/>
          <p:cNvSpPr txBox="1"/>
          <p:nvPr/>
        </p:nvSpPr>
        <p:spPr>
          <a:xfrm>
            <a:off x="7155349" y="2464322"/>
            <a:ext cx="1523700" cy="135600"/>
          </a:xfrm>
          <a:prstGeom prst="rect">
            <a:avLst/>
          </a:prstGeom>
          <a:noFill/>
          <a:ln>
            <a:noFill/>
          </a:ln>
        </p:spPr>
        <p:txBody>
          <a:bodyPr anchorCtr="0" anchor="t" bIns="7175" lIns="14375" spcFirstLastPara="1" rIns="14375" wrap="square" tIns="7175">
            <a:spAutoFit/>
          </a:bodyPr>
          <a:lstStyle/>
          <a:p>
            <a:pPr indent="0" lvl="0" marL="0" marR="0" rtl="0" algn="l">
              <a:spcBef>
                <a:spcPts val="0"/>
              </a:spcBef>
              <a:spcAft>
                <a:spcPts val="0"/>
              </a:spcAft>
              <a:buNone/>
            </a:pPr>
            <a:r>
              <a:rPr b="1" i="0" lang="de" sz="786" u="none" cap="none" strike="noStrike">
                <a:solidFill>
                  <a:srgbClr val="4C8E91"/>
                </a:solidFill>
                <a:latin typeface="Play"/>
                <a:ea typeface="Play"/>
                <a:cs typeface="Play"/>
                <a:sym typeface="Play"/>
              </a:rPr>
              <a:t>Local filtering</a:t>
            </a:r>
            <a:endParaRPr sz="1100">
              <a:solidFill>
                <a:srgbClr val="4C8E91"/>
              </a:solidFill>
              <a:latin typeface="Play"/>
              <a:ea typeface="Play"/>
              <a:cs typeface="Play"/>
              <a:sym typeface="Play"/>
            </a:endParaRPr>
          </a:p>
        </p:txBody>
      </p:sp>
      <p:sp>
        <p:nvSpPr>
          <p:cNvPr id="1682" name="Google Shape;1682;p49"/>
          <p:cNvSpPr txBox="1"/>
          <p:nvPr/>
        </p:nvSpPr>
        <p:spPr>
          <a:xfrm>
            <a:off x="7155349" y="2744636"/>
            <a:ext cx="1523700" cy="256500"/>
          </a:xfrm>
          <a:prstGeom prst="rect">
            <a:avLst/>
          </a:prstGeom>
          <a:noFill/>
          <a:ln>
            <a:noFill/>
          </a:ln>
        </p:spPr>
        <p:txBody>
          <a:bodyPr anchorCtr="0" anchor="t" bIns="7175" lIns="14375" spcFirstLastPara="1" rIns="14375" wrap="square" tIns="7175">
            <a:spAutoFit/>
          </a:bodyPr>
          <a:lstStyle/>
          <a:p>
            <a:pPr indent="0" lvl="0" marL="0" marR="0" rtl="0" algn="l">
              <a:spcBef>
                <a:spcPts val="0"/>
              </a:spcBef>
              <a:spcAft>
                <a:spcPts val="0"/>
              </a:spcAft>
              <a:buNone/>
            </a:pPr>
            <a:r>
              <a:rPr i="0" lang="de" sz="786" u="none" cap="none" strike="noStrike">
                <a:solidFill>
                  <a:srgbClr val="68757C"/>
                </a:solidFill>
                <a:latin typeface="Play"/>
                <a:ea typeface="Play"/>
                <a:cs typeface="Play"/>
                <a:sym typeface="Play"/>
              </a:rPr>
              <a:t>Competition, predation</a:t>
            </a:r>
            <a:br>
              <a:rPr i="0" lang="de" sz="786" u="none" cap="none" strike="noStrike">
                <a:solidFill>
                  <a:srgbClr val="68757C"/>
                </a:solidFill>
                <a:latin typeface="Play"/>
                <a:ea typeface="Play"/>
                <a:cs typeface="Play"/>
                <a:sym typeface="Play"/>
              </a:rPr>
            </a:br>
            <a:r>
              <a:rPr i="0" lang="de" sz="786" u="none" cap="none" strike="noStrike">
                <a:solidFill>
                  <a:srgbClr val="68757C"/>
                </a:solidFill>
                <a:latin typeface="Play"/>
                <a:ea typeface="Play"/>
                <a:cs typeface="Play"/>
                <a:sym typeface="Play"/>
              </a:rPr>
              <a:t>and pollination</a:t>
            </a:r>
            <a:endParaRPr sz="1100">
              <a:latin typeface="Play"/>
              <a:ea typeface="Play"/>
              <a:cs typeface="Play"/>
              <a:sym typeface="Play"/>
            </a:endParaRPr>
          </a:p>
        </p:txBody>
      </p:sp>
      <p:sp>
        <p:nvSpPr>
          <p:cNvPr id="1683" name="Google Shape;1683;p49"/>
          <p:cNvSpPr/>
          <p:nvPr/>
        </p:nvSpPr>
        <p:spPr>
          <a:xfrm>
            <a:off x="439850" y="3817195"/>
            <a:ext cx="6909600" cy="485700"/>
          </a:xfrm>
          <a:prstGeom prst="roundRect">
            <a:avLst>
              <a:gd fmla="val 14705" name="adj"/>
            </a:avLst>
          </a:prstGeom>
          <a:solidFill>
            <a:srgbClr val="F1F5F9"/>
          </a:solidFill>
          <a:ln cap="flat" cmpd="sng" w="9525">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C0C0C"/>
              </a:solidFill>
              <a:latin typeface="Calibri"/>
              <a:ea typeface="Calibri"/>
              <a:cs typeface="Calibri"/>
              <a:sym typeface="Calibri"/>
            </a:endParaRPr>
          </a:p>
        </p:txBody>
      </p:sp>
      <p:sp>
        <p:nvSpPr>
          <p:cNvPr id="1684" name="Google Shape;1684;p49"/>
          <p:cNvSpPr txBox="1"/>
          <p:nvPr/>
        </p:nvSpPr>
        <p:spPr>
          <a:xfrm>
            <a:off x="1855322" y="3986620"/>
            <a:ext cx="6583200" cy="1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de" sz="900" u="none" cap="none" strike="noStrike">
                <a:solidFill>
                  <a:srgbClr val="0284C7"/>
                </a:solidFill>
                <a:latin typeface="Play"/>
                <a:ea typeface="Play"/>
                <a:cs typeface="Play"/>
                <a:sym typeface="Play"/>
              </a:rPr>
              <a:t>1. Climate &amp; Energy</a:t>
            </a:r>
            <a:r>
              <a:rPr i="0" lang="de" sz="900" u="none" cap="none" strike="noStrike">
                <a:solidFill>
                  <a:srgbClr val="334155"/>
                </a:solidFill>
                <a:latin typeface="Play"/>
                <a:ea typeface="Play"/>
                <a:cs typeface="Play"/>
                <a:sym typeface="Play"/>
              </a:rPr>
              <a:t> </a:t>
            </a:r>
            <a:r>
              <a:rPr i="1" lang="de" sz="900" u="none" cap="none" strike="noStrike">
                <a:solidFill>
                  <a:srgbClr val="334155"/>
                </a:solidFill>
                <a:latin typeface="Play"/>
                <a:ea typeface="Play"/>
                <a:cs typeface="Play"/>
                <a:sym typeface="Play"/>
              </a:rPr>
              <a:t>(Main Driver)</a:t>
            </a:r>
            <a:r>
              <a:rPr i="0" lang="de" sz="900" u="none" cap="none" strike="noStrike">
                <a:solidFill>
                  <a:srgbClr val="334155"/>
                </a:solidFill>
                <a:latin typeface="Play"/>
                <a:ea typeface="Play"/>
                <a:cs typeface="Play"/>
                <a:sym typeface="Play"/>
              </a:rPr>
              <a:t>  →  </a:t>
            </a:r>
            <a:r>
              <a:rPr b="1" i="0" lang="de" sz="900" u="none" cap="none" strike="noStrike">
                <a:solidFill>
                  <a:srgbClr val="16A34A"/>
                </a:solidFill>
                <a:latin typeface="Play"/>
                <a:ea typeface="Play"/>
                <a:cs typeface="Play"/>
                <a:sym typeface="Play"/>
              </a:rPr>
              <a:t>2. Habitat Area</a:t>
            </a:r>
            <a:r>
              <a:rPr i="0" lang="de" sz="900" u="none" cap="none" strike="noStrike">
                <a:solidFill>
                  <a:srgbClr val="334155"/>
                </a:solidFill>
                <a:latin typeface="Play"/>
                <a:ea typeface="Play"/>
                <a:cs typeface="Play"/>
                <a:sym typeface="Play"/>
              </a:rPr>
              <a:t>  →  </a:t>
            </a:r>
            <a:r>
              <a:rPr b="1" i="0" lang="de" sz="900" u="none" cap="none" strike="noStrike">
                <a:solidFill>
                  <a:srgbClr val="4F46E5"/>
                </a:solidFill>
                <a:latin typeface="Play"/>
                <a:ea typeface="Play"/>
                <a:cs typeface="Play"/>
                <a:sym typeface="Play"/>
              </a:rPr>
              <a:t>3. Evolutionary History</a:t>
            </a:r>
            <a:r>
              <a:rPr i="0" lang="de" sz="900" u="none" cap="none" strike="noStrike">
                <a:solidFill>
                  <a:srgbClr val="334155"/>
                </a:solidFill>
                <a:latin typeface="Play"/>
                <a:ea typeface="Play"/>
                <a:cs typeface="Play"/>
                <a:sym typeface="Play"/>
              </a:rPr>
              <a:t>  →  </a:t>
            </a:r>
            <a:r>
              <a:rPr b="1" i="0" lang="de" sz="900" u="none" cap="none" strike="noStrike">
                <a:solidFill>
                  <a:srgbClr val="BE185D"/>
                </a:solidFill>
                <a:latin typeface="Play"/>
                <a:ea typeface="Play"/>
                <a:cs typeface="Play"/>
                <a:sym typeface="Play"/>
              </a:rPr>
              <a:t>4. Biotic Factors</a:t>
            </a:r>
            <a:endParaRPr sz="1100">
              <a:latin typeface="Play"/>
              <a:ea typeface="Play"/>
              <a:cs typeface="Play"/>
              <a:sym typeface="Play"/>
            </a:endParaRPr>
          </a:p>
        </p:txBody>
      </p:sp>
      <p:sp>
        <p:nvSpPr>
          <p:cNvPr id="1685" name="Google Shape;1685;p49"/>
          <p:cNvSpPr txBox="1"/>
          <p:nvPr/>
        </p:nvSpPr>
        <p:spPr>
          <a:xfrm>
            <a:off x="384708" y="3978957"/>
            <a:ext cx="1660800" cy="153900"/>
          </a:xfrm>
          <a:prstGeom prst="rect">
            <a:avLst/>
          </a:prstGeom>
          <a:noFill/>
          <a:ln>
            <a:noFill/>
          </a:ln>
        </p:spPr>
        <p:txBody>
          <a:bodyPr anchorCtr="0" anchor="t" bIns="0" lIns="192875" spcFirstLastPara="1" rIns="0" wrap="square" tIns="0">
            <a:spAutoFit/>
          </a:bodyPr>
          <a:lstStyle/>
          <a:p>
            <a:pPr indent="0" lvl="0" marL="0" marR="0" rtl="0" algn="l">
              <a:spcBef>
                <a:spcPts val="0"/>
              </a:spcBef>
              <a:spcAft>
                <a:spcPts val="0"/>
              </a:spcAft>
              <a:buNone/>
            </a:pPr>
            <a:r>
              <a:rPr b="1" i="0" lang="de" sz="1000" u="none" cap="none" strike="noStrike">
                <a:solidFill>
                  <a:srgbClr val="0F172A"/>
                </a:solidFill>
                <a:latin typeface="Play"/>
                <a:ea typeface="Play"/>
                <a:cs typeface="Play"/>
                <a:sym typeface="Play"/>
              </a:rPr>
              <a:t>Order of Priority</a:t>
            </a:r>
            <a:endParaRPr sz="1100">
              <a:latin typeface="Play"/>
              <a:ea typeface="Play"/>
              <a:cs typeface="Play"/>
              <a:sym typeface="Play"/>
            </a:endParaRPr>
          </a:p>
        </p:txBody>
      </p:sp>
      <p:sp>
        <p:nvSpPr>
          <p:cNvPr id="1686" name="Google Shape;1686;p49"/>
          <p:cNvSpPr txBox="1"/>
          <p:nvPr/>
        </p:nvSpPr>
        <p:spPr>
          <a:xfrm>
            <a:off x="270275" y="4705925"/>
            <a:ext cx="3146100" cy="28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 sz="850">
                <a:solidFill>
                  <a:srgbClr val="B7B7B7"/>
                </a:solidFill>
              </a:rPr>
              <a:t>Sources: Brodie (2), Mittelbach (10), Willig (14)</a:t>
            </a:r>
            <a:endParaRPr sz="850">
              <a:solidFill>
                <a:srgbClr val="B7B7B7"/>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0" name="Shape 1690"/>
        <p:cNvGrpSpPr/>
        <p:nvPr/>
      </p:nvGrpSpPr>
      <p:grpSpPr>
        <a:xfrm>
          <a:off x="0" y="0"/>
          <a:ext cx="0" cy="0"/>
          <a:chOff x="0" y="0"/>
          <a:chExt cx="0" cy="0"/>
        </a:xfrm>
      </p:grpSpPr>
      <p:sp>
        <p:nvSpPr>
          <p:cNvPr id="1691" name="Google Shape;1691;p50"/>
          <p:cNvSpPr/>
          <p:nvPr/>
        </p:nvSpPr>
        <p:spPr>
          <a:xfrm>
            <a:off x="381000" y="314325"/>
            <a:ext cx="8382000" cy="714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2" name="Google Shape;1692;p50"/>
          <p:cNvSpPr/>
          <p:nvPr/>
        </p:nvSpPr>
        <p:spPr>
          <a:xfrm>
            <a:off x="1065400" y="1284050"/>
            <a:ext cx="2232000" cy="2922900"/>
          </a:xfrm>
          <a:prstGeom prst="roundRect">
            <a:avLst>
              <a:gd fmla="val 16667" name="adj"/>
            </a:avLst>
          </a:prstGeom>
          <a:solidFill>
            <a:schemeClr val="lt1"/>
          </a:solidFill>
          <a:ln cap="flat" cmpd="sng" w="9525">
            <a:solidFill>
              <a:srgbClr val="E2ECEA"/>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93" name="Google Shape;1693;p50"/>
          <p:cNvSpPr txBox="1"/>
          <p:nvPr/>
        </p:nvSpPr>
        <p:spPr>
          <a:xfrm>
            <a:off x="1266217" y="1772394"/>
            <a:ext cx="1869000" cy="180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de" sz="2100">
                <a:solidFill>
                  <a:srgbClr val="4C8E91"/>
                </a:solidFill>
                <a:latin typeface="Material Icons"/>
                <a:ea typeface="Material Icons"/>
                <a:cs typeface="Material Icons"/>
                <a:sym typeface="Material Icons"/>
              </a:rPr>
              <a:t>timeline </a:t>
            </a:r>
            <a:r>
              <a:rPr b="1" lang="de" sz="1500">
                <a:solidFill>
                  <a:srgbClr val="4C8E91"/>
                </a:solidFill>
                <a:latin typeface="Play"/>
                <a:ea typeface="Play"/>
                <a:cs typeface="Play"/>
                <a:sym typeface="Play"/>
              </a:rPr>
              <a:t>Climate Shifts</a:t>
            </a:r>
            <a:endParaRPr sz="2100">
              <a:solidFill>
                <a:srgbClr val="4C8E91"/>
              </a:solidFill>
              <a:latin typeface="Play"/>
              <a:ea typeface="Play"/>
              <a:cs typeface="Play"/>
              <a:sym typeface="Play"/>
            </a:endParaRPr>
          </a:p>
          <a:p>
            <a:pPr indent="0" lvl="0" marL="0" rtl="0" algn="l">
              <a:spcBef>
                <a:spcPts val="1200"/>
              </a:spcBef>
              <a:spcAft>
                <a:spcPts val="0"/>
              </a:spcAft>
              <a:buNone/>
            </a:pPr>
            <a:r>
              <a:rPr b="1" lang="de" sz="1200">
                <a:solidFill>
                  <a:srgbClr val="8ABFC1"/>
                </a:solidFill>
                <a:latin typeface="Play"/>
                <a:ea typeface="Play"/>
                <a:cs typeface="Play"/>
                <a:sym typeface="Play"/>
              </a:rPr>
              <a:t>LDGs</a:t>
            </a:r>
            <a:r>
              <a:rPr b="1" lang="de" sz="1200">
                <a:solidFill>
                  <a:srgbClr val="8ABFC1"/>
                </a:solidFill>
                <a:latin typeface="Play"/>
                <a:ea typeface="Play"/>
                <a:cs typeface="Play"/>
                <a:sym typeface="Play"/>
              </a:rPr>
              <a:t> depend on the current world climate.</a:t>
            </a:r>
            <a:endParaRPr b="1" sz="1200">
              <a:solidFill>
                <a:srgbClr val="8ABFC1"/>
              </a:solidFill>
              <a:latin typeface="Play"/>
              <a:ea typeface="Play"/>
              <a:cs typeface="Play"/>
              <a:sym typeface="Play"/>
            </a:endParaRPr>
          </a:p>
          <a:p>
            <a:pPr indent="0" lvl="0" marL="0" rtl="0" algn="l">
              <a:spcBef>
                <a:spcPts val="0"/>
              </a:spcBef>
              <a:spcAft>
                <a:spcPts val="0"/>
              </a:spcAft>
              <a:buNone/>
            </a:pPr>
            <a:r>
              <a:t/>
            </a:r>
            <a:endParaRPr sz="1200">
              <a:solidFill>
                <a:srgbClr val="8ABFC1"/>
              </a:solidFill>
              <a:latin typeface="Play"/>
              <a:ea typeface="Play"/>
              <a:cs typeface="Play"/>
              <a:sym typeface="Play"/>
            </a:endParaRPr>
          </a:p>
          <a:p>
            <a:pPr indent="0" lvl="0" marL="0" rtl="0" algn="l">
              <a:spcBef>
                <a:spcPts val="0"/>
              </a:spcBef>
              <a:spcAft>
                <a:spcPts val="0"/>
              </a:spcAft>
              <a:buNone/>
            </a:pPr>
            <a:r>
              <a:rPr lang="de" sz="1200">
                <a:solidFill>
                  <a:srgbClr val="8ABFC1"/>
                </a:solidFill>
                <a:latin typeface="Play"/>
                <a:ea typeface="Play"/>
                <a:cs typeface="Play"/>
                <a:sym typeface="Play"/>
              </a:rPr>
              <a:t>Hot climate, bigger tropical zone.</a:t>
            </a:r>
            <a:endParaRPr sz="1200">
              <a:solidFill>
                <a:srgbClr val="8ABFC1"/>
              </a:solidFill>
              <a:latin typeface="Play"/>
              <a:ea typeface="Play"/>
              <a:cs typeface="Play"/>
              <a:sym typeface="Play"/>
            </a:endParaRPr>
          </a:p>
          <a:p>
            <a:pPr indent="0" lvl="0" marL="0" rtl="0" algn="l">
              <a:spcBef>
                <a:spcPts val="0"/>
              </a:spcBef>
              <a:spcAft>
                <a:spcPts val="0"/>
              </a:spcAft>
              <a:buNone/>
            </a:pPr>
            <a:r>
              <a:t/>
            </a:r>
            <a:endParaRPr sz="1200">
              <a:solidFill>
                <a:srgbClr val="8ABFC1"/>
              </a:solidFill>
              <a:latin typeface="Play"/>
              <a:ea typeface="Play"/>
              <a:cs typeface="Play"/>
              <a:sym typeface="Play"/>
            </a:endParaRPr>
          </a:p>
          <a:p>
            <a:pPr indent="0" lvl="0" marL="0" rtl="0" algn="l">
              <a:spcBef>
                <a:spcPts val="0"/>
              </a:spcBef>
              <a:spcAft>
                <a:spcPts val="0"/>
              </a:spcAft>
              <a:buNone/>
            </a:pPr>
            <a:r>
              <a:rPr lang="de" sz="1200">
                <a:solidFill>
                  <a:srgbClr val="8ABFC1"/>
                </a:solidFill>
                <a:latin typeface="Play"/>
                <a:ea typeface="Play"/>
                <a:cs typeface="Play"/>
                <a:sym typeface="Play"/>
              </a:rPr>
              <a:t>Gradients sharper in cold periods.</a:t>
            </a:r>
            <a:endParaRPr sz="1200">
              <a:solidFill>
                <a:srgbClr val="8ABFC1"/>
              </a:solidFill>
              <a:latin typeface="Play"/>
              <a:ea typeface="Play"/>
              <a:cs typeface="Play"/>
              <a:sym typeface="Play"/>
            </a:endParaRPr>
          </a:p>
        </p:txBody>
      </p:sp>
      <p:sp>
        <p:nvSpPr>
          <p:cNvPr id="1694" name="Google Shape;1694;p50"/>
          <p:cNvSpPr/>
          <p:nvPr/>
        </p:nvSpPr>
        <p:spPr>
          <a:xfrm>
            <a:off x="3425600" y="1284050"/>
            <a:ext cx="4653000" cy="1420500"/>
          </a:xfrm>
          <a:prstGeom prst="roundRect">
            <a:avLst>
              <a:gd fmla="val 16667" name="adj"/>
            </a:avLst>
          </a:prstGeom>
          <a:solidFill>
            <a:schemeClr val="lt1"/>
          </a:solidFill>
          <a:ln cap="flat" cmpd="sng" w="9525">
            <a:solidFill>
              <a:srgbClr val="E2ECEA"/>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95" name="Google Shape;1695;p50"/>
          <p:cNvSpPr txBox="1"/>
          <p:nvPr/>
        </p:nvSpPr>
        <p:spPr>
          <a:xfrm>
            <a:off x="3642850" y="1436630"/>
            <a:ext cx="4191000" cy="249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de" sz="2100">
                <a:solidFill>
                  <a:srgbClr val="16A34A"/>
                </a:solidFill>
                <a:latin typeface="Material Icons"/>
                <a:ea typeface="Material Icons"/>
                <a:cs typeface="Material Icons"/>
                <a:sym typeface="Material Icons"/>
              </a:rPr>
              <a:t>park </a:t>
            </a:r>
            <a:r>
              <a:rPr b="1" lang="de" sz="1500">
                <a:solidFill>
                  <a:schemeClr val="accent5"/>
                </a:solidFill>
                <a:latin typeface="Play"/>
                <a:ea typeface="Play"/>
                <a:cs typeface="Play"/>
                <a:sym typeface="Play"/>
              </a:rPr>
              <a:t>Tropical Conservation Theory</a:t>
            </a:r>
            <a:endParaRPr sz="1300">
              <a:solidFill>
                <a:schemeClr val="accent5"/>
              </a:solidFill>
              <a:latin typeface="Play"/>
              <a:ea typeface="Play"/>
              <a:cs typeface="Play"/>
              <a:sym typeface="Play"/>
            </a:endParaRPr>
          </a:p>
          <a:p>
            <a:pPr indent="0" lvl="0" marL="0" rtl="0" algn="l">
              <a:spcBef>
                <a:spcPts val="1200"/>
              </a:spcBef>
              <a:spcAft>
                <a:spcPts val="0"/>
              </a:spcAft>
              <a:buNone/>
            </a:pPr>
            <a:r>
              <a:rPr b="1" lang="de" sz="1200">
                <a:solidFill>
                  <a:srgbClr val="8DC050"/>
                </a:solidFill>
                <a:latin typeface="Play"/>
                <a:ea typeface="Play"/>
                <a:cs typeface="Play"/>
                <a:sym typeface="Play"/>
              </a:rPr>
              <a:t>Most taxa evolved under tropical conditions.</a:t>
            </a:r>
            <a:endParaRPr b="1" sz="1200">
              <a:solidFill>
                <a:srgbClr val="8DC050"/>
              </a:solidFill>
              <a:latin typeface="Play"/>
              <a:ea typeface="Play"/>
              <a:cs typeface="Play"/>
              <a:sym typeface="Play"/>
            </a:endParaRPr>
          </a:p>
          <a:p>
            <a:pPr indent="0" lvl="0" marL="0" rtl="0" algn="l">
              <a:spcBef>
                <a:spcPts val="0"/>
              </a:spcBef>
              <a:spcAft>
                <a:spcPts val="0"/>
              </a:spcAft>
              <a:buNone/>
            </a:pPr>
            <a:r>
              <a:t/>
            </a:r>
            <a:endParaRPr sz="1200">
              <a:solidFill>
                <a:srgbClr val="8DC050"/>
              </a:solidFill>
              <a:latin typeface="Play"/>
              <a:ea typeface="Play"/>
              <a:cs typeface="Play"/>
              <a:sym typeface="Play"/>
            </a:endParaRPr>
          </a:p>
          <a:p>
            <a:pPr indent="0" lvl="0" marL="0" rtl="0" algn="l">
              <a:spcBef>
                <a:spcPts val="0"/>
              </a:spcBef>
              <a:spcAft>
                <a:spcPts val="0"/>
              </a:spcAft>
              <a:buNone/>
            </a:pPr>
            <a:r>
              <a:rPr lang="de" sz="1200">
                <a:solidFill>
                  <a:srgbClr val="8DC050"/>
                </a:solidFill>
                <a:latin typeface="Play"/>
                <a:ea typeface="Play"/>
                <a:cs typeface="Play"/>
                <a:sym typeface="Play"/>
              </a:rPr>
              <a:t>Most species stayed adapted to the tropics.</a:t>
            </a:r>
            <a:endParaRPr sz="1200">
              <a:solidFill>
                <a:srgbClr val="8DC050"/>
              </a:solidFill>
              <a:latin typeface="Play"/>
              <a:ea typeface="Play"/>
              <a:cs typeface="Play"/>
              <a:sym typeface="Play"/>
            </a:endParaRPr>
          </a:p>
        </p:txBody>
      </p:sp>
      <p:grpSp>
        <p:nvGrpSpPr>
          <p:cNvPr id="1696" name="Google Shape;1696;p50"/>
          <p:cNvGrpSpPr/>
          <p:nvPr/>
        </p:nvGrpSpPr>
        <p:grpSpPr>
          <a:xfrm>
            <a:off x="381000" y="4686300"/>
            <a:ext cx="8382000" cy="238200"/>
            <a:chOff x="0" y="0"/>
            <a:chExt cx="8382000" cy="238200"/>
          </a:xfrm>
        </p:grpSpPr>
        <p:sp>
          <p:nvSpPr>
            <p:cNvPr id="1697" name="Google Shape;1697;p50"/>
            <p:cNvSpPr/>
            <p:nvPr/>
          </p:nvSpPr>
          <p:spPr>
            <a:xfrm>
              <a:off x="0" y="0"/>
              <a:ext cx="8382000" cy="238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8" name="Google Shape;1698;p50"/>
            <p:cNvSpPr txBox="1"/>
            <p:nvPr/>
          </p:nvSpPr>
          <p:spPr>
            <a:xfrm>
              <a:off x="0" y="0"/>
              <a:ext cx="83820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de" sz="900">
                  <a:solidFill>
                    <a:srgbClr val="94A3B8"/>
                  </a:solidFill>
                </a:rPr>
                <a:t>Source: Brodie (2)</a:t>
              </a:r>
              <a:endParaRPr sz="900">
                <a:solidFill>
                  <a:srgbClr val="94A3B8"/>
                </a:solidFill>
              </a:endParaRPr>
            </a:p>
          </p:txBody>
        </p:sp>
      </p:grpSp>
      <p:sp>
        <p:nvSpPr>
          <p:cNvPr id="1699" name="Google Shape;1699;p50"/>
          <p:cNvSpPr txBox="1"/>
          <p:nvPr>
            <p:ph idx="4294967295" type="ctr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Calibri"/>
              <a:buNone/>
            </a:pPr>
            <a:r>
              <a:rPr lang="de" sz="3600">
                <a:solidFill>
                  <a:schemeClr val="accent6"/>
                </a:solidFill>
                <a:latin typeface="Play"/>
                <a:ea typeface="Play"/>
                <a:cs typeface="Play"/>
                <a:sym typeface="Play"/>
              </a:rPr>
              <a:t>Historical Data</a:t>
            </a:r>
            <a:endParaRPr sz="3600">
              <a:solidFill>
                <a:schemeClr val="accent6"/>
              </a:solidFill>
              <a:latin typeface="Play"/>
              <a:ea typeface="Play"/>
              <a:cs typeface="Play"/>
              <a:sym typeface="Play"/>
            </a:endParaRPr>
          </a:p>
        </p:txBody>
      </p:sp>
      <p:grpSp>
        <p:nvGrpSpPr>
          <p:cNvPr id="1700" name="Google Shape;1700;p50"/>
          <p:cNvGrpSpPr/>
          <p:nvPr/>
        </p:nvGrpSpPr>
        <p:grpSpPr>
          <a:xfrm>
            <a:off x="3411850" y="2805422"/>
            <a:ext cx="4653017" cy="2119085"/>
            <a:chOff x="5351406" y="3027530"/>
            <a:chExt cx="2426100" cy="2616801"/>
          </a:xfrm>
        </p:grpSpPr>
        <p:sp>
          <p:nvSpPr>
            <p:cNvPr id="1701" name="Google Shape;1701;p50"/>
            <p:cNvSpPr/>
            <p:nvPr/>
          </p:nvSpPr>
          <p:spPr>
            <a:xfrm>
              <a:off x="5351406" y="3027530"/>
              <a:ext cx="2426100" cy="1754100"/>
            </a:xfrm>
            <a:prstGeom prst="roundRect">
              <a:avLst>
                <a:gd fmla="val 16667" name="adj"/>
              </a:avLst>
            </a:prstGeom>
            <a:solidFill>
              <a:schemeClr val="lt1"/>
            </a:solidFill>
            <a:ln cap="flat" cmpd="sng" w="9525">
              <a:solidFill>
                <a:srgbClr val="E2ECEA"/>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02" name="Google Shape;1702;p50"/>
            <p:cNvSpPr txBox="1"/>
            <p:nvPr/>
          </p:nvSpPr>
          <p:spPr>
            <a:xfrm>
              <a:off x="5447149" y="3148631"/>
              <a:ext cx="2121900" cy="249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de" sz="2100">
                  <a:solidFill>
                    <a:srgbClr val="4C8E91"/>
                  </a:solidFill>
                  <a:latin typeface="Material Icons"/>
                  <a:ea typeface="Material Icons"/>
                  <a:cs typeface="Material Icons"/>
                  <a:sym typeface="Material Icons"/>
                </a:rPr>
                <a:t>history </a:t>
              </a:r>
              <a:r>
                <a:rPr b="1" lang="de" sz="1500">
                  <a:solidFill>
                    <a:srgbClr val="4C8E91"/>
                  </a:solidFill>
                  <a:latin typeface="Play"/>
                  <a:ea typeface="Play"/>
                  <a:cs typeface="Play"/>
                  <a:sym typeface="Play"/>
                </a:rPr>
                <a:t>Fossil Records</a:t>
              </a:r>
              <a:endParaRPr sz="2100">
                <a:solidFill>
                  <a:srgbClr val="4C8E91"/>
                </a:solidFill>
                <a:latin typeface="Play"/>
                <a:ea typeface="Play"/>
                <a:cs typeface="Play"/>
                <a:sym typeface="Play"/>
              </a:endParaRPr>
            </a:p>
            <a:p>
              <a:pPr indent="0" lvl="0" marL="0" rtl="0" algn="l">
                <a:spcBef>
                  <a:spcPts val="1200"/>
                </a:spcBef>
                <a:spcAft>
                  <a:spcPts val="0"/>
                </a:spcAft>
                <a:buNone/>
              </a:pPr>
              <a:r>
                <a:rPr b="1" lang="de" sz="1200">
                  <a:solidFill>
                    <a:srgbClr val="8ABFC1"/>
                  </a:solidFill>
                  <a:latin typeface="Play"/>
                  <a:ea typeface="Play"/>
                  <a:cs typeface="Play"/>
                  <a:sym typeface="Play"/>
                </a:rPr>
                <a:t>P</a:t>
              </a:r>
              <a:r>
                <a:rPr b="1" lang="de" sz="1200">
                  <a:solidFill>
                    <a:srgbClr val="8ABFC1"/>
                  </a:solidFill>
                  <a:latin typeface="Play"/>
                  <a:ea typeface="Play"/>
                  <a:cs typeface="Play"/>
                  <a:sym typeface="Play"/>
                </a:rPr>
                <a:t>aleontological evidence in favor of</a:t>
              </a:r>
              <a:r>
                <a:rPr b="1" lang="de" sz="1200">
                  <a:solidFill>
                    <a:srgbClr val="8ABFC1"/>
                  </a:solidFill>
                  <a:latin typeface="Play"/>
                  <a:ea typeface="Play"/>
                  <a:cs typeface="Play"/>
                  <a:sym typeface="Play"/>
                </a:rPr>
                <a:t> gradients throughout Earth’s history.</a:t>
              </a:r>
              <a:endParaRPr b="1" sz="1200">
                <a:solidFill>
                  <a:srgbClr val="8ABFC1"/>
                </a:solidFill>
                <a:latin typeface="Play"/>
                <a:ea typeface="Play"/>
                <a:cs typeface="Play"/>
                <a:sym typeface="Play"/>
              </a:endParaRPr>
            </a:p>
            <a:p>
              <a:pPr indent="0" lvl="0" marL="0" rtl="0" algn="l">
                <a:spcBef>
                  <a:spcPts val="0"/>
                </a:spcBef>
                <a:spcAft>
                  <a:spcPts val="0"/>
                </a:spcAft>
                <a:buNone/>
              </a:pPr>
              <a:br>
                <a:rPr lang="de" sz="1200">
                  <a:solidFill>
                    <a:srgbClr val="8ABFC1"/>
                  </a:solidFill>
                  <a:latin typeface="Play"/>
                  <a:ea typeface="Play"/>
                  <a:cs typeface="Play"/>
                  <a:sym typeface="Play"/>
                </a:rPr>
              </a:br>
              <a:r>
                <a:rPr lang="de" sz="1200">
                  <a:solidFill>
                    <a:srgbClr val="8ABFC1"/>
                  </a:solidFill>
                  <a:latin typeface="Play"/>
                  <a:ea typeface="Play"/>
                  <a:cs typeface="Play"/>
                  <a:sym typeface="Play"/>
                </a:rPr>
                <a:t>However, fossils records can</a:t>
              </a:r>
              <a:r>
                <a:rPr lang="de" sz="1200">
                  <a:solidFill>
                    <a:srgbClr val="8ABFC1"/>
                  </a:solidFill>
                  <a:latin typeface="Play"/>
                  <a:ea typeface="Play"/>
                  <a:cs typeface="Play"/>
                  <a:sym typeface="Play"/>
                </a:rPr>
                <a:t> be biased.</a:t>
              </a:r>
              <a:endParaRPr sz="1200">
                <a:solidFill>
                  <a:srgbClr val="8ABFC1"/>
                </a:solidFill>
                <a:latin typeface="Play"/>
                <a:ea typeface="Play"/>
                <a:cs typeface="Play"/>
                <a:sym typeface="Play"/>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6" name="Shape 1706"/>
        <p:cNvGrpSpPr/>
        <p:nvPr/>
      </p:nvGrpSpPr>
      <p:grpSpPr>
        <a:xfrm>
          <a:off x="0" y="0"/>
          <a:ext cx="0" cy="0"/>
          <a:chOff x="0" y="0"/>
          <a:chExt cx="0" cy="0"/>
        </a:xfrm>
      </p:grpSpPr>
      <p:sp>
        <p:nvSpPr>
          <p:cNvPr id="1707" name="Google Shape;1707;p51"/>
          <p:cNvSpPr txBox="1"/>
          <p:nvPr>
            <p:ph idx="4294967295" type="ctr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Calibri"/>
              <a:buNone/>
            </a:pPr>
            <a:r>
              <a:rPr lang="de" sz="3600">
                <a:solidFill>
                  <a:schemeClr val="accent6"/>
                </a:solidFill>
                <a:latin typeface="Play"/>
                <a:ea typeface="Play"/>
                <a:cs typeface="Play"/>
                <a:sym typeface="Play"/>
              </a:rPr>
              <a:t>Functional Dimension </a:t>
            </a:r>
            <a:endParaRPr sz="3600">
              <a:solidFill>
                <a:schemeClr val="accent6"/>
              </a:solidFill>
              <a:latin typeface="Play"/>
              <a:ea typeface="Play"/>
              <a:cs typeface="Play"/>
              <a:sym typeface="Play"/>
            </a:endParaRPr>
          </a:p>
        </p:txBody>
      </p:sp>
      <p:pic>
        <p:nvPicPr>
          <p:cNvPr id="1708" name="Google Shape;1708;p51"/>
          <p:cNvPicPr preferRelativeResize="0"/>
          <p:nvPr/>
        </p:nvPicPr>
        <p:blipFill>
          <a:blip r:embed="rId3">
            <a:alphaModFix/>
          </a:blip>
          <a:stretch>
            <a:fillRect/>
          </a:stretch>
        </p:blipFill>
        <p:spPr>
          <a:xfrm>
            <a:off x="1495563" y="1341176"/>
            <a:ext cx="6152876" cy="2461150"/>
          </a:xfrm>
          <a:prstGeom prst="rect">
            <a:avLst/>
          </a:prstGeom>
          <a:noFill/>
          <a:ln>
            <a:noFill/>
          </a:ln>
        </p:spPr>
      </p:pic>
      <p:sp>
        <p:nvSpPr>
          <p:cNvPr id="1709" name="Google Shape;1709;p51"/>
          <p:cNvSpPr txBox="1"/>
          <p:nvPr/>
        </p:nvSpPr>
        <p:spPr>
          <a:xfrm>
            <a:off x="1495575" y="3802325"/>
            <a:ext cx="3000000" cy="3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850" u="sng">
                <a:solidFill>
                  <a:srgbClr val="B7B7B7"/>
                </a:solidFill>
                <a:hlinkClick r:id="rId4">
                  <a:extLst>
                    <a:ext uri="{A12FA001-AC4F-418D-AE19-62706E023703}">
                      <ahyp:hlinkClr val="tx"/>
                    </a:ext>
                  </a:extLst>
                </a:hlinkClick>
              </a:rPr>
              <a:t>ResearchGate</a:t>
            </a:r>
            <a:r>
              <a:rPr lang="de" sz="850">
                <a:solidFill>
                  <a:srgbClr val="B7B7B7"/>
                </a:solidFill>
              </a:rPr>
              <a:t> </a:t>
            </a:r>
            <a:endParaRPr sz="850">
              <a:solidFill>
                <a:srgbClr val="B7B7B7"/>
              </a:solidFill>
            </a:endParaRPr>
          </a:p>
        </p:txBody>
      </p:sp>
      <p:sp>
        <p:nvSpPr>
          <p:cNvPr id="1710" name="Google Shape;1710;p51"/>
          <p:cNvSpPr txBox="1"/>
          <p:nvPr/>
        </p:nvSpPr>
        <p:spPr>
          <a:xfrm>
            <a:off x="185675" y="4705950"/>
            <a:ext cx="3000000" cy="3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de" sz="850">
                <a:solidFill>
                  <a:srgbClr val="B7B7B7"/>
                </a:solidFill>
              </a:rPr>
              <a:t>Source: Araujo (1)</a:t>
            </a:r>
            <a:endParaRPr sz="850">
              <a:solidFill>
                <a:srgbClr val="B7B7B7"/>
              </a:solidFill>
            </a:endParaRPr>
          </a:p>
        </p:txBody>
      </p:sp>
      <p:sp>
        <p:nvSpPr>
          <p:cNvPr id="1711" name="Google Shape;1711;p51"/>
          <p:cNvSpPr txBox="1"/>
          <p:nvPr/>
        </p:nvSpPr>
        <p:spPr>
          <a:xfrm>
            <a:off x="4055900" y="3879275"/>
            <a:ext cx="36129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de" sz="1000">
                <a:solidFill>
                  <a:srgbClr val="4C8E91"/>
                </a:solidFill>
                <a:highlight>
                  <a:srgbClr val="FFFFFF"/>
                </a:highlight>
                <a:latin typeface="Play"/>
                <a:ea typeface="Play"/>
                <a:cs typeface="Play"/>
                <a:sym typeface="Play"/>
              </a:rPr>
              <a:t>- r</a:t>
            </a:r>
            <a:r>
              <a:rPr b="1" lang="de" sz="1000">
                <a:solidFill>
                  <a:srgbClr val="4C8E91"/>
                </a:solidFill>
                <a:latin typeface="Play"/>
                <a:ea typeface="Play"/>
                <a:cs typeface="Play"/>
                <a:sym typeface="Play"/>
              </a:rPr>
              <a:t>ange of resources a species uses or</a:t>
            </a:r>
            <a:endParaRPr b="1" sz="1000">
              <a:solidFill>
                <a:srgbClr val="4C8E91"/>
              </a:solidFill>
              <a:latin typeface="Play"/>
              <a:ea typeface="Play"/>
              <a:cs typeface="Play"/>
              <a:sym typeface="Play"/>
            </a:endParaRPr>
          </a:p>
          <a:p>
            <a:pPr indent="0" lvl="0" marL="0" rtl="0" algn="l">
              <a:spcBef>
                <a:spcPts val="0"/>
              </a:spcBef>
              <a:spcAft>
                <a:spcPts val="0"/>
              </a:spcAft>
              <a:buNone/>
            </a:pPr>
            <a:r>
              <a:rPr b="1" lang="de" sz="1000">
                <a:solidFill>
                  <a:srgbClr val="4C8E91"/>
                </a:solidFill>
                <a:latin typeface="Play"/>
                <a:ea typeface="Play"/>
                <a:cs typeface="Play"/>
                <a:sym typeface="Play"/>
              </a:rPr>
              <a:t>- variety of environmental conditions it can tolerate</a:t>
            </a:r>
            <a:r>
              <a:rPr b="1" lang="de" sz="1200">
                <a:solidFill>
                  <a:srgbClr val="4C8E91"/>
                </a:solidFill>
              </a:rPr>
              <a:t> </a:t>
            </a:r>
            <a:endParaRPr b="1" sz="1200">
              <a:solidFill>
                <a:srgbClr val="4C8E9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5" name="Shape 1715"/>
        <p:cNvGrpSpPr/>
        <p:nvPr/>
      </p:nvGrpSpPr>
      <p:grpSpPr>
        <a:xfrm>
          <a:off x="0" y="0"/>
          <a:ext cx="0" cy="0"/>
          <a:chOff x="0" y="0"/>
          <a:chExt cx="0" cy="0"/>
        </a:xfrm>
      </p:grpSpPr>
      <p:sp>
        <p:nvSpPr>
          <p:cNvPr id="1716" name="Google Shape;1716;p52"/>
          <p:cNvSpPr/>
          <p:nvPr/>
        </p:nvSpPr>
        <p:spPr>
          <a:xfrm>
            <a:off x="381000" y="2700326"/>
            <a:ext cx="4124100" cy="1047900"/>
          </a:xfrm>
          <a:prstGeom prst="roundRect">
            <a:avLst>
              <a:gd fmla="val 16667" name="adj"/>
            </a:avLst>
          </a:prstGeom>
          <a:solidFill>
            <a:srgbClr val="FFFFFF"/>
          </a:solidFill>
          <a:ln cap="flat" cmpd="sng" w="9525">
            <a:solidFill>
              <a:srgbClr val="E2ECEA"/>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17" name="Google Shape;1717;p52"/>
          <p:cNvSpPr/>
          <p:nvPr/>
        </p:nvSpPr>
        <p:spPr>
          <a:xfrm>
            <a:off x="2488225" y="1470536"/>
            <a:ext cx="2016900" cy="1123800"/>
          </a:xfrm>
          <a:prstGeom prst="roundRect">
            <a:avLst>
              <a:gd fmla="val 16667" name="adj"/>
            </a:avLst>
          </a:prstGeom>
          <a:solidFill>
            <a:srgbClr val="FFFFFF"/>
          </a:solidFill>
          <a:ln cap="flat" cmpd="sng" w="9525">
            <a:solidFill>
              <a:srgbClr val="E2ECEA"/>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18" name="Google Shape;1718;p52"/>
          <p:cNvSpPr/>
          <p:nvPr/>
        </p:nvSpPr>
        <p:spPr>
          <a:xfrm>
            <a:off x="381000" y="1470538"/>
            <a:ext cx="2016900" cy="1123800"/>
          </a:xfrm>
          <a:prstGeom prst="roundRect">
            <a:avLst>
              <a:gd fmla="val 16667" name="adj"/>
            </a:avLst>
          </a:prstGeom>
          <a:solidFill>
            <a:srgbClr val="FFFFFF"/>
          </a:solidFill>
          <a:ln cap="flat" cmpd="sng" w="9525">
            <a:solidFill>
              <a:srgbClr val="E2ECEA"/>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19" name="Google Shape;1719;p52"/>
          <p:cNvSpPr txBox="1"/>
          <p:nvPr/>
        </p:nvSpPr>
        <p:spPr>
          <a:xfrm>
            <a:off x="530447" y="1632477"/>
            <a:ext cx="1741200" cy="1047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0" lang="de" sz="1500">
                <a:solidFill>
                  <a:schemeClr val="accent5"/>
                </a:solidFill>
                <a:latin typeface="Material Icons"/>
                <a:ea typeface="Material Icons"/>
                <a:cs typeface="Material Icons"/>
                <a:sym typeface="Material Icons"/>
              </a:rPr>
              <a:t>bug_report </a:t>
            </a:r>
            <a:r>
              <a:rPr b="1" lang="de">
                <a:solidFill>
                  <a:schemeClr val="accent5"/>
                </a:solidFill>
                <a:latin typeface="Play"/>
                <a:ea typeface="Play"/>
                <a:cs typeface="Play"/>
                <a:sym typeface="Play"/>
              </a:rPr>
              <a:t>Parasitic Species</a:t>
            </a:r>
            <a:endParaRPr>
              <a:solidFill>
                <a:srgbClr val="475569"/>
              </a:solidFill>
              <a:latin typeface="Play"/>
              <a:ea typeface="Play"/>
              <a:cs typeface="Play"/>
              <a:sym typeface="Play"/>
            </a:endParaRPr>
          </a:p>
          <a:p>
            <a:pPr indent="0" lvl="0" marL="0" rtl="0" algn="l">
              <a:lnSpc>
                <a:spcPct val="115000"/>
              </a:lnSpc>
              <a:spcBef>
                <a:spcPts val="600"/>
              </a:spcBef>
              <a:spcAft>
                <a:spcPts val="0"/>
              </a:spcAft>
              <a:buNone/>
            </a:pPr>
            <a:r>
              <a:rPr lang="de" sz="1200">
                <a:solidFill>
                  <a:srgbClr val="A6D35F"/>
                </a:solidFill>
                <a:latin typeface="Play"/>
                <a:ea typeface="Play"/>
                <a:cs typeface="Play"/>
                <a:sym typeface="Play"/>
              </a:rPr>
              <a:t>…don’t seem to follow</a:t>
            </a:r>
            <a:r>
              <a:rPr lang="de" sz="1200">
                <a:solidFill>
                  <a:srgbClr val="A6D35F"/>
                </a:solidFill>
                <a:latin typeface="Play"/>
                <a:ea typeface="Play"/>
                <a:cs typeface="Play"/>
                <a:sym typeface="Play"/>
              </a:rPr>
              <a:t> </a:t>
            </a:r>
            <a:r>
              <a:rPr lang="de" sz="1200">
                <a:solidFill>
                  <a:srgbClr val="A6D35F"/>
                </a:solidFill>
                <a:latin typeface="Play"/>
                <a:ea typeface="Play"/>
                <a:cs typeface="Play"/>
                <a:sym typeface="Play"/>
              </a:rPr>
              <a:t>LDG mechanics.</a:t>
            </a:r>
            <a:endParaRPr sz="1200">
              <a:solidFill>
                <a:srgbClr val="A6D35F"/>
              </a:solidFill>
              <a:latin typeface="Play"/>
              <a:ea typeface="Play"/>
              <a:cs typeface="Play"/>
              <a:sym typeface="Play"/>
            </a:endParaRPr>
          </a:p>
        </p:txBody>
      </p:sp>
      <p:sp>
        <p:nvSpPr>
          <p:cNvPr id="1720" name="Google Shape;1720;p52"/>
          <p:cNvSpPr txBox="1"/>
          <p:nvPr/>
        </p:nvSpPr>
        <p:spPr>
          <a:xfrm>
            <a:off x="2643800" y="1632477"/>
            <a:ext cx="1785300" cy="1047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0" lang="de" sz="1500">
                <a:solidFill>
                  <a:schemeClr val="accent5"/>
                </a:solidFill>
                <a:latin typeface="Material Icons"/>
                <a:ea typeface="Material Icons"/>
                <a:cs typeface="Material Icons"/>
                <a:sym typeface="Material Icons"/>
              </a:rPr>
              <a:t>water_drop </a:t>
            </a:r>
            <a:r>
              <a:rPr b="1" lang="de" sz="1500">
                <a:solidFill>
                  <a:schemeClr val="accent5"/>
                </a:solidFill>
                <a:latin typeface="Play"/>
                <a:ea typeface="Play"/>
                <a:cs typeface="Play"/>
                <a:sym typeface="Play"/>
              </a:rPr>
              <a:t>Aquatic Flora</a:t>
            </a:r>
            <a:endParaRPr sz="1500">
              <a:solidFill>
                <a:srgbClr val="475569"/>
              </a:solidFill>
              <a:latin typeface="Play"/>
              <a:ea typeface="Play"/>
              <a:cs typeface="Play"/>
              <a:sym typeface="Play"/>
            </a:endParaRPr>
          </a:p>
          <a:p>
            <a:pPr indent="0" lvl="0" marL="0" rtl="0" algn="l">
              <a:lnSpc>
                <a:spcPct val="115000"/>
              </a:lnSpc>
              <a:spcBef>
                <a:spcPts val="600"/>
              </a:spcBef>
              <a:spcAft>
                <a:spcPts val="0"/>
              </a:spcAft>
              <a:buNone/>
            </a:pPr>
            <a:r>
              <a:rPr lang="de" sz="1200">
                <a:solidFill>
                  <a:srgbClr val="A6D35F"/>
                </a:solidFill>
                <a:latin typeface="Play"/>
                <a:ea typeface="Play"/>
                <a:cs typeface="Play"/>
                <a:sym typeface="Play"/>
              </a:rPr>
              <a:t>…</a:t>
            </a:r>
            <a:r>
              <a:rPr lang="de" sz="1200">
                <a:solidFill>
                  <a:srgbClr val="A6D35F"/>
                </a:solidFill>
                <a:latin typeface="Play"/>
                <a:ea typeface="Play"/>
                <a:cs typeface="Play"/>
                <a:sym typeface="Play"/>
              </a:rPr>
              <a:t>diversity peaks in temperate zones.</a:t>
            </a:r>
            <a:endParaRPr sz="1200">
              <a:solidFill>
                <a:srgbClr val="A6D35F"/>
              </a:solidFill>
              <a:latin typeface="Play"/>
              <a:ea typeface="Play"/>
              <a:cs typeface="Play"/>
              <a:sym typeface="Play"/>
            </a:endParaRPr>
          </a:p>
        </p:txBody>
      </p:sp>
      <p:sp>
        <p:nvSpPr>
          <p:cNvPr id="1721" name="Google Shape;1721;p52"/>
          <p:cNvSpPr txBox="1"/>
          <p:nvPr/>
        </p:nvSpPr>
        <p:spPr>
          <a:xfrm>
            <a:off x="616115" y="2854741"/>
            <a:ext cx="36933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de">
                <a:solidFill>
                  <a:srgbClr val="4C8E91"/>
                </a:solidFill>
                <a:latin typeface="Material Icons"/>
                <a:ea typeface="Material Icons"/>
                <a:cs typeface="Material Icons"/>
                <a:sym typeface="Material Icons"/>
              </a:rPr>
              <a:t>pets </a:t>
            </a:r>
            <a:r>
              <a:rPr b="1" lang="de">
                <a:solidFill>
                  <a:srgbClr val="4C8E91"/>
                </a:solidFill>
                <a:latin typeface="Play"/>
                <a:ea typeface="Play"/>
                <a:cs typeface="Play"/>
                <a:sym typeface="Play"/>
              </a:rPr>
              <a:t>Secondary Marine</a:t>
            </a:r>
            <a:r>
              <a:rPr b="1" lang="de">
                <a:solidFill>
                  <a:srgbClr val="4C8E91"/>
                </a:solidFill>
                <a:latin typeface="Play"/>
                <a:ea typeface="Play"/>
                <a:cs typeface="Play"/>
                <a:sym typeface="Play"/>
              </a:rPr>
              <a:t> </a:t>
            </a:r>
            <a:r>
              <a:rPr b="1" lang="de">
                <a:solidFill>
                  <a:srgbClr val="4C8E91"/>
                </a:solidFill>
                <a:latin typeface="Play"/>
                <a:ea typeface="Play"/>
                <a:cs typeface="Play"/>
                <a:sym typeface="Play"/>
              </a:rPr>
              <a:t>Mammals &amp; Birds</a:t>
            </a:r>
            <a:endParaRPr>
              <a:solidFill>
                <a:srgbClr val="475569"/>
              </a:solidFill>
              <a:latin typeface="Play"/>
              <a:ea typeface="Play"/>
              <a:cs typeface="Play"/>
              <a:sym typeface="Play"/>
            </a:endParaRPr>
          </a:p>
          <a:p>
            <a:pPr indent="0" lvl="0" marL="0" rtl="0" algn="l">
              <a:spcBef>
                <a:spcPts val="600"/>
              </a:spcBef>
              <a:spcAft>
                <a:spcPts val="600"/>
              </a:spcAft>
              <a:buNone/>
            </a:pPr>
            <a:r>
              <a:rPr lang="de" sz="1200">
                <a:solidFill>
                  <a:srgbClr val="8ABFC1"/>
                </a:solidFill>
                <a:latin typeface="Play"/>
                <a:ea typeface="Play"/>
                <a:cs typeface="Play"/>
                <a:sym typeface="Play"/>
              </a:rPr>
              <a:t>…revert the classical gradient and have h</a:t>
            </a:r>
            <a:r>
              <a:rPr lang="de" sz="1200">
                <a:solidFill>
                  <a:srgbClr val="8ABFC1"/>
                </a:solidFill>
                <a:latin typeface="Play"/>
                <a:ea typeface="Play"/>
                <a:cs typeface="Play"/>
                <a:sym typeface="Play"/>
              </a:rPr>
              <a:t>igher diversity </a:t>
            </a:r>
            <a:r>
              <a:rPr lang="de" sz="1200">
                <a:solidFill>
                  <a:srgbClr val="8ABFC1"/>
                </a:solidFill>
                <a:latin typeface="Play"/>
                <a:ea typeface="Play"/>
                <a:cs typeface="Play"/>
                <a:sym typeface="Play"/>
              </a:rPr>
              <a:t>in</a:t>
            </a:r>
            <a:r>
              <a:rPr lang="de" sz="1200">
                <a:solidFill>
                  <a:srgbClr val="8ABFC1"/>
                </a:solidFill>
                <a:latin typeface="Play"/>
                <a:ea typeface="Play"/>
                <a:cs typeface="Play"/>
                <a:sym typeface="Play"/>
              </a:rPr>
              <a:t> polar and temperate zones.</a:t>
            </a:r>
            <a:endParaRPr sz="1200">
              <a:solidFill>
                <a:srgbClr val="8ABFC1"/>
              </a:solidFill>
              <a:latin typeface="Play"/>
              <a:ea typeface="Play"/>
              <a:cs typeface="Play"/>
              <a:sym typeface="Play"/>
            </a:endParaRPr>
          </a:p>
        </p:txBody>
      </p:sp>
      <p:sp>
        <p:nvSpPr>
          <p:cNvPr id="1722" name="Google Shape;1722;p52"/>
          <p:cNvSpPr txBox="1"/>
          <p:nvPr/>
        </p:nvSpPr>
        <p:spPr>
          <a:xfrm>
            <a:off x="381000" y="4531775"/>
            <a:ext cx="7101300" cy="575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de" sz="900">
                <a:solidFill>
                  <a:srgbClr val="94A3B8"/>
                </a:solidFill>
                <a:latin typeface="Inter"/>
                <a:ea typeface="Inter"/>
                <a:cs typeface="Inter"/>
                <a:sym typeface="Inter"/>
              </a:rPr>
              <a:t>Sources: Ng (1</a:t>
            </a:r>
            <a:r>
              <a:rPr lang="de" sz="900">
                <a:solidFill>
                  <a:srgbClr val="94A3B8"/>
                </a:solidFill>
                <a:latin typeface="Inter"/>
                <a:ea typeface="Inter"/>
                <a:cs typeface="Inter"/>
                <a:sym typeface="Inter"/>
              </a:rPr>
              <a:t>1</a:t>
            </a:r>
            <a:r>
              <a:rPr b="0" lang="de" sz="900">
                <a:solidFill>
                  <a:srgbClr val="94A3B8"/>
                </a:solidFill>
                <a:latin typeface="Inter"/>
                <a:ea typeface="Inter"/>
                <a:cs typeface="Inter"/>
                <a:sym typeface="Inter"/>
              </a:rPr>
              <a:t>) Preisser (1</a:t>
            </a:r>
            <a:r>
              <a:rPr lang="de" sz="900">
                <a:solidFill>
                  <a:srgbClr val="94A3B8"/>
                </a:solidFill>
                <a:latin typeface="Inter"/>
                <a:ea typeface="Inter"/>
                <a:cs typeface="Inter"/>
                <a:sym typeface="Inter"/>
              </a:rPr>
              <a:t>2</a:t>
            </a:r>
            <a:r>
              <a:rPr b="0" lang="de" sz="900">
                <a:solidFill>
                  <a:srgbClr val="94A3B8"/>
                </a:solidFill>
                <a:latin typeface="Inter"/>
                <a:ea typeface="Inter"/>
                <a:cs typeface="Inter"/>
                <a:sym typeface="Inter"/>
              </a:rPr>
              <a:t>), Poulin (1</a:t>
            </a:r>
            <a:r>
              <a:rPr lang="de" sz="900">
                <a:solidFill>
                  <a:srgbClr val="94A3B8"/>
                </a:solidFill>
                <a:latin typeface="Inter"/>
                <a:ea typeface="Inter"/>
                <a:cs typeface="Inter"/>
                <a:sym typeface="Inter"/>
              </a:rPr>
              <a:t>3</a:t>
            </a:r>
            <a:r>
              <a:rPr b="0" lang="de" sz="900">
                <a:solidFill>
                  <a:srgbClr val="94A3B8"/>
                </a:solidFill>
                <a:latin typeface="Inter"/>
                <a:ea typeface="Inter"/>
                <a:cs typeface="Inter"/>
                <a:sym typeface="Inter"/>
              </a:rPr>
              <a:t>)</a:t>
            </a:r>
            <a:r>
              <a:rPr lang="de" sz="900">
                <a:solidFill>
                  <a:srgbClr val="94A3B8"/>
                </a:solidFill>
                <a:latin typeface="Inter"/>
                <a:ea typeface="Inter"/>
                <a:cs typeface="Inter"/>
                <a:sym typeface="Inter"/>
              </a:rPr>
              <a:t>, Zhou (15)</a:t>
            </a:r>
            <a:endParaRPr b="0" sz="900">
              <a:solidFill>
                <a:srgbClr val="94A3B8"/>
              </a:solidFill>
              <a:latin typeface="Inter"/>
              <a:ea typeface="Inter"/>
              <a:cs typeface="Inter"/>
              <a:sym typeface="Inter"/>
            </a:endParaRPr>
          </a:p>
        </p:txBody>
      </p:sp>
      <p:grpSp>
        <p:nvGrpSpPr>
          <p:cNvPr id="1723" name="Google Shape;1723;p52"/>
          <p:cNvGrpSpPr/>
          <p:nvPr/>
        </p:nvGrpSpPr>
        <p:grpSpPr>
          <a:xfrm>
            <a:off x="4937650" y="1505825"/>
            <a:ext cx="3815250" cy="2600802"/>
            <a:chOff x="4937650" y="1505825"/>
            <a:chExt cx="3815250" cy="2600802"/>
          </a:xfrm>
        </p:grpSpPr>
        <p:pic>
          <p:nvPicPr>
            <p:cNvPr id="1724" name="Google Shape;1724;p52" title="Schlupfwespe.jpg"/>
            <p:cNvPicPr preferRelativeResize="0"/>
            <p:nvPr/>
          </p:nvPicPr>
          <p:blipFill>
            <a:blip r:embed="rId3">
              <a:alphaModFix/>
            </a:blip>
            <a:stretch>
              <a:fillRect/>
            </a:stretch>
          </p:blipFill>
          <p:spPr>
            <a:xfrm>
              <a:off x="4937650" y="1505825"/>
              <a:ext cx="3815247" cy="2277700"/>
            </a:xfrm>
            <a:prstGeom prst="rect">
              <a:avLst/>
            </a:prstGeom>
            <a:noFill/>
            <a:ln>
              <a:noFill/>
            </a:ln>
          </p:spPr>
        </p:pic>
        <p:sp>
          <p:nvSpPr>
            <p:cNvPr id="1725" name="Google Shape;1725;p52"/>
            <p:cNvSpPr txBox="1"/>
            <p:nvPr/>
          </p:nvSpPr>
          <p:spPr>
            <a:xfrm>
              <a:off x="7648300" y="3783527"/>
              <a:ext cx="11046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de" sz="900" u="sng">
                  <a:solidFill>
                    <a:schemeClr val="hlink"/>
                  </a:solidFill>
                  <a:hlinkClick r:id="rId4"/>
                </a:rPr>
                <a:t>© Maik Mehlhose</a:t>
              </a:r>
              <a:endParaRPr sz="900">
                <a:solidFill>
                  <a:schemeClr val="dk2"/>
                </a:solidFill>
              </a:endParaRPr>
            </a:p>
          </p:txBody>
        </p:sp>
      </p:grpSp>
      <p:grpSp>
        <p:nvGrpSpPr>
          <p:cNvPr id="1726" name="Google Shape;1726;p52"/>
          <p:cNvGrpSpPr/>
          <p:nvPr/>
        </p:nvGrpSpPr>
        <p:grpSpPr>
          <a:xfrm>
            <a:off x="4940275" y="1782472"/>
            <a:ext cx="3815250" cy="2233753"/>
            <a:chOff x="4937650" y="1894297"/>
            <a:chExt cx="3815250" cy="2233753"/>
          </a:xfrm>
        </p:grpSpPr>
        <p:pic>
          <p:nvPicPr>
            <p:cNvPr id="1727" name="Google Shape;1727;p52" title="Zostera marina.jpeg"/>
            <p:cNvPicPr preferRelativeResize="0"/>
            <p:nvPr/>
          </p:nvPicPr>
          <p:blipFill rotWithShape="1">
            <a:blip r:embed="rId5">
              <a:alphaModFix/>
            </a:blip>
            <a:srcRect b="33226" l="0" r="0" t="0"/>
            <a:stretch/>
          </p:blipFill>
          <p:spPr>
            <a:xfrm>
              <a:off x="4937650" y="1894297"/>
              <a:ext cx="3815250" cy="1910662"/>
            </a:xfrm>
            <a:prstGeom prst="rect">
              <a:avLst/>
            </a:prstGeom>
            <a:noFill/>
            <a:ln>
              <a:noFill/>
            </a:ln>
          </p:spPr>
        </p:pic>
        <p:sp>
          <p:nvSpPr>
            <p:cNvPr id="1728" name="Google Shape;1728;p52"/>
            <p:cNvSpPr txBox="1"/>
            <p:nvPr/>
          </p:nvSpPr>
          <p:spPr>
            <a:xfrm>
              <a:off x="7648300" y="3804950"/>
              <a:ext cx="11046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900" u="sng">
                  <a:solidFill>
                    <a:schemeClr val="hlink"/>
                  </a:solidFill>
                  <a:hlinkClick r:id="rId6"/>
                </a:rPr>
                <a:t>© Nicolas Jouault</a:t>
              </a:r>
              <a:endParaRPr sz="900">
                <a:solidFill>
                  <a:schemeClr val="dk2"/>
                </a:solidFill>
              </a:endParaRPr>
            </a:p>
          </p:txBody>
        </p:sp>
      </p:grpSp>
      <p:grpSp>
        <p:nvGrpSpPr>
          <p:cNvPr id="1729" name="Google Shape;1729;p52"/>
          <p:cNvGrpSpPr/>
          <p:nvPr/>
        </p:nvGrpSpPr>
        <p:grpSpPr>
          <a:xfrm>
            <a:off x="4940287" y="1539262"/>
            <a:ext cx="3809976" cy="2368728"/>
            <a:chOff x="4942924" y="1653574"/>
            <a:chExt cx="3809976" cy="2368728"/>
          </a:xfrm>
        </p:grpSpPr>
        <p:pic>
          <p:nvPicPr>
            <p:cNvPr id="1730" name="Google Shape;1730;p52" title="Delphinapterus leucas.jpg"/>
            <p:cNvPicPr preferRelativeResize="0"/>
            <p:nvPr/>
          </p:nvPicPr>
          <p:blipFill>
            <a:blip r:embed="rId7">
              <a:alphaModFix/>
            </a:blip>
            <a:stretch>
              <a:fillRect/>
            </a:stretch>
          </p:blipFill>
          <p:spPr>
            <a:xfrm rot="5400000">
              <a:off x="5775224" y="821274"/>
              <a:ext cx="2140125" cy="3804726"/>
            </a:xfrm>
            <a:prstGeom prst="rect">
              <a:avLst/>
            </a:prstGeom>
            <a:noFill/>
            <a:ln>
              <a:noFill/>
            </a:ln>
          </p:spPr>
        </p:pic>
        <p:sp>
          <p:nvSpPr>
            <p:cNvPr id="1731" name="Google Shape;1731;p52"/>
            <p:cNvSpPr txBox="1"/>
            <p:nvPr/>
          </p:nvSpPr>
          <p:spPr>
            <a:xfrm>
              <a:off x="7747000" y="3793702"/>
              <a:ext cx="10059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 sz="900" u="sng">
                  <a:solidFill>
                    <a:schemeClr val="hlink"/>
                  </a:solidFill>
                  <a:hlinkClick r:id="rId8"/>
                </a:rPr>
                <a:t>© azure27014</a:t>
              </a:r>
              <a:endParaRPr sz="600">
                <a:solidFill>
                  <a:schemeClr val="dk2"/>
                </a:solidFill>
              </a:endParaRPr>
            </a:p>
          </p:txBody>
        </p:sp>
      </p:grpSp>
      <p:sp>
        <p:nvSpPr>
          <p:cNvPr id="1732" name="Google Shape;1732;p52"/>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2"/>
              </a:buClr>
              <a:buSzPct val="90909"/>
              <a:buFont typeface="Calibri"/>
              <a:buNone/>
            </a:pPr>
            <a:r>
              <a:rPr lang="de">
                <a:solidFill>
                  <a:schemeClr val="accent6"/>
                </a:solidFill>
                <a:latin typeface="Play"/>
                <a:ea typeface="Play"/>
                <a:cs typeface="Play"/>
                <a:sym typeface="Play"/>
              </a:rPr>
              <a:t>Taxonomic Exceptions</a:t>
            </a:r>
            <a:endParaRPr>
              <a:solidFill>
                <a:schemeClr val="accent6"/>
              </a:solidFill>
              <a:latin typeface="Play"/>
              <a:ea typeface="Play"/>
              <a:cs typeface="Play"/>
              <a:sym typeface="Pla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72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72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6" name="Shape 1736"/>
        <p:cNvGrpSpPr/>
        <p:nvPr/>
      </p:nvGrpSpPr>
      <p:grpSpPr>
        <a:xfrm>
          <a:off x="0" y="0"/>
          <a:ext cx="0" cy="0"/>
          <a:chOff x="0" y="0"/>
          <a:chExt cx="0" cy="0"/>
        </a:xfrm>
      </p:grpSpPr>
      <p:grpSp>
        <p:nvGrpSpPr>
          <p:cNvPr id="1737" name="Google Shape;1737;p53"/>
          <p:cNvGrpSpPr/>
          <p:nvPr/>
        </p:nvGrpSpPr>
        <p:grpSpPr>
          <a:xfrm>
            <a:off x="457200" y="1180275"/>
            <a:ext cx="2435100" cy="3105900"/>
            <a:chOff x="457200" y="1180275"/>
            <a:chExt cx="2435100" cy="3105900"/>
          </a:xfrm>
        </p:grpSpPr>
        <p:sp>
          <p:nvSpPr>
            <p:cNvPr id="1738" name="Google Shape;1738;p53"/>
            <p:cNvSpPr/>
            <p:nvPr/>
          </p:nvSpPr>
          <p:spPr>
            <a:xfrm>
              <a:off x="457200" y="1180275"/>
              <a:ext cx="2435100" cy="3105900"/>
            </a:xfrm>
            <a:prstGeom prst="roundRect">
              <a:avLst>
                <a:gd fmla="val 16667" name="adj"/>
              </a:avLst>
            </a:prstGeom>
            <a:solidFill>
              <a:schemeClr val="lt1"/>
            </a:solidFill>
            <a:ln cap="flat" cmpd="sng" w="9525">
              <a:solidFill>
                <a:srgbClr val="E2ECEA"/>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39" name="Google Shape;1739;p53"/>
            <p:cNvSpPr txBox="1"/>
            <p:nvPr/>
          </p:nvSpPr>
          <p:spPr>
            <a:xfrm>
              <a:off x="649318" y="1476375"/>
              <a:ext cx="2095500" cy="2809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de" sz="1500">
                  <a:solidFill>
                    <a:schemeClr val="accent5"/>
                  </a:solidFill>
                  <a:latin typeface="Material Icons"/>
                  <a:ea typeface="Material Icons"/>
                  <a:cs typeface="Material Icons"/>
                  <a:sym typeface="Material Icons"/>
                </a:rPr>
                <a:t>public </a:t>
              </a:r>
              <a:r>
                <a:rPr b="1" lang="de" sz="1500">
                  <a:solidFill>
                    <a:schemeClr val="accent5"/>
                  </a:solidFill>
                  <a:latin typeface="Play"/>
                  <a:ea typeface="Play"/>
                  <a:cs typeface="Play"/>
                  <a:sym typeface="Play"/>
                </a:rPr>
                <a:t>Climate &amp; Habitat</a:t>
              </a:r>
              <a:endParaRPr sz="1500">
                <a:solidFill>
                  <a:schemeClr val="accent5"/>
                </a:solidFill>
                <a:latin typeface="Play"/>
                <a:ea typeface="Play"/>
                <a:cs typeface="Play"/>
                <a:sym typeface="Play"/>
              </a:endParaRPr>
            </a:p>
            <a:p>
              <a:pPr indent="0" lvl="0" marL="0" rtl="0" algn="l">
                <a:spcBef>
                  <a:spcPts val="900"/>
                </a:spcBef>
                <a:spcAft>
                  <a:spcPts val="0"/>
                </a:spcAft>
                <a:buNone/>
              </a:pPr>
              <a:r>
                <a:t/>
              </a:r>
              <a:endParaRPr b="1" sz="1050">
                <a:solidFill>
                  <a:srgbClr val="A6D35F"/>
                </a:solidFill>
                <a:latin typeface="Play"/>
                <a:ea typeface="Play"/>
                <a:cs typeface="Play"/>
                <a:sym typeface="Play"/>
              </a:endParaRPr>
            </a:p>
            <a:p>
              <a:pPr indent="0" lvl="0" marL="0" rtl="0" algn="l">
                <a:spcBef>
                  <a:spcPts val="750"/>
                </a:spcBef>
                <a:spcAft>
                  <a:spcPts val="750"/>
                </a:spcAft>
                <a:buNone/>
              </a:pPr>
              <a:r>
                <a:rPr b="1" lang="de" sz="1200">
                  <a:solidFill>
                    <a:srgbClr val="A6D35F"/>
                  </a:solidFill>
                  <a:latin typeface="Play"/>
                  <a:ea typeface="Play"/>
                  <a:cs typeface="Play"/>
                  <a:sym typeface="Play"/>
                </a:rPr>
                <a:t>Prevention:</a:t>
              </a:r>
              <a:r>
                <a:rPr lang="de" sz="1200">
                  <a:solidFill>
                    <a:srgbClr val="A6D35F"/>
                  </a:solidFill>
                  <a:latin typeface="Play"/>
                  <a:ea typeface="Play"/>
                  <a:cs typeface="Play"/>
                  <a:sym typeface="Play"/>
                </a:rPr>
                <a:t> Understanding patterns helps predict which ecosystems are most at risk.</a:t>
              </a:r>
              <a:endParaRPr sz="1200">
                <a:solidFill>
                  <a:srgbClr val="A6D35F"/>
                </a:solidFill>
                <a:latin typeface="Play"/>
                <a:ea typeface="Play"/>
                <a:cs typeface="Play"/>
                <a:sym typeface="Play"/>
              </a:endParaRPr>
            </a:p>
          </p:txBody>
        </p:sp>
      </p:grpSp>
      <p:grpSp>
        <p:nvGrpSpPr>
          <p:cNvPr id="1740" name="Google Shape;1740;p53"/>
          <p:cNvGrpSpPr/>
          <p:nvPr/>
        </p:nvGrpSpPr>
        <p:grpSpPr>
          <a:xfrm>
            <a:off x="3312400" y="1180275"/>
            <a:ext cx="2435100" cy="3105900"/>
            <a:chOff x="3312400" y="1180275"/>
            <a:chExt cx="2435100" cy="3105900"/>
          </a:xfrm>
        </p:grpSpPr>
        <p:sp>
          <p:nvSpPr>
            <p:cNvPr id="1741" name="Google Shape;1741;p53"/>
            <p:cNvSpPr/>
            <p:nvPr/>
          </p:nvSpPr>
          <p:spPr>
            <a:xfrm>
              <a:off x="3312400" y="1180275"/>
              <a:ext cx="2435100" cy="3105900"/>
            </a:xfrm>
            <a:prstGeom prst="roundRect">
              <a:avLst>
                <a:gd fmla="val 16667" name="adj"/>
              </a:avLst>
            </a:prstGeom>
            <a:solidFill>
              <a:schemeClr val="lt1"/>
            </a:solidFill>
            <a:ln cap="flat" cmpd="sng" w="9525">
              <a:solidFill>
                <a:srgbClr val="E2ECEA"/>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42" name="Google Shape;1742;p53"/>
            <p:cNvSpPr txBox="1"/>
            <p:nvPr/>
          </p:nvSpPr>
          <p:spPr>
            <a:xfrm>
              <a:off x="3439338" y="1476375"/>
              <a:ext cx="2095500" cy="2809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de" sz="1500">
                  <a:solidFill>
                    <a:srgbClr val="4C8E91"/>
                  </a:solidFill>
                  <a:latin typeface="Material Icons"/>
                  <a:ea typeface="Material Icons"/>
                  <a:cs typeface="Material Icons"/>
                  <a:sym typeface="Material Icons"/>
                </a:rPr>
                <a:t>verified_user </a:t>
              </a:r>
              <a:r>
                <a:rPr b="1" lang="de" sz="1500">
                  <a:solidFill>
                    <a:srgbClr val="4C8E91"/>
                  </a:solidFill>
                  <a:latin typeface="Play"/>
                  <a:ea typeface="Play"/>
                  <a:cs typeface="Play"/>
                  <a:sym typeface="Play"/>
                </a:rPr>
                <a:t>Protection &amp; Risks</a:t>
              </a:r>
              <a:endParaRPr sz="1500">
                <a:solidFill>
                  <a:srgbClr val="4C8E91"/>
                </a:solidFill>
                <a:latin typeface="Play"/>
                <a:ea typeface="Play"/>
                <a:cs typeface="Play"/>
                <a:sym typeface="Play"/>
              </a:endParaRPr>
            </a:p>
            <a:p>
              <a:pPr indent="0" lvl="0" marL="0" rtl="0" algn="l">
                <a:spcBef>
                  <a:spcPts val="900"/>
                </a:spcBef>
                <a:spcAft>
                  <a:spcPts val="0"/>
                </a:spcAft>
                <a:buNone/>
              </a:pPr>
              <a:r>
                <a:t/>
              </a:r>
              <a:endParaRPr b="1" sz="1050">
                <a:solidFill>
                  <a:srgbClr val="8ABFC1"/>
                </a:solidFill>
                <a:latin typeface="Play"/>
                <a:ea typeface="Play"/>
                <a:cs typeface="Play"/>
                <a:sym typeface="Play"/>
              </a:endParaRPr>
            </a:p>
            <a:p>
              <a:pPr indent="0" lvl="0" marL="0" rtl="0" algn="l">
                <a:spcBef>
                  <a:spcPts val="900"/>
                </a:spcBef>
                <a:spcAft>
                  <a:spcPts val="0"/>
                </a:spcAft>
                <a:buNone/>
              </a:pPr>
              <a:r>
                <a:rPr b="1" lang="de" sz="1200">
                  <a:solidFill>
                    <a:srgbClr val="8ABFC1"/>
                  </a:solidFill>
                  <a:latin typeface="Play"/>
                  <a:ea typeface="Play"/>
                  <a:cs typeface="Play"/>
                  <a:sym typeface="Play"/>
                </a:rPr>
                <a:t>Conservation</a:t>
              </a:r>
              <a:r>
                <a:rPr b="1" lang="de" sz="1200">
                  <a:solidFill>
                    <a:srgbClr val="8ABFC1"/>
                  </a:solidFill>
                  <a:latin typeface="Play"/>
                  <a:ea typeface="Play"/>
                  <a:cs typeface="Play"/>
                  <a:sym typeface="Play"/>
                </a:rPr>
                <a:t>:</a:t>
              </a:r>
              <a:r>
                <a:rPr lang="de" sz="1200">
                  <a:solidFill>
                    <a:srgbClr val="8ABFC1"/>
                  </a:solidFill>
                  <a:latin typeface="Play"/>
                  <a:ea typeface="Play"/>
                  <a:cs typeface="Play"/>
                  <a:sym typeface="Play"/>
                </a:rPr>
                <a:t> identify areas that need protection to prevent species loss.</a:t>
              </a:r>
              <a:endParaRPr sz="1200">
                <a:solidFill>
                  <a:srgbClr val="8ABFC1"/>
                </a:solidFill>
                <a:latin typeface="Play"/>
                <a:ea typeface="Play"/>
                <a:cs typeface="Play"/>
                <a:sym typeface="Play"/>
              </a:endParaRPr>
            </a:p>
            <a:p>
              <a:pPr indent="0" lvl="0" marL="0" rtl="0" algn="l">
                <a:spcBef>
                  <a:spcPts val="900"/>
                </a:spcBef>
                <a:spcAft>
                  <a:spcPts val="0"/>
                </a:spcAft>
                <a:buNone/>
              </a:pPr>
              <a:r>
                <a:t/>
              </a:r>
              <a:endParaRPr sz="1200">
                <a:solidFill>
                  <a:srgbClr val="8ABFC1"/>
                </a:solidFill>
                <a:latin typeface="Play"/>
                <a:ea typeface="Play"/>
                <a:cs typeface="Play"/>
                <a:sym typeface="Play"/>
              </a:endParaRPr>
            </a:p>
            <a:p>
              <a:pPr indent="0" lvl="0" marL="0" rtl="0" algn="l">
                <a:spcBef>
                  <a:spcPts val="900"/>
                </a:spcBef>
                <a:spcAft>
                  <a:spcPts val="0"/>
                </a:spcAft>
                <a:buNone/>
              </a:pPr>
              <a:r>
                <a:rPr b="1" lang="de" sz="1200">
                  <a:solidFill>
                    <a:srgbClr val="8ABFC1"/>
                  </a:solidFill>
                  <a:latin typeface="Play"/>
                  <a:ea typeface="Play"/>
                  <a:cs typeface="Play"/>
                  <a:sym typeface="Play"/>
                </a:rPr>
                <a:t>Invasive species:</a:t>
              </a:r>
              <a:r>
                <a:rPr lang="de" sz="1200">
                  <a:solidFill>
                    <a:srgbClr val="8ABFC1"/>
                  </a:solidFill>
                  <a:latin typeface="Play"/>
                  <a:ea typeface="Play"/>
                  <a:cs typeface="Play"/>
                  <a:sym typeface="Play"/>
                </a:rPr>
                <a:t> predict where introduced species might spread.</a:t>
              </a:r>
              <a:endParaRPr sz="1200">
                <a:solidFill>
                  <a:srgbClr val="8ABFC1"/>
                </a:solidFill>
                <a:latin typeface="Play"/>
                <a:ea typeface="Play"/>
                <a:cs typeface="Play"/>
                <a:sym typeface="Play"/>
              </a:endParaRPr>
            </a:p>
          </p:txBody>
        </p:sp>
      </p:grpSp>
      <p:grpSp>
        <p:nvGrpSpPr>
          <p:cNvPr id="1743" name="Google Shape;1743;p53"/>
          <p:cNvGrpSpPr/>
          <p:nvPr/>
        </p:nvGrpSpPr>
        <p:grpSpPr>
          <a:xfrm>
            <a:off x="6229375" y="1180275"/>
            <a:ext cx="2435100" cy="3105900"/>
            <a:chOff x="6229375" y="1180275"/>
            <a:chExt cx="2435100" cy="3105900"/>
          </a:xfrm>
        </p:grpSpPr>
        <p:sp>
          <p:nvSpPr>
            <p:cNvPr id="1744" name="Google Shape;1744;p53"/>
            <p:cNvSpPr/>
            <p:nvPr/>
          </p:nvSpPr>
          <p:spPr>
            <a:xfrm>
              <a:off x="6229375" y="1180275"/>
              <a:ext cx="2435100" cy="3105900"/>
            </a:xfrm>
            <a:prstGeom prst="roundRect">
              <a:avLst>
                <a:gd fmla="val 16667" name="adj"/>
              </a:avLst>
            </a:prstGeom>
            <a:solidFill>
              <a:schemeClr val="lt1"/>
            </a:solidFill>
            <a:ln cap="flat" cmpd="sng" w="9525">
              <a:solidFill>
                <a:srgbClr val="E2ECEA"/>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45" name="Google Shape;1745;p53"/>
            <p:cNvSpPr txBox="1"/>
            <p:nvPr/>
          </p:nvSpPr>
          <p:spPr>
            <a:xfrm>
              <a:off x="6399175" y="1476375"/>
              <a:ext cx="2095500" cy="2809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de" sz="1500">
                  <a:solidFill>
                    <a:schemeClr val="accent5"/>
                  </a:solidFill>
                  <a:latin typeface="Material Icons"/>
                  <a:ea typeface="Material Icons"/>
                  <a:cs typeface="Material Icons"/>
                  <a:sym typeface="Material Icons"/>
                </a:rPr>
                <a:t>auto_graph </a:t>
              </a:r>
              <a:r>
                <a:rPr b="1" lang="de" sz="1500">
                  <a:solidFill>
                    <a:schemeClr val="accent5"/>
                  </a:solidFill>
                  <a:latin typeface="Play"/>
                  <a:ea typeface="Play"/>
                  <a:cs typeface="Play"/>
                  <a:sym typeface="Play"/>
                </a:rPr>
                <a:t>Prediction Models</a:t>
              </a:r>
              <a:endParaRPr sz="1500">
                <a:solidFill>
                  <a:schemeClr val="accent5"/>
                </a:solidFill>
                <a:latin typeface="Play"/>
                <a:ea typeface="Play"/>
                <a:cs typeface="Play"/>
                <a:sym typeface="Play"/>
              </a:endParaRPr>
            </a:p>
            <a:p>
              <a:pPr indent="0" lvl="0" marL="0" rtl="0" algn="l">
                <a:spcBef>
                  <a:spcPts val="900"/>
                </a:spcBef>
                <a:spcAft>
                  <a:spcPts val="0"/>
                </a:spcAft>
                <a:buNone/>
              </a:pPr>
              <a:r>
                <a:t/>
              </a:r>
              <a:endParaRPr b="1" sz="1200">
                <a:solidFill>
                  <a:srgbClr val="A6D35F"/>
                </a:solidFill>
                <a:latin typeface="Play"/>
                <a:ea typeface="Play"/>
                <a:cs typeface="Play"/>
                <a:sym typeface="Play"/>
              </a:endParaRPr>
            </a:p>
            <a:p>
              <a:pPr indent="0" lvl="0" marL="0" rtl="0" algn="l">
                <a:spcBef>
                  <a:spcPts val="900"/>
                </a:spcBef>
                <a:spcAft>
                  <a:spcPts val="0"/>
                </a:spcAft>
                <a:buNone/>
              </a:pPr>
              <a:r>
                <a:rPr b="1" lang="de" sz="1200">
                  <a:solidFill>
                    <a:srgbClr val="A6D35F"/>
                  </a:solidFill>
                  <a:latin typeface="Play"/>
                  <a:ea typeface="Play"/>
                  <a:cs typeface="Play"/>
                  <a:sym typeface="Play"/>
                </a:rPr>
                <a:t>Future biodiversity:</a:t>
              </a:r>
              <a:r>
                <a:rPr lang="de" sz="1200">
                  <a:solidFill>
                    <a:srgbClr val="A6D35F"/>
                  </a:solidFill>
                  <a:latin typeface="Play"/>
                  <a:ea typeface="Play"/>
                  <a:cs typeface="Play"/>
                  <a:sym typeface="Play"/>
                </a:rPr>
                <a:t> models predict how species distributions and biodiversity patterns may change.</a:t>
              </a:r>
              <a:endParaRPr sz="1200">
                <a:solidFill>
                  <a:srgbClr val="A6D35F"/>
                </a:solidFill>
                <a:latin typeface="Play"/>
                <a:ea typeface="Play"/>
                <a:cs typeface="Play"/>
                <a:sym typeface="Play"/>
              </a:endParaRPr>
            </a:p>
            <a:p>
              <a:pPr indent="0" lvl="0" marL="0" rtl="0" algn="l">
                <a:spcBef>
                  <a:spcPts val="900"/>
                </a:spcBef>
                <a:spcAft>
                  <a:spcPts val="0"/>
                </a:spcAft>
                <a:buNone/>
              </a:pPr>
              <a:r>
                <a:t/>
              </a:r>
              <a:endParaRPr sz="1200">
                <a:solidFill>
                  <a:srgbClr val="A6D35F"/>
                </a:solidFill>
                <a:latin typeface="Play"/>
                <a:ea typeface="Play"/>
                <a:cs typeface="Play"/>
                <a:sym typeface="Play"/>
              </a:endParaRPr>
            </a:p>
            <a:p>
              <a:pPr indent="0" lvl="0" marL="0" rtl="0" algn="l">
                <a:spcBef>
                  <a:spcPts val="900"/>
                </a:spcBef>
                <a:spcAft>
                  <a:spcPts val="0"/>
                </a:spcAft>
                <a:buNone/>
              </a:pPr>
              <a:r>
                <a:rPr b="1" lang="de" sz="1200">
                  <a:solidFill>
                    <a:srgbClr val="A6D35F"/>
                  </a:solidFill>
                  <a:latin typeface="Play"/>
                  <a:ea typeface="Play"/>
                  <a:cs typeface="Play"/>
                  <a:sym typeface="Play"/>
                </a:rPr>
                <a:t>Astroecology:</a:t>
              </a:r>
              <a:r>
                <a:rPr lang="de" sz="1200">
                  <a:solidFill>
                    <a:srgbClr val="A6D35F"/>
                  </a:solidFill>
                  <a:latin typeface="Play"/>
                  <a:ea typeface="Play"/>
                  <a:cs typeface="Play"/>
                  <a:sym typeface="Play"/>
                </a:rPr>
                <a:t> predicting alien life and ecosystems </a:t>
              </a:r>
              <a:r>
                <a:rPr lang="de" sz="1200">
                  <a:solidFill>
                    <a:srgbClr val="A6D35F"/>
                  </a:solidFill>
                  <a:latin typeface="Play"/>
                  <a:ea typeface="Play"/>
                  <a:cs typeface="Play"/>
                  <a:sym typeface="Play"/>
                </a:rPr>
                <a:t>on other planets</a:t>
              </a:r>
              <a:r>
                <a:rPr lang="de" sz="1200">
                  <a:solidFill>
                    <a:srgbClr val="A6D35F"/>
                  </a:solidFill>
                  <a:latin typeface="Play"/>
                  <a:ea typeface="Play"/>
                  <a:cs typeface="Play"/>
                  <a:sym typeface="Play"/>
                </a:rPr>
                <a:t>.</a:t>
              </a:r>
              <a:endParaRPr sz="1200">
                <a:solidFill>
                  <a:srgbClr val="A6D35F"/>
                </a:solidFill>
                <a:latin typeface="Play"/>
                <a:ea typeface="Play"/>
                <a:cs typeface="Play"/>
                <a:sym typeface="Play"/>
              </a:endParaRPr>
            </a:p>
          </p:txBody>
        </p:sp>
      </p:grpSp>
      <p:sp>
        <p:nvSpPr>
          <p:cNvPr id="1746" name="Google Shape;1746;p53"/>
          <p:cNvSpPr txBox="1"/>
          <p:nvPr/>
        </p:nvSpPr>
        <p:spPr>
          <a:xfrm>
            <a:off x="381000" y="4686300"/>
            <a:ext cx="83820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de" sz="900">
                <a:solidFill>
                  <a:srgbClr val="94A3B8"/>
                </a:solidFill>
                <a:latin typeface="Inter"/>
                <a:ea typeface="Inter"/>
                <a:cs typeface="Inter"/>
                <a:sym typeface="Inter"/>
              </a:rPr>
              <a:t>Source: Brodie (2), European Commis</a:t>
            </a:r>
            <a:r>
              <a:rPr lang="de" sz="900">
                <a:solidFill>
                  <a:srgbClr val="94A3B8"/>
                </a:solidFill>
                <a:latin typeface="Inter"/>
                <a:ea typeface="Inter"/>
                <a:cs typeface="Inter"/>
                <a:sym typeface="Inter"/>
              </a:rPr>
              <a:t>sion (5)</a:t>
            </a:r>
            <a:endParaRPr b="0" sz="900">
              <a:solidFill>
                <a:srgbClr val="94A3B8"/>
              </a:solidFill>
              <a:latin typeface="Inter"/>
              <a:ea typeface="Inter"/>
              <a:cs typeface="Inter"/>
              <a:sym typeface="Inter"/>
            </a:endParaRPr>
          </a:p>
        </p:txBody>
      </p:sp>
      <p:sp>
        <p:nvSpPr>
          <p:cNvPr id="1747" name="Google Shape;1747;p53"/>
          <p:cNvSpPr txBox="1"/>
          <p:nvPr/>
        </p:nvSpPr>
        <p:spPr>
          <a:xfrm>
            <a:off x="6824850" y="314325"/>
            <a:ext cx="3000000" cy="3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850">
                <a:solidFill>
                  <a:srgbClr val="B7B7B7"/>
                </a:solidFill>
              </a:rPr>
              <a:t>Sources: 1</a:t>
            </a:r>
            <a:r>
              <a:rPr lang="de" sz="850">
                <a:solidFill>
                  <a:srgbClr val="B7B7B7"/>
                </a:solidFill>
              </a:rPr>
              <a:t>2, 13</a:t>
            </a:r>
            <a:endParaRPr/>
          </a:p>
        </p:txBody>
      </p:sp>
      <p:sp>
        <p:nvSpPr>
          <p:cNvPr id="1748" name="Google Shape;1748;p53"/>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2"/>
              </a:buClr>
              <a:buSzPct val="90909"/>
              <a:buFont typeface="Calibri"/>
              <a:buNone/>
            </a:pPr>
            <a:r>
              <a:rPr lang="de">
                <a:solidFill>
                  <a:schemeClr val="accent6"/>
                </a:solidFill>
                <a:latin typeface="Play"/>
                <a:ea typeface="Play"/>
                <a:cs typeface="Play"/>
                <a:sym typeface="Play"/>
              </a:rPr>
              <a:t>Applications</a:t>
            </a:r>
            <a:endParaRPr>
              <a:solidFill>
                <a:schemeClr val="accent6"/>
              </a:solidFill>
              <a:latin typeface="Play"/>
              <a:ea typeface="Play"/>
              <a:cs typeface="Play"/>
              <a:sym typeface="Pla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2" name="Shape 1752"/>
        <p:cNvGrpSpPr/>
        <p:nvPr/>
      </p:nvGrpSpPr>
      <p:grpSpPr>
        <a:xfrm>
          <a:off x="0" y="0"/>
          <a:ext cx="0" cy="0"/>
          <a:chOff x="0" y="0"/>
          <a:chExt cx="0" cy="0"/>
        </a:xfrm>
      </p:grpSpPr>
      <p:sp>
        <p:nvSpPr>
          <p:cNvPr id="1753" name="Google Shape;1753;p54"/>
          <p:cNvSpPr/>
          <p:nvPr/>
        </p:nvSpPr>
        <p:spPr>
          <a:xfrm>
            <a:off x="6112225" y="2825979"/>
            <a:ext cx="2550900" cy="801900"/>
          </a:xfrm>
          <a:prstGeom prst="flowChartAlternateProcess">
            <a:avLst/>
          </a:prstGeom>
          <a:solidFill>
            <a:schemeClr val="lt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Calibri"/>
              <a:ea typeface="Calibri"/>
              <a:cs typeface="Calibri"/>
              <a:sym typeface="Calibri"/>
            </a:endParaRPr>
          </a:p>
        </p:txBody>
      </p:sp>
      <p:sp>
        <p:nvSpPr>
          <p:cNvPr id="1754" name="Google Shape;1754;p54"/>
          <p:cNvSpPr/>
          <p:nvPr/>
        </p:nvSpPr>
        <p:spPr>
          <a:xfrm>
            <a:off x="3307418" y="2825973"/>
            <a:ext cx="2519700" cy="801900"/>
          </a:xfrm>
          <a:prstGeom prst="flowChartAlternateProcess">
            <a:avLst/>
          </a:prstGeom>
          <a:solidFill>
            <a:schemeClr val="lt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Calibri"/>
              <a:ea typeface="Calibri"/>
              <a:cs typeface="Calibri"/>
              <a:sym typeface="Calibri"/>
            </a:endParaRPr>
          </a:p>
        </p:txBody>
      </p:sp>
      <p:sp>
        <p:nvSpPr>
          <p:cNvPr id="1755" name="Google Shape;1755;p54"/>
          <p:cNvSpPr/>
          <p:nvPr/>
        </p:nvSpPr>
        <p:spPr>
          <a:xfrm>
            <a:off x="471525" y="2825979"/>
            <a:ext cx="2550900" cy="801900"/>
          </a:xfrm>
          <a:prstGeom prst="flowChartAlternateProcess">
            <a:avLst/>
          </a:prstGeom>
          <a:solidFill>
            <a:schemeClr val="lt1"/>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Calibri"/>
              <a:ea typeface="Calibri"/>
              <a:cs typeface="Calibri"/>
              <a:sym typeface="Calibri"/>
            </a:endParaRPr>
          </a:p>
        </p:txBody>
      </p:sp>
      <p:sp>
        <p:nvSpPr>
          <p:cNvPr id="1756" name="Google Shape;1756;p54"/>
          <p:cNvSpPr txBox="1"/>
          <p:nvPr/>
        </p:nvSpPr>
        <p:spPr>
          <a:xfrm>
            <a:off x="4010021" y="3009187"/>
            <a:ext cx="1114500" cy="619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de" sz="1500">
                <a:solidFill>
                  <a:schemeClr val="accent6"/>
                </a:solidFill>
                <a:latin typeface="Calibri"/>
                <a:ea typeface="Calibri"/>
                <a:cs typeface="Calibri"/>
                <a:sym typeface="Calibri"/>
              </a:rPr>
              <a:t>Functional</a:t>
            </a:r>
            <a:endParaRPr b="1" sz="1500">
              <a:solidFill>
                <a:schemeClr val="accent6"/>
              </a:solidFill>
              <a:latin typeface="Calibri"/>
              <a:ea typeface="Calibri"/>
              <a:cs typeface="Calibri"/>
              <a:sym typeface="Calibri"/>
            </a:endParaRPr>
          </a:p>
          <a:p>
            <a:pPr indent="0" lvl="0" marL="0" rtl="0" algn="ctr">
              <a:spcBef>
                <a:spcPts val="300"/>
              </a:spcBef>
              <a:spcAft>
                <a:spcPts val="0"/>
              </a:spcAft>
              <a:buNone/>
            </a:pPr>
            <a:r>
              <a:rPr lang="de" sz="1050">
                <a:solidFill>
                  <a:schemeClr val="accent6"/>
                </a:solidFill>
                <a:latin typeface="Calibri"/>
                <a:ea typeface="Calibri"/>
                <a:cs typeface="Calibri"/>
                <a:sym typeface="Calibri"/>
              </a:rPr>
              <a:t>Counting job</a:t>
            </a:r>
            <a:r>
              <a:rPr lang="de" sz="1050">
                <a:solidFill>
                  <a:schemeClr val="accent6"/>
                </a:solidFill>
              </a:rPr>
              <a:t>s</a:t>
            </a:r>
            <a:endParaRPr sz="1050">
              <a:solidFill>
                <a:schemeClr val="accent6"/>
              </a:solidFill>
            </a:endParaRPr>
          </a:p>
          <a:p>
            <a:pPr indent="0" lvl="0" marL="0" rtl="0" algn="l">
              <a:spcBef>
                <a:spcPts val="300"/>
              </a:spcBef>
              <a:spcAft>
                <a:spcPts val="0"/>
              </a:spcAft>
              <a:buNone/>
            </a:pPr>
            <a:r>
              <a:t/>
            </a:r>
            <a:endParaRPr b="0" sz="1100">
              <a:solidFill>
                <a:schemeClr val="accent6"/>
              </a:solidFill>
              <a:latin typeface="Arial"/>
              <a:ea typeface="Arial"/>
              <a:cs typeface="Arial"/>
              <a:sym typeface="Arial"/>
            </a:endParaRPr>
          </a:p>
        </p:txBody>
      </p:sp>
      <p:sp>
        <p:nvSpPr>
          <p:cNvPr id="1757" name="Google Shape;1757;p54"/>
          <p:cNvSpPr txBox="1"/>
          <p:nvPr/>
        </p:nvSpPr>
        <p:spPr>
          <a:xfrm>
            <a:off x="6523019" y="3000043"/>
            <a:ext cx="1792200" cy="619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sz="2200">
              <a:solidFill>
                <a:schemeClr val="accent6"/>
              </a:solidFill>
              <a:latin typeface="Calibri"/>
              <a:ea typeface="Calibri"/>
              <a:cs typeface="Calibri"/>
              <a:sym typeface="Calibri"/>
            </a:endParaRPr>
          </a:p>
          <a:p>
            <a:pPr indent="0" lvl="0" marL="0" rtl="0" algn="l">
              <a:spcBef>
                <a:spcPts val="300"/>
              </a:spcBef>
              <a:spcAft>
                <a:spcPts val="0"/>
              </a:spcAft>
              <a:buNone/>
            </a:pPr>
            <a:r>
              <a:t/>
            </a:r>
            <a:endParaRPr b="1" sz="1500">
              <a:solidFill>
                <a:schemeClr val="accent6"/>
              </a:solidFill>
              <a:latin typeface="Calibri"/>
              <a:ea typeface="Calibri"/>
              <a:cs typeface="Calibri"/>
              <a:sym typeface="Calibri"/>
            </a:endParaRPr>
          </a:p>
          <a:p>
            <a:pPr indent="0" lvl="0" marL="0" rtl="0" algn="ctr">
              <a:spcBef>
                <a:spcPts val="300"/>
              </a:spcBef>
              <a:spcAft>
                <a:spcPts val="0"/>
              </a:spcAft>
              <a:buNone/>
            </a:pPr>
            <a:r>
              <a:rPr b="1" lang="de" sz="1500">
                <a:solidFill>
                  <a:schemeClr val="accent6"/>
                </a:solidFill>
                <a:latin typeface="Calibri"/>
                <a:ea typeface="Calibri"/>
                <a:cs typeface="Calibri"/>
                <a:sym typeface="Calibri"/>
              </a:rPr>
              <a:t>Phylogenetic</a:t>
            </a:r>
            <a:endParaRPr b="1" sz="1500">
              <a:solidFill>
                <a:schemeClr val="accent6"/>
              </a:solidFill>
              <a:latin typeface="Calibri"/>
              <a:ea typeface="Calibri"/>
              <a:cs typeface="Calibri"/>
              <a:sym typeface="Calibri"/>
            </a:endParaRPr>
          </a:p>
          <a:p>
            <a:pPr indent="0" lvl="0" marL="0" rtl="0" algn="ctr">
              <a:spcBef>
                <a:spcPts val="300"/>
              </a:spcBef>
              <a:spcAft>
                <a:spcPts val="0"/>
              </a:spcAft>
              <a:buNone/>
            </a:pPr>
            <a:r>
              <a:rPr lang="de" sz="1050">
                <a:solidFill>
                  <a:schemeClr val="accent6"/>
                </a:solidFill>
                <a:latin typeface="Calibri"/>
                <a:ea typeface="Calibri"/>
                <a:cs typeface="Calibri"/>
                <a:sym typeface="Calibri"/>
              </a:rPr>
              <a:t>Measure historic relationships</a:t>
            </a:r>
            <a:endParaRPr sz="1050">
              <a:solidFill>
                <a:schemeClr val="accent6"/>
              </a:solidFill>
              <a:latin typeface="Calibri"/>
              <a:ea typeface="Calibri"/>
              <a:cs typeface="Calibri"/>
              <a:sym typeface="Calibri"/>
            </a:endParaRPr>
          </a:p>
          <a:p>
            <a:pPr indent="0" lvl="0" marL="0" rtl="0" algn="l">
              <a:spcBef>
                <a:spcPts val="300"/>
              </a:spcBef>
              <a:spcAft>
                <a:spcPts val="0"/>
              </a:spcAft>
              <a:buNone/>
            </a:pPr>
            <a:r>
              <a:t/>
            </a:r>
            <a:endParaRPr b="1" sz="1500">
              <a:solidFill>
                <a:schemeClr val="accent6"/>
              </a:solidFill>
              <a:latin typeface="Calibri"/>
              <a:ea typeface="Calibri"/>
              <a:cs typeface="Calibri"/>
              <a:sym typeface="Calibri"/>
            </a:endParaRPr>
          </a:p>
          <a:p>
            <a:pPr indent="0" lvl="0" marL="0" rtl="0" algn="l">
              <a:spcBef>
                <a:spcPts val="300"/>
              </a:spcBef>
              <a:spcAft>
                <a:spcPts val="0"/>
              </a:spcAft>
              <a:buNone/>
            </a:pPr>
            <a:r>
              <a:t/>
            </a:r>
            <a:endParaRPr b="1" sz="2200">
              <a:solidFill>
                <a:schemeClr val="accent6"/>
              </a:solidFill>
              <a:latin typeface="Calibri"/>
              <a:ea typeface="Calibri"/>
              <a:cs typeface="Calibri"/>
              <a:sym typeface="Calibri"/>
            </a:endParaRPr>
          </a:p>
          <a:p>
            <a:pPr indent="0" lvl="0" marL="0" rtl="0" algn="l">
              <a:spcBef>
                <a:spcPts val="300"/>
              </a:spcBef>
              <a:spcAft>
                <a:spcPts val="0"/>
              </a:spcAft>
              <a:buNone/>
            </a:pPr>
            <a:r>
              <a:t/>
            </a:r>
            <a:endParaRPr sz="1100">
              <a:solidFill>
                <a:schemeClr val="accent6"/>
              </a:solidFill>
              <a:latin typeface="Calibri"/>
              <a:ea typeface="Calibri"/>
              <a:cs typeface="Calibri"/>
              <a:sym typeface="Calibri"/>
            </a:endParaRPr>
          </a:p>
        </p:txBody>
      </p:sp>
      <p:sp>
        <p:nvSpPr>
          <p:cNvPr id="1758" name="Google Shape;1758;p54"/>
          <p:cNvSpPr txBox="1"/>
          <p:nvPr/>
        </p:nvSpPr>
        <p:spPr>
          <a:xfrm>
            <a:off x="1042870" y="3134195"/>
            <a:ext cx="1446300" cy="619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de" sz="1500">
                <a:solidFill>
                  <a:schemeClr val="accent6"/>
                </a:solidFill>
                <a:latin typeface="Calibri"/>
                <a:ea typeface="Calibri"/>
                <a:cs typeface="Calibri"/>
                <a:sym typeface="Calibri"/>
              </a:rPr>
              <a:t>Taxonomic</a:t>
            </a:r>
            <a:endParaRPr b="1" sz="1500">
              <a:solidFill>
                <a:schemeClr val="accent6"/>
              </a:solidFill>
              <a:latin typeface="Calibri"/>
              <a:ea typeface="Calibri"/>
              <a:cs typeface="Calibri"/>
              <a:sym typeface="Calibri"/>
            </a:endParaRPr>
          </a:p>
          <a:p>
            <a:pPr indent="0" lvl="0" marL="0" rtl="0" algn="ctr">
              <a:spcBef>
                <a:spcPts val="300"/>
              </a:spcBef>
              <a:spcAft>
                <a:spcPts val="0"/>
              </a:spcAft>
              <a:buNone/>
            </a:pPr>
            <a:r>
              <a:rPr lang="de" sz="1050">
                <a:solidFill>
                  <a:schemeClr val="accent6"/>
                </a:solidFill>
                <a:latin typeface="Calibri"/>
                <a:ea typeface="Calibri"/>
                <a:cs typeface="Calibri"/>
                <a:sym typeface="Calibri"/>
              </a:rPr>
              <a:t>Counting species</a:t>
            </a:r>
            <a:endParaRPr sz="1050">
              <a:solidFill>
                <a:schemeClr val="accent6"/>
              </a:solidFill>
              <a:latin typeface="Calibri"/>
              <a:ea typeface="Calibri"/>
              <a:cs typeface="Calibri"/>
              <a:sym typeface="Calibri"/>
            </a:endParaRPr>
          </a:p>
          <a:p>
            <a:pPr indent="0" lvl="0" marL="0" rtl="0" algn="ctr">
              <a:spcBef>
                <a:spcPts val="300"/>
              </a:spcBef>
              <a:spcAft>
                <a:spcPts val="0"/>
              </a:spcAft>
              <a:buNone/>
            </a:pPr>
            <a:r>
              <a:t/>
            </a:r>
            <a:endParaRPr b="1" sz="1500">
              <a:solidFill>
                <a:schemeClr val="accent6"/>
              </a:solidFill>
              <a:latin typeface="Arial"/>
              <a:ea typeface="Arial"/>
              <a:cs typeface="Arial"/>
              <a:sym typeface="Arial"/>
            </a:endParaRPr>
          </a:p>
          <a:p>
            <a:pPr indent="0" lvl="0" marL="0" rtl="0" algn="ctr">
              <a:spcBef>
                <a:spcPts val="300"/>
              </a:spcBef>
              <a:spcAft>
                <a:spcPts val="0"/>
              </a:spcAft>
              <a:buNone/>
            </a:pPr>
            <a:r>
              <a:t/>
            </a:r>
            <a:endParaRPr b="0" sz="1100">
              <a:solidFill>
                <a:schemeClr val="accent6"/>
              </a:solidFill>
              <a:latin typeface="Arial"/>
              <a:ea typeface="Arial"/>
              <a:cs typeface="Arial"/>
              <a:sym typeface="Arial"/>
            </a:endParaRPr>
          </a:p>
        </p:txBody>
      </p:sp>
      <p:sp>
        <p:nvSpPr>
          <p:cNvPr id="1759" name="Google Shape;1759;p54"/>
          <p:cNvSpPr txBox="1"/>
          <p:nvPr>
            <p:ph type="ctrTitle"/>
          </p:nvPr>
        </p:nvSpPr>
        <p:spPr>
          <a:xfrm>
            <a:off x="457200" y="205978"/>
            <a:ext cx="8229600" cy="7095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2"/>
              </a:buClr>
              <a:buSzPct val="90909"/>
              <a:buFont typeface="Calibri"/>
              <a:buNone/>
            </a:pPr>
            <a:r>
              <a:rPr lang="de">
                <a:solidFill>
                  <a:schemeClr val="accent6"/>
                </a:solidFill>
                <a:latin typeface="Play"/>
                <a:ea typeface="Play"/>
                <a:cs typeface="Play"/>
                <a:sym typeface="Play"/>
              </a:rPr>
              <a:t>Guiding Question</a:t>
            </a:r>
            <a:endParaRPr>
              <a:solidFill>
                <a:schemeClr val="accent6"/>
              </a:solidFill>
              <a:latin typeface="Play"/>
              <a:ea typeface="Play"/>
              <a:cs typeface="Play"/>
              <a:sym typeface="Play"/>
            </a:endParaRPr>
          </a:p>
        </p:txBody>
      </p:sp>
      <p:sp>
        <p:nvSpPr>
          <p:cNvPr id="1760" name="Google Shape;1760;p54"/>
          <p:cNvSpPr txBox="1"/>
          <p:nvPr/>
        </p:nvSpPr>
        <p:spPr>
          <a:xfrm>
            <a:off x="404338" y="1454455"/>
            <a:ext cx="8207400" cy="503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 sz="2000">
                <a:solidFill>
                  <a:schemeClr val="accent6"/>
                </a:solidFill>
              </a:rPr>
              <a:t>Why does </a:t>
            </a:r>
            <a:r>
              <a:rPr b="1" i="1" lang="de" sz="2000">
                <a:solidFill>
                  <a:schemeClr val="accent6"/>
                </a:solidFill>
              </a:rPr>
              <a:t>biodiversity</a:t>
            </a:r>
            <a:r>
              <a:rPr lang="de" sz="2000">
                <a:solidFill>
                  <a:schemeClr val="accent6"/>
                </a:solidFill>
              </a:rPr>
              <a:t> peak in the tropics and fall toward the poles, and does that hold for every dimension?</a:t>
            </a:r>
            <a:endParaRPr sz="2700">
              <a:solidFill>
                <a:schemeClr val="accent6"/>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4" name="Shape 1764"/>
        <p:cNvGrpSpPr/>
        <p:nvPr/>
      </p:nvGrpSpPr>
      <p:grpSpPr>
        <a:xfrm>
          <a:off x="0" y="0"/>
          <a:ext cx="0" cy="0"/>
          <a:chOff x="0" y="0"/>
          <a:chExt cx="0" cy="0"/>
        </a:xfrm>
      </p:grpSpPr>
      <p:sp>
        <p:nvSpPr>
          <p:cNvPr id="1765" name="Google Shape;1765;p55"/>
          <p:cNvSpPr txBox="1"/>
          <p:nvPr>
            <p:ph idx="1" type="body"/>
          </p:nvPr>
        </p:nvSpPr>
        <p:spPr>
          <a:xfrm>
            <a:off x="119409" y="746100"/>
            <a:ext cx="8705100" cy="4397400"/>
          </a:xfrm>
          <a:prstGeom prst="rect">
            <a:avLst/>
          </a:prstGeom>
        </p:spPr>
        <p:txBody>
          <a:bodyPr anchorCtr="0" anchor="t" bIns="45700" lIns="91425" spcFirstLastPara="1" rIns="91425" wrap="square" tIns="45700">
            <a:noAutofit/>
          </a:bodyPr>
          <a:lstStyle/>
          <a:p>
            <a:pPr indent="-279400" lvl="0" marL="457200" rtl="0" algn="l">
              <a:lnSpc>
                <a:spcPct val="100000"/>
              </a:lnSpc>
              <a:spcBef>
                <a:spcPts val="640"/>
              </a:spcBef>
              <a:spcAft>
                <a:spcPts val="0"/>
              </a:spcAft>
              <a:buSzPts val="800"/>
              <a:buAutoNum type="arabicPeriod"/>
            </a:pPr>
            <a:r>
              <a:rPr lang="de" sz="800"/>
              <a:t>Araújo MS, Costa-Pereira R. (2013). Latitudinal gradients in intraspecific ecological diversity. Biology Letters 2013 Dec 11;9(6). &lt;https://pmc.ncbi.nlm.nih.gov/articles/PMC3871364/&gt;</a:t>
            </a:r>
            <a:endParaRPr sz="800"/>
          </a:p>
          <a:p>
            <a:pPr indent="-279400" lvl="0" marL="457200" rtl="0" algn="l">
              <a:lnSpc>
                <a:spcPct val="100000"/>
              </a:lnSpc>
              <a:spcBef>
                <a:spcPts val="640"/>
              </a:spcBef>
              <a:spcAft>
                <a:spcPts val="0"/>
              </a:spcAft>
              <a:buSzPts val="800"/>
              <a:buAutoNum type="arabicPeriod"/>
            </a:pPr>
            <a:r>
              <a:rPr lang="de" sz="800"/>
              <a:t>Brodie, J. F., &amp; Mannion, P. D. (2023). The hierarchy of factors predicting the latitudinal diversity gradient. Trends in Ecology &amp; Evolution, 38(1), 15–23.</a:t>
            </a:r>
            <a:endParaRPr sz="800"/>
          </a:p>
          <a:p>
            <a:pPr indent="-279400" lvl="0" marL="457200" rtl="0" algn="l">
              <a:lnSpc>
                <a:spcPct val="100000"/>
              </a:lnSpc>
              <a:spcBef>
                <a:spcPts val="640"/>
              </a:spcBef>
              <a:spcAft>
                <a:spcPts val="0"/>
              </a:spcAft>
              <a:buSzPts val="800"/>
              <a:buAutoNum type="arabicPeriod"/>
            </a:pPr>
            <a:r>
              <a:rPr lang="de" sz="800"/>
              <a:t>Chao, A., et al. (2021). Measuring temporal change in alpha diversity: A framework integrating taxonomic, phylogenetic and functional diversity and the iNEXT.3D standardization. Methods in Ecology and Evolution, vol. 12, pp. 1926–1940.</a:t>
            </a:r>
            <a:r>
              <a:rPr lang="de" sz="800"/>
              <a:t> &lt;https://doi.org/10.1111/2041-210X.13682&gt;</a:t>
            </a:r>
            <a:endParaRPr sz="800"/>
          </a:p>
          <a:p>
            <a:pPr indent="-279400" lvl="0" marL="457200" rtl="0" algn="l">
              <a:lnSpc>
                <a:spcPct val="100000"/>
              </a:lnSpc>
              <a:spcBef>
                <a:spcPts val="640"/>
              </a:spcBef>
              <a:spcAft>
                <a:spcPts val="0"/>
              </a:spcAft>
              <a:buSzPts val="800"/>
              <a:buAutoNum type="arabicPeriod"/>
            </a:pPr>
            <a:r>
              <a:rPr lang="de" sz="800"/>
              <a:t>Chao, A., et al. (2014). “Unifying Species Diversity, Phylogenetic Diversity, Functional Diversity, and Related Similarity and Differentiation Measures Through Hill Numbers.” Annual Review of Ecology Evolution and Systematics, vol. 45, no. 1, Oct. 2014, pp. 297–324. &lt;https://www.researchgate.net/publication/280760350_Unifying_Species_Diversity_Phylogenetic_Diversity_Functional_Diversity_and_Related_Similarity_and_Differentiation_Measures_Through_Hill_Numbers&gt;</a:t>
            </a:r>
            <a:endParaRPr sz="800"/>
          </a:p>
          <a:p>
            <a:pPr indent="-279400" lvl="0" marL="457200" rtl="0" algn="l">
              <a:lnSpc>
                <a:spcPct val="100000"/>
              </a:lnSpc>
              <a:spcBef>
                <a:spcPts val="640"/>
              </a:spcBef>
              <a:spcAft>
                <a:spcPts val="0"/>
              </a:spcAft>
              <a:buSzPts val="800"/>
              <a:buAutoNum type="arabicPeriod"/>
            </a:pPr>
            <a:r>
              <a:rPr lang="de" sz="800"/>
              <a:t>EBSCO: Biogeography (on-line) [cit.08.10.2026], available at: &lt;https://www.ebsco.com/research-starters/geography-and-cartography/biogeography/&gt;</a:t>
            </a:r>
            <a:endParaRPr sz="800"/>
          </a:p>
          <a:p>
            <a:pPr indent="-279400" lvl="0" marL="457200" rtl="0" algn="l">
              <a:lnSpc>
                <a:spcPct val="100000"/>
              </a:lnSpc>
              <a:spcBef>
                <a:spcPts val="640"/>
              </a:spcBef>
              <a:spcAft>
                <a:spcPts val="0"/>
              </a:spcAft>
              <a:buSzPts val="800"/>
              <a:buAutoNum type="arabicPeriod"/>
            </a:pPr>
            <a:r>
              <a:rPr lang="de" sz="800"/>
              <a:t>European Commission (2013). Guidance on integrating climate change and biodiversity into environmental impact assessment. &lt;https://op.europa.eu/en/publication-detail/-/publication/3ed0e578-7f24-4073-81c9-f279c6d4b3cf&gt;</a:t>
            </a:r>
            <a:endParaRPr sz="800"/>
          </a:p>
          <a:p>
            <a:pPr indent="-279400" lvl="0" marL="457200" rtl="0" algn="l">
              <a:lnSpc>
                <a:spcPct val="100000"/>
              </a:lnSpc>
              <a:spcBef>
                <a:spcPts val="640"/>
              </a:spcBef>
              <a:spcAft>
                <a:spcPts val="0"/>
              </a:spcAft>
              <a:buSzPts val="800"/>
              <a:buAutoNum type="arabicPeriod"/>
            </a:pPr>
            <a:r>
              <a:rPr lang="de" sz="800"/>
              <a:t>German Centre for Integrative Biodiversity Research: Macroeceology (on-line) [cit.08.10.2026], available at: &lt;https://www.idiv.de/research/core-research-groups/biodiversity-in-the-anthropocene/research-theme-macroecology/&gt;</a:t>
            </a:r>
            <a:endParaRPr sz="800"/>
          </a:p>
          <a:p>
            <a:pPr indent="-279400" lvl="0" marL="457200" rtl="0" algn="l">
              <a:lnSpc>
                <a:spcPct val="100000"/>
              </a:lnSpc>
              <a:spcBef>
                <a:spcPts val="640"/>
              </a:spcBef>
              <a:spcAft>
                <a:spcPts val="0"/>
              </a:spcAft>
              <a:buSzPts val="800"/>
              <a:buAutoNum type="arabicPeriod"/>
            </a:pPr>
            <a:r>
              <a:rPr lang="de" sz="800"/>
              <a:t>IPBES (2026). IPBES Reports (on-line) [cit.19.10.2026], available at: &lt;www.ipbes.dk/en/reports-and-knowledge/ipbes-reports&gt;</a:t>
            </a:r>
            <a:endParaRPr sz="800"/>
          </a:p>
          <a:p>
            <a:pPr indent="-279400" lvl="0" marL="457200" rtl="0" algn="l">
              <a:lnSpc>
                <a:spcPct val="100000"/>
              </a:lnSpc>
              <a:spcBef>
                <a:spcPts val="640"/>
              </a:spcBef>
              <a:spcAft>
                <a:spcPts val="0"/>
              </a:spcAft>
              <a:buSzPts val="800"/>
              <a:buAutoNum type="arabicPeriod"/>
            </a:pPr>
            <a:r>
              <a:rPr lang="de" sz="800"/>
              <a:t>Nature Index: Latitudinal Gradients in Biodiversity and Biotic Interactions (on-line) [cit.19.10.2026], available at: &lt;https://www.nature.com/nature-index/topics/l4/latitudinal-gradients-in-biodiversity-and-biotic-interactions&gt;</a:t>
            </a:r>
            <a:endParaRPr sz="800"/>
          </a:p>
          <a:p>
            <a:pPr indent="-279400" lvl="0" marL="457200" rtl="0" algn="l">
              <a:lnSpc>
                <a:spcPct val="100000"/>
              </a:lnSpc>
              <a:spcBef>
                <a:spcPts val="640"/>
              </a:spcBef>
              <a:spcAft>
                <a:spcPts val="0"/>
              </a:spcAft>
              <a:buSzPts val="800"/>
              <a:buAutoNum type="arabicPeriod"/>
            </a:pPr>
            <a:r>
              <a:rPr lang="de" sz="800"/>
              <a:t>Mittelbach GG, et al. (2007). Evolution and the latitudinal diversity gradient: speciation, extinction and biogeography. Ecological Letters. Apr;10(4):315-31. </a:t>
            </a:r>
            <a:endParaRPr sz="800"/>
          </a:p>
          <a:p>
            <a:pPr indent="-279400" lvl="0" marL="457200" rtl="0" algn="l">
              <a:lnSpc>
                <a:spcPct val="100000"/>
              </a:lnSpc>
              <a:spcBef>
                <a:spcPts val="640"/>
              </a:spcBef>
              <a:spcAft>
                <a:spcPts val="0"/>
              </a:spcAft>
              <a:buSzPts val="800"/>
              <a:buAutoNum type="arabicPeriod"/>
            </a:pPr>
            <a:r>
              <a:rPr lang="de" sz="800"/>
              <a:t>Ng, E.Y.X., et al. (2025). Ecological and Evolutionary Factors Shape the Extra-Tropical Latitudinal Species Diversity Peak in Procellariiform Seabirds. Journal of Biogeography, vol. 52, nº 12. &lt;https://doi.org/10.1111/jbi.70088&gt;</a:t>
            </a:r>
            <a:endParaRPr sz="800"/>
          </a:p>
          <a:p>
            <a:pPr indent="-279400" lvl="0" marL="457200" rtl="0" algn="l">
              <a:lnSpc>
                <a:spcPct val="100000"/>
              </a:lnSpc>
              <a:spcBef>
                <a:spcPts val="640"/>
              </a:spcBef>
              <a:spcAft>
                <a:spcPts val="0"/>
              </a:spcAft>
              <a:buSzPts val="800"/>
              <a:buAutoNum type="arabicPeriod"/>
            </a:pPr>
            <a:r>
              <a:rPr lang="de" sz="800"/>
              <a:t>Preisser, W. (2019). Latitudinal gradients of parasite richness: a review and new insights from helminths of cricetid rodents. Ecography, vol. 42, nº 7, pp. 1315-1330.</a:t>
            </a:r>
            <a:endParaRPr sz="800"/>
          </a:p>
          <a:p>
            <a:pPr indent="-279400" lvl="0" marL="457200" rtl="0" algn="l">
              <a:lnSpc>
                <a:spcPct val="100000"/>
              </a:lnSpc>
              <a:spcBef>
                <a:spcPts val="640"/>
              </a:spcBef>
              <a:spcAft>
                <a:spcPts val="0"/>
              </a:spcAft>
              <a:buSzPts val="800"/>
              <a:buAutoNum type="arabicPeriod"/>
            </a:pPr>
            <a:r>
              <a:rPr lang="de" sz="800"/>
              <a:t>Poulin, R. (2010). Latitudinal gradients in parasite diversity: bridging the gap between temperate and tropical areas. Neotropical Helminthology, vol. 4, nº 2, pp. 169-177.</a:t>
            </a:r>
            <a:endParaRPr sz="800"/>
          </a:p>
          <a:p>
            <a:pPr indent="-279400" lvl="0" marL="457200" rtl="0" algn="l">
              <a:lnSpc>
                <a:spcPct val="100000"/>
              </a:lnSpc>
              <a:spcBef>
                <a:spcPts val="640"/>
              </a:spcBef>
              <a:spcAft>
                <a:spcPts val="0"/>
              </a:spcAft>
              <a:buSzPts val="800"/>
              <a:buAutoNum type="arabicPeriod"/>
            </a:pPr>
            <a:r>
              <a:rPr lang="de" sz="800"/>
              <a:t>Willig, M. R., Kaufman, D. M., &amp; Stevens, R. D. (2003). Latitudinal gradients of biodiversity: pattern, process, scale, and synthesis. Annual review of ecology, evolution, and systematics, 34(1), 273-309.</a:t>
            </a:r>
            <a:endParaRPr sz="800"/>
          </a:p>
          <a:p>
            <a:pPr indent="-279400" lvl="0" marL="457200" rtl="0" algn="l">
              <a:lnSpc>
                <a:spcPct val="100000"/>
              </a:lnSpc>
              <a:spcBef>
                <a:spcPts val="640"/>
              </a:spcBef>
              <a:spcAft>
                <a:spcPts val="0"/>
              </a:spcAft>
              <a:buSzPts val="800"/>
              <a:buAutoNum type="arabicPeriod"/>
            </a:pPr>
            <a:r>
              <a:rPr lang="de" sz="800"/>
              <a:t>Zhou, Y., et al. (2022). Latitudinal gradients of α- and β-diversity of aquatic plant communities across eastern China: Helophytes and hydrophytes show inconsistent patterns.</a:t>
            </a:r>
            <a:endParaRPr sz="800"/>
          </a:p>
          <a:p>
            <a:pPr indent="-279400" lvl="0" marL="457200" rtl="0" algn="l">
              <a:lnSpc>
                <a:spcPct val="100000"/>
              </a:lnSpc>
              <a:spcBef>
                <a:spcPts val="640"/>
              </a:spcBef>
              <a:spcAft>
                <a:spcPts val="0"/>
              </a:spcAft>
              <a:buSzPts val="800"/>
              <a:buAutoNum type="arabicPeriod"/>
            </a:pPr>
            <a:r>
              <a:rPr lang="de" sz="800"/>
              <a:t>Gemini Notebook (AI) and Claude have been used in this presentation for visualization, data organization  and research purposes.</a:t>
            </a:r>
            <a:endParaRPr sz="800"/>
          </a:p>
          <a:p>
            <a:pPr indent="0" lvl="0" marL="457200" rtl="0" algn="l">
              <a:lnSpc>
                <a:spcPct val="100000"/>
              </a:lnSpc>
              <a:spcBef>
                <a:spcPts val="640"/>
              </a:spcBef>
              <a:spcAft>
                <a:spcPts val="0"/>
              </a:spcAft>
              <a:buNone/>
            </a:pPr>
            <a:r>
              <a:t/>
            </a:r>
            <a:endParaRPr sz="800"/>
          </a:p>
        </p:txBody>
      </p:sp>
      <p:sp>
        <p:nvSpPr>
          <p:cNvPr id="1766" name="Google Shape;1766;p55"/>
          <p:cNvSpPr txBox="1"/>
          <p:nvPr>
            <p:ph type="title"/>
          </p:nvPr>
        </p:nvSpPr>
        <p:spPr>
          <a:xfrm>
            <a:off x="457200" y="205975"/>
            <a:ext cx="8229600" cy="6330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2"/>
              </a:buClr>
              <a:buSzPct val="90909"/>
              <a:buFont typeface="Calibri"/>
              <a:buNone/>
            </a:pPr>
            <a:r>
              <a:rPr lang="de">
                <a:solidFill>
                  <a:schemeClr val="accent6"/>
                </a:solidFill>
                <a:latin typeface="Play"/>
                <a:ea typeface="Play"/>
                <a:cs typeface="Play"/>
                <a:sym typeface="Play"/>
              </a:rPr>
              <a:t>Sources</a:t>
            </a:r>
            <a:endParaRPr>
              <a:solidFill>
                <a:schemeClr val="accent6"/>
              </a:solidFill>
              <a:latin typeface="Play"/>
              <a:ea typeface="Play"/>
              <a:cs typeface="Play"/>
              <a:sym typeface="Play"/>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0" name="Shape 1770"/>
        <p:cNvGrpSpPr/>
        <p:nvPr/>
      </p:nvGrpSpPr>
      <p:grpSpPr>
        <a:xfrm>
          <a:off x="0" y="0"/>
          <a:ext cx="0" cy="0"/>
          <a:chOff x="0" y="0"/>
          <a:chExt cx="0" cy="0"/>
        </a:xfrm>
      </p:grpSpPr>
      <p:sp>
        <p:nvSpPr>
          <p:cNvPr id="1771" name="Google Shape;1771;p56"/>
          <p:cNvSpPr txBox="1"/>
          <p:nvPr>
            <p:ph idx="1" type="body"/>
          </p:nvPr>
        </p:nvSpPr>
        <p:spPr>
          <a:xfrm>
            <a:off x="311700" y="1152475"/>
            <a:ext cx="8520600" cy="2459100"/>
          </a:xfrm>
          <a:prstGeom prst="rect">
            <a:avLst/>
          </a:prstGeom>
        </p:spPr>
        <p:txBody>
          <a:bodyPr anchorCtr="0" anchor="t" bIns="45700" lIns="91425" spcFirstLastPara="1" rIns="91425" wrap="square" tIns="45700">
            <a:normAutofit/>
          </a:bodyPr>
          <a:lstStyle/>
          <a:p>
            <a:pPr indent="-279400" lvl="0" marL="457200" rtl="0" algn="l">
              <a:lnSpc>
                <a:spcPct val="100000"/>
              </a:lnSpc>
              <a:spcBef>
                <a:spcPts val="640"/>
              </a:spcBef>
              <a:spcAft>
                <a:spcPts val="0"/>
              </a:spcAft>
              <a:buClr>
                <a:schemeClr val="dk1"/>
              </a:buClr>
              <a:buSzPts val="800"/>
              <a:buAutoNum type="arabicPeriod"/>
            </a:pPr>
            <a:r>
              <a:rPr lang="de" sz="800"/>
              <a:t>Slide 3</a:t>
            </a:r>
            <a:endParaRPr sz="800"/>
          </a:p>
          <a:p>
            <a:pPr indent="-158750" lvl="1" marL="742950" rtl="0" algn="l">
              <a:lnSpc>
                <a:spcPct val="100000"/>
              </a:lnSpc>
              <a:spcBef>
                <a:spcPts val="560"/>
              </a:spcBef>
              <a:spcAft>
                <a:spcPts val="0"/>
              </a:spcAft>
              <a:buSzPts val="800"/>
              <a:buAutoNum type="alphaLcPeriod"/>
            </a:pPr>
            <a:r>
              <a:rPr lang="de" sz="800"/>
              <a:t>Classical LDP Map created with Gemini Notebook</a:t>
            </a:r>
            <a:endParaRPr sz="800"/>
          </a:p>
          <a:p>
            <a:pPr indent="-158750" lvl="1" marL="742950" rtl="0" algn="l">
              <a:lnSpc>
                <a:spcPct val="100000"/>
              </a:lnSpc>
              <a:spcBef>
                <a:spcPts val="560"/>
              </a:spcBef>
              <a:spcAft>
                <a:spcPts val="0"/>
              </a:spcAft>
              <a:buSzPts val="800"/>
              <a:buAutoNum type="alphaLcPeriod"/>
            </a:pPr>
            <a:r>
              <a:rPr lang="de" sz="800"/>
              <a:t>LDG Research Map: https://www.researchgate.net/figure/EXAMPLE-OF-A-SPECIES-RICHNESS-MAP-FOR-ALL-SPECIES-ON-THE-IUCN-RED-LIST-OF-THREATENED_fig5_259849426 </a:t>
            </a:r>
            <a:endParaRPr sz="800"/>
          </a:p>
          <a:p>
            <a:pPr indent="-279400" lvl="0" marL="457200" rtl="0" algn="l">
              <a:lnSpc>
                <a:spcPct val="100000"/>
              </a:lnSpc>
              <a:spcBef>
                <a:spcPts val="640"/>
              </a:spcBef>
              <a:spcAft>
                <a:spcPts val="0"/>
              </a:spcAft>
              <a:buClr>
                <a:schemeClr val="dk1"/>
              </a:buClr>
              <a:buSzPts val="800"/>
              <a:buAutoNum type="arabicPeriod"/>
            </a:pPr>
            <a:r>
              <a:rPr lang="de" sz="800"/>
              <a:t>Slide 6</a:t>
            </a:r>
            <a:endParaRPr sz="800"/>
          </a:p>
          <a:p>
            <a:pPr indent="-158750" lvl="1" marL="742950" rtl="0" algn="l">
              <a:lnSpc>
                <a:spcPct val="100000"/>
              </a:lnSpc>
              <a:spcBef>
                <a:spcPts val="560"/>
              </a:spcBef>
              <a:spcAft>
                <a:spcPts val="0"/>
              </a:spcAft>
              <a:buSzPts val="800"/>
              <a:buAutoNum type="alphaLcPeriod"/>
            </a:pPr>
            <a:r>
              <a:rPr lang="de" sz="800"/>
              <a:t>Illustrating Richness vs Evenness: https://old-ib.bioninja.com.au/options/option-c-ecology-and-conser/c4-conservation-of-biodiver/biodiversity.html</a:t>
            </a:r>
            <a:endParaRPr sz="800"/>
          </a:p>
          <a:p>
            <a:pPr indent="-279400" lvl="0" marL="457200" rtl="0" algn="l">
              <a:lnSpc>
                <a:spcPct val="100000"/>
              </a:lnSpc>
              <a:spcBef>
                <a:spcPts val="640"/>
              </a:spcBef>
              <a:spcAft>
                <a:spcPts val="0"/>
              </a:spcAft>
              <a:buClr>
                <a:schemeClr val="dk1"/>
              </a:buClr>
              <a:buSzPts val="800"/>
              <a:buAutoNum type="arabicPeriod"/>
            </a:pPr>
            <a:r>
              <a:rPr lang="de" sz="800"/>
              <a:t>Slide 9</a:t>
            </a:r>
            <a:endParaRPr sz="800"/>
          </a:p>
          <a:p>
            <a:pPr indent="-158750" lvl="1" marL="742950" rtl="0" algn="l">
              <a:lnSpc>
                <a:spcPct val="100000"/>
              </a:lnSpc>
              <a:spcBef>
                <a:spcPts val="560"/>
              </a:spcBef>
              <a:spcAft>
                <a:spcPts val="0"/>
              </a:spcAft>
              <a:buSzPts val="800"/>
              <a:buAutoNum type="alphaLcPeriod"/>
            </a:pPr>
            <a:r>
              <a:rPr lang="de" sz="800"/>
              <a:t>Niche Breadth: https://www.researchgate.net/figure/Global-map-of-species-A-geographic-range-size-and-B-niche-breadth-Range-size-maps_fig1_397514936</a:t>
            </a:r>
            <a:endParaRPr sz="800"/>
          </a:p>
          <a:p>
            <a:pPr indent="-279400" lvl="0" marL="457200" rtl="0" algn="l">
              <a:lnSpc>
                <a:spcPct val="100000"/>
              </a:lnSpc>
              <a:spcBef>
                <a:spcPts val="640"/>
              </a:spcBef>
              <a:spcAft>
                <a:spcPts val="0"/>
              </a:spcAft>
              <a:buClr>
                <a:schemeClr val="dk1"/>
              </a:buClr>
              <a:buSzPts val="800"/>
              <a:buAutoNum type="arabicPeriod"/>
            </a:pPr>
            <a:r>
              <a:rPr lang="de" sz="800"/>
              <a:t>Slide 10</a:t>
            </a:r>
            <a:endParaRPr sz="800"/>
          </a:p>
          <a:p>
            <a:pPr indent="-158750" lvl="1" marL="742950" rtl="0" algn="l">
              <a:lnSpc>
                <a:spcPct val="100000"/>
              </a:lnSpc>
              <a:spcBef>
                <a:spcPts val="560"/>
              </a:spcBef>
              <a:spcAft>
                <a:spcPts val="0"/>
              </a:spcAft>
              <a:buClr>
                <a:schemeClr val="dk1"/>
              </a:buClr>
              <a:buSzPts val="800"/>
              <a:buAutoNum type="alphaLcPeriod"/>
            </a:pPr>
            <a:r>
              <a:rPr lang="de" sz="800"/>
              <a:t>Ichneumonid Wasp: https://www.inaturalist.org/observations/389590023</a:t>
            </a:r>
            <a:endParaRPr sz="800"/>
          </a:p>
          <a:p>
            <a:pPr indent="-158750" lvl="1" marL="742950" rtl="0" algn="l">
              <a:lnSpc>
                <a:spcPct val="100000"/>
              </a:lnSpc>
              <a:spcBef>
                <a:spcPts val="560"/>
              </a:spcBef>
              <a:spcAft>
                <a:spcPts val="0"/>
              </a:spcAft>
              <a:buSzPts val="800"/>
              <a:buAutoNum type="alphaLcPeriod"/>
            </a:pPr>
            <a:r>
              <a:rPr lang="de" sz="800"/>
              <a:t>Zostera marina: https://www.inaturalist.org/photos/407128059</a:t>
            </a:r>
            <a:endParaRPr sz="800"/>
          </a:p>
          <a:p>
            <a:pPr indent="-158750" lvl="1" marL="742950" rtl="0" algn="l">
              <a:lnSpc>
                <a:spcPct val="100000"/>
              </a:lnSpc>
              <a:spcBef>
                <a:spcPts val="560"/>
              </a:spcBef>
              <a:spcAft>
                <a:spcPts val="0"/>
              </a:spcAft>
              <a:buSzPts val="800"/>
              <a:buAutoNum type="alphaLcPeriod"/>
            </a:pPr>
            <a:r>
              <a:rPr lang="de" sz="800"/>
              <a:t>Delphinapterus leucas: https://www.inaturalist.org/photos/561462803</a:t>
            </a:r>
            <a:endParaRPr sz="800"/>
          </a:p>
          <a:p>
            <a:pPr indent="0" lvl="0" marL="457200" rtl="0" algn="l">
              <a:lnSpc>
                <a:spcPct val="100000"/>
              </a:lnSpc>
              <a:spcBef>
                <a:spcPts val="640"/>
              </a:spcBef>
              <a:spcAft>
                <a:spcPts val="0"/>
              </a:spcAft>
              <a:buNone/>
            </a:pPr>
            <a:r>
              <a:t/>
            </a:r>
            <a:endParaRPr sz="800"/>
          </a:p>
        </p:txBody>
      </p:sp>
      <p:sp>
        <p:nvSpPr>
          <p:cNvPr id="1772" name="Google Shape;1772;p56"/>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2"/>
              </a:buClr>
              <a:buSzPct val="90909"/>
              <a:buFont typeface="Calibri"/>
              <a:buNone/>
            </a:pPr>
            <a:r>
              <a:rPr lang="de">
                <a:solidFill>
                  <a:schemeClr val="accent6"/>
                </a:solidFill>
                <a:latin typeface="Play"/>
                <a:ea typeface="Play"/>
                <a:cs typeface="Play"/>
                <a:sym typeface="Play"/>
              </a:rPr>
              <a:t>Images</a:t>
            </a:r>
            <a:endParaRPr>
              <a:solidFill>
                <a:schemeClr val="accent6"/>
              </a:solidFill>
              <a:latin typeface="Play"/>
              <a:ea typeface="Play"/>
              <a:cs typeface="Play"/>
              <a:sym typeface="Play"/>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6"/>
        </a:solidFill>
      </p:bgPr>
    </p:bg>
    <p:spTree>
      <p:nvGrpSpPr>
        <p:cNvPr id="1776" name="Shape 1776"/>
        <p:cNvGrpSpPr/>
        <p:nvPr/>
      </p:nvGrpSpPr>
      <p:grpSpPr>
        <a:xfrm>
          <a:off x="0" y="0"/>
          <a:ext cx="0" cy="0"/>
          <a:chOff x="0" y="0"/>
          <a:chExt cx="0" cy="0"/>
        </a:xfrm>
      </p:grpSpPr>
      <p:sp>
        <p:nvSpPr>
          <p:cNvPr id="1777" name="Google Shape;1777;p57"/>
          <p:cNvSpPr txBox="1"/>
          <p:nvPr>
            <p:ph idx="1" type="body"/>
          </p:nvPr>
        </p:nvSpPr>
        <p:spPr>
          <a:xfrm>
            <a:off x="4656762" y="2334713"/>
            <a:ext cx="1854000" cy="1095300"/>
          </a:xfrm>
          <a:prstGeom prst="rect">
            <a:avLst/>
          </a:prstGeom>
        </p:spPr>
        <p:txBody>
          <a:bodyPr anchorCtr="0" anchor="t" bIns="45700" lIns="91425" spcFirstLastPara="1" rIns="91425" wrap="square" tIns="45700">
            <a:normAutofit/>
          </a:bodyPr>
          <a:lstStyle/>
          <a:p>
            <a:pPr indent="0" lvl="0" marL="0" rtl="0" algn="l">
              <a:lnSpc>
                <a:spcPct val="105000"/>
              </a:lnSpc>
              <a:spcBef>
                <a:spcPts val="640"/>
              </a:spcBef>
              <a:spcAft>
                <a:spcPts val="0"/>
              </a:spcAft>
              <a:buSzPts val="688"/>
              <a:buNone/>
            </a:pPr>
            <a:r>
              <a:rPr b="1" lang="de" sz="1325">
                <a:solidFill>
                  <a:srgbClr val="66A048"/>
                </a:solidFill>
                <a:latin typeface="Play"/>
                <a:ea typeface="Play"/>
                <a:cs typeface="Play"/>
                <a:sym typeface="Play"/>
              </a:rPr>
              <a:t>Maik Mehlhose</a:t>
            </a:r>
            <a:endParaRPr b="1" sz="1325">
              <a:solidFill>
                <a:srgbClr val="66A048"/>
              </a:solidFill>
              <a:latin typeface="Play"/>
              <a:ea typeface="Play"/>
              <a:cs typeface="Play"/>
              <a:sym typeface="Play"/>
            </a:endParaRPr>
          </a:p>
          <a:p>
            <a:pPr indent="0" lvl="0" marL="0" rtl="0" algn="l">
              <a:lnSpc>
                <a:spcPct val="105000"/>
              </a:lnSpc>
              <a:spcBef>
                <a:spcPts val="640"/>
              </a:spcBef>
              <a:spcAft>
                <a:spcPts val="0"/>
              </a:spcAft>
              <a:buSzPts val="688"/>
              <a:buNone/>
            </a:pPr>
            <a:r>
              <a:rPr lang="de" sz="925">
                <a:solidFill>
                  <a:srgbClr val="66A048"/>
                </a:solidFill>
                <a:latin typeface="Play"/>
                <a:ea typeface="Play"/>
                <a:cs typeface="Play"/>
                <a:sym typeface="Play"/>
              </a:rPr>
              <a:t>Presentation Structure</a:t>
            </a:r>
            <a:br>
              <a:rPr lang="de" sz="925">
                <a:solidFill>
                  <a:srgbClr val="66A048"/>
                </a:solidFill>
                <a:latin typeface="Play"/>
                <a:ea typeface="Play"/>
                <a:cs typeface="Play"/>
                <a:sym typeface="Play"/>
              </a:rPr>
            </a:br>
            <a:r>
              <a:rPr lang="de" sz="925">
                <a:solidFill>
                  <a:srgbClr val="66A048"/>
                </a:solidFill>
                <a:latin typeface="Play"/>
                <a:ea typeface="Play"/>
                <a:cs typeface="Play"/>
                <a:sym typeface="Play"/>
              </a:rPr>
              <a:t>Macroecology &amp; Biogeography</a:t>
            </a:r>
            <a:br>
              <a:rPr lang="de" sz="925">
                <a:solidFill>
                  <a:srgbClr val="66A048"/>
                </a:solidFill>
                <a:latin typeface="Play"/>
                <a:ea typeface="Play"/>
                <a:cs typeface="Play"/>
                <a:sym typeface="Play"/>
              </a:rPr>
            </a:br>
            <a:r>
              <a:rPr lang="de" sz="925">
                <a:solidFill>
                  <a:srgbClr val="66A048"/>
                </a:solidFill>
                <a:latin typeface="Play"/>
                <a:ea typeface="Play"/>
                <a:cs typeface="Play"/>
                <a:sym typeface="Play"/>
              </a:rPr>
              <a:t>Biodiversity Dimensions</a:t>
            </a:r>
            <a:br>
              <a:rPr lang="de" sz="925">
                <a:solidFill>
                  <a:srgbClr val="66A048"/>
                </a:solidFill>
                <a:latin typeface="Play"/>
                <a:ea typeface="Play"/>
                <a:cs typeface="Play"/>
                <a:sym typeface="Play"/>
              </a:rPr>
            </a:br>
            <a:r>
              <a:rPr lang="de" sz="925">
                <a:solidFill>
                  <a:srgbClr val="66A048"/>
                </a:solidFill>
                <a:latin typeface="Play"/>
                <a:ea typeface="Play"/>
                <a:cs typeface="Play"/>
                <a:sym typeface="Play"/>
              </a:rPr>
              <a:t>Taxonomical Exceptions</a:t>
            </a:r>
            <a:endParaRPr sz="925">
              <a:solidFill>
                <a:srgbClr val="66A048"/>
              </a:solidFill>
              <a:latin typeface="Play"/>
              <a:ea typeface="Play"/>
              <a:cs typeface="Play"/>
              <a:sym typeface="Play"/>
            </a:endParaRPr>
          </a:p>
        </p:txBody>
      </p:sp>
      <p:sp>
        <p:nvSpPr>
          <p:cNvPr id="1778" name="Google Shape;1778;p57"/>
          <p:cNvSpPr txBox="1"/>
          <p:nvPr>
            <p:ph idx="1" type="body"/>
          </p:nvPr>
        </p:nvSpPr>
        <p:spPr>
          <a:xfrm>
            <a:off x="6973800" y="2284425"/>
            <a:ext cx="1608600" cy="1342800"/>
          </a:xfrm>
          <a:prstGeom prst="rect">
            <a:avLst/>
          </a:prstGeom>
        </p:spPr>
        <p:txBody>
          <a:bodyPr anchorCtr="0" anchor="t" bIns="45700" lIns="91425" spcFirstLastPara="1" rIns="91425" wrap="square" tIns="45700">
            <a:normAutofit/>
          </a:bodyPr>
          <a:lstStyle/>
          <a:p>
            <a:pPr indent="0" lvl="0" marL="0" rtl="0" algn="l">
              <a:spcBef>
                <a:spcPts val="640"/>
              </a:spcBef>
              <a:spcAft>
                <a:spcPts val="0"/>
              </a:spcAft>
              <a:buSzPts val="935"/>
              <a:buNone/>
            </a:pPr>
            <a:r>
              <a:rPr b="1" lang="de" sz="1300">
                <a:solidFill>
                  <a:srgbClr val="66A048"/>
                </a:solidFill>
                <a:latin typeface="Play"/>
                <a:ea typeface="Play"/>
                <a:cs typeface="Play"/>
                <a:sym typeface="Play"/>
              </a:rPr>
              <a:t>Natalie Poláčková</a:t>
            </a:r>
            <a:endParaRPr b="1" sz="1300">
              <a:solidFill>
                <a:srgbClr val="66A048"/>
              </a:solidFill>
              <a:latin typeface="Play"/>
              <a:ea typeface="Play"/>
              <a:cs typeface="Play"/>
              <a:sym typeface="Play"/>
            </a:endParaRPr>
          </a:p>
          <a:p>
            <a:pPr indent="0" lvl="0" marL="0" rtl="0" algn="l">
              <a:spcBef>
                <a:spcPts val="640"/>
              </a:spcBef>
              <a:spcAft>
                <a:spcPts val="0"/>
              </a:spcAft>
              <a:buSzPts val="935"/>
              <a:buNone/>
            </a:pPr>
            <a:r>
              <a:rPr lang="de" sz="900">
                <a:solidFill>
                  <a:srgbClr val="66A048"/>
                </a:solidFill>
                <a:latin typeface="Play"/>
                <a:ea typeface="Play"/>
                <a:cs typeface="Play"/>
                <a:sym typeface="Play"/>
              </a:rPr>
              <a:t>What is LDG?</a:t>
            </a:r>
            <a:br>
              <a:rPr lang="de" sz="900">
                <a:solidFill>
                  <a:srgbClr val="66A048"/>
                </a:solidFill>
                <a:latin typeface="Play"/>
                <a:ea typeface="Play"/>
                <a:cs typeface="Play"/>
                <a:sym typeface="Play"/>
              </a:rPr>
            </a:br>
            <a:r>
              <a:rPr lang="de" sz="900">
                <a:solidFill>
                  <a:srgbClr val="66A048"/>
                </a:solidFill>
                <a:latin typeface="Play"/>
                <a:ea typeface="Play"/>
                <a:cs typeface="Play"/>
                <a:sym typeface="Play"/>
              </a:rPr>
              <a:t>Biodiversity Concepts</a:t>
            </a:r>
            <a:br>
              <a:rPr lang="de" sz="900">
                <a:solidFill>
                  <a:srgbClr val="66A048"/>
                </a:solidFill>
                <a:latin typeface="Play"/>
                <a:ea typeface="Play"/>
                <a:cs typeface="Play"/>
                <a:sym typeface="Play"/>
              </a:rPr>
            </a:br>
            <a:r>
              <a:rPr lang="de" sz="900">
                <a:solidFill>
                  <a:srgbClr val="66A048"/>
                </a:solidFill>
                <a:latin typeface="Play"/>
                <a:ea typeface="Play"/>
                <a:cs typeface="Play"/>
                <a:sym typeface="Play"/>
              </a:rPr>
              <a:t>Why does LDG occur?</a:t>
            </a:r>
            <a:br>
              <a:rPr lang="de" sz="900">
                <a:solidFill>
                  <a:srgbClr val="66A048"/>
                </a:solidFill>
                <a:latin typeface="Play"/>
                <a:ea typeface="Play"/>
                <a:cs typeface="Play"/>
                <a:sym typeface="Play"/>
              </a:rPr>
            </a:br>
            <a:r>
              <a:rPr lang="de" sz="900">
                <a:solidFill>
                  <a:srgbClr val="66A048"/>
                </a:solidFill>
                <a:latin typeface="Play"/>
                <a:ea typeface="Play"/>
                <a:cs typeface="Play"/>
                <a:sym typeface="Play"/>
              </a:rPr>
              <a:t>Applications</a:t>
            </a:r>
            <a:endParaRPr sz="900">
              <a:solidFill>
                <a:srgbClr val="66A048"/>
              </a:solidFill>
              <a:latin typeface="Play"/>
              <a:ea typeface="Play"/>
              <a:cs typeface="Play"/>
              <a:sym typeface="Play"/>
            </a:endParaRPr>
          </a:p>
        </p:txBody>
      </p:sp>
      <p:pic>
        <p:nvPicPr>
          <p:cNvPr id="1779" name="Google Shape;1779;p57"/>
          <p:cNvPicPr preferRelativeResize="0"/>
          <p:nvPr/>
        </p:nvPicPr>
        <p:blipFill>
          <a:blip r:embed="rId3">
            <a:alphaModFix/>
          </a:blip>
          <a:stretch>
            <a:fillRect/>
          </a:stretch>
        </p:blipFill>
        <p:spPr>
          <a:xfrm>
            <a:off x="4741099" y="1128737"/>
            <a:ext cx="1181488" cy="1155601"/>
          </a:xfrm>
          <a:prstGeom prst="rect">
            <a:avLst/>
          </a:prstGeom>
          <a:noFill/>
          <a:ln>
            <a:noFill/>
          </a:ln>
        </p:spPr>
      </p:pic>
      <p:sp>
        <p:nvSpPr>
          <p:cNvPr id="1780" name="Google Shape;1780;p57"/>
          <p:cNvSpPr txBox="1"/>
          <p:nvPr>
            <p:ph idx="1" type="body"/>
          </p:nvPr>
        </p:nvSpPr>
        <p:spPr>
          <a:xfrm>
            <a:off x="6170750" y="3898288"/>
            <a:ext cx="1912500" cy="820800"/>
          </a:xfrm>
          <a:prstGeom prst="rect">
            <a:avLst/>
          </a:prstGeom>
        </p:spPr>
        <p:txBody>
          <a:bodyPr anchorCtr="0" anchor="t" bIns="45700" lIns="91425" spcFirstLastPara="1" rIns="91425" wrap="square" tIns="45700">
            <a:normAutofit/>
          </a:bodyPr>
          <a:lstStyle/>
          <a:p>
            <a:pPr indent="0" lvl="0" marL="0" rtl="0" algn="l">
              <a:spcBef>
                <a:spcPts val="640"/>
              </a:spcBef>
              <a:spcAft>
                <a:spcPts val="0"/>
              </a:spcAft>
              <a:buSzPts val="935"/>
              <a:buNone/>
            </a:pPr>
            <a:r>
              <a:rPr b="1" lang="de" sz="1300">
                <a:solidFill>
                  <a:srgbClr val="66A048"/>
                </a:solidFill>
                <a:latin typeface="Play"/>
                <a:ea typeface="Play"/>
                <a:cs typeface="Play"/>
                <a:sym typeface="Play"/>
              </a:rPr>
              <a:t>Vinayak Kumar Naik</a:t>
            </a:r>
            <a:endParaRPr b="1" sz="1300">
              <a:solidFill>
                <a:srgbClr val="66A048"/>
              </a:solidFill>
              <a:latin typeface="Play"/>
              <a:ea typeface="Play"/>
              <a:cs typeface="Play"/>
              <a:sym typeface="Play"/>
            </a:endParaRPr>
          </a:p>
          <a:p>
            <a:pPr indent="0" lvl="0" marL="0" rtl="0" algn="l">
              <a:lnSpc>
                <a:spcPct val="100000"/>
              </a:lnSpc>
              <a:spcBef>
                <a:spcPts val="640"/>
              </a:spcBef>
              <a:spcAft>
                <a:spcPts val="0"/>
              </a:spcAft>
              <a:buClr>
                <a:schemeClr val="dk1"/>
              </a:buClr>
              <a:buSzPts val="1100"/>
              <a:buFont typeface="Arial"/>
              <a:buNone/>
            </a:pPr>
            <a:r>
              <a:rPr lang="de" sz="900">
                <a:solidFill>
                  <a:srgbClr val="66A048"/>
                </a:solidFill>
                <a:latin typeface="Play"/>
                <a:ea typeface="Play"/>
                <a:cs typeface="Play"/>
                <a:sym typeface="Play"/>
              </a:rPr>
              <a:t>Why does LDG occur?</a:t>
            </a:r>
            <a:br>
              <a:rPr lang="de" sz="900">
                <a:solidFill>
                  <a:srgbClr val="66A048"/>
                </a:solidFill>
                <a:latin typeface="Play"/>
                <a:ea typeface="Play"/>
                <a:cs typeface="Play"/>
                <a:sym typeface="Play"/>
              </a:rPr>
            </a:br>
            <a:r>
              <a:rPr lang="de" sz="900">
                <a:solidFill>
                  <a:srgbClr val="66A048"/>
                </a:solidFill>
                <a:latin typeface="Play"/>
                <a:ea typeface="Play"/>
                <a:cs typeface="Play"/>
                <a:sym typeface="Play"/>
              </a:rPr>
              <a:t>Marine Equatorial Biodiversity Dip</a:t>
            </a:r>
            <a:endParaRPr sz="900">
              <a:solidFill>
                <a:srgbClr val="66A048"/>
              </a:solidFill>
              <a:latin typeface="Play"/>
              <a:ea typeface="Play"/>
              <a:cs typeface="Play"/>
              <a:sym typeface="Play"/>
            </a:endParaRPr>
          </a:p>
        </p:txBody>
      </p:sp>
      <p:sp>
        <p:nvSpPr>
          <p:cNvPr id="1781" name="Google Shape;1781;p57"/>
          <p:cNvSpPr txBox="1"/>
          <p:nvPr>
            <p:ph idx="1" type="body"/>
          </p:nvPr>
        </p:nvSpPr>
        <p:spPr>
          <a:xfrm>
            <a:off x="644850" y="2334725"/>
            <a:ext cx="1646100" cy="1342800"/>
          </a:xfrm>
          <a:prstGeom prst="rect">
            <a:avLst/>
          </a:prstGeom>
        </p:spPr>
        <p:txBody>
          <a:bodyPr anchorCtr="0" anchor="t" bIns="45700" lIns="91425" spcFirstLastPara="1" rIns="91425" wrap="square" tIns="45700">
            <a:normAutofit/>
          </a:bodyPr>
          <a:lstStyle/>
          <a:p>
            <a:pPr indent="0" lvl="0" marL="0" rtl="0" algn="l">
              <a:spcBef>
                <a:spcPts val="640"/>
              </a:spcBef>
              <a:spcAft>
                <a:spcPts val="0"/>
              </a:spcAft>
              <a:buSzPts val="935"/>
              <a:buNone/>
            </a:pPr>
            <a:r>
              <a:rPr b="1" lang="de" sz="1300">
                <a:solidFill>
                  <a:srgbClr val="66A048"/>
                </a:solidFill>
                <a:latin typeface="Play"/>
                <a:ea typeface="Play"/>
                <a:cs typeface="Play"/>
                <a:sym typeface="Play"/>
              </a:rPr>
              <a:t>Alexandra Garner</a:t>
            </a:r>
            <a:endParaRPr sz="900">
              <a:solidFill>
                <a:srgbClr val="66A048"/>
              </a:solidFill>
              <a:latin typeface="Play"/>
              <a:ea typeface="Play"/>
              <a:cs typeface="Play"/>
              <a:sym typeface="Play"/>
            </a:endParaRPr>
          </a:p>
          <a:p>
            <a:pPr indent="0" lvl="0" marL="0" rtl="0" algn="l">
              <a:spcBef>
                <a:spcPts val="640"/>
              </a:spcBef>
              <a:spcAft>
                <a:spcPts val="0"/>
              </a:spcAft>
              <a:buSzPts val="935"/>
              <a:buNone/>
            </a:pPr>
            <a:r>
              <a:rPr lang="de" sz="900">
                <a:solidFill>
                  <a:srgbClr val="66A048"/>
                </a:solidFill>
                <a:latin typeface="Play"/>
                <a:ea typeface="Play"/>
                <a:cs typeface="Play"/>
                <a:sym typeface="Play"/>
              </a:rPr>
              <a:t>Methodology Challenges</a:t>
            </a:r>
            <a:br>
              <a:rPr lang="de" sz="900">
                <a:solidFill>
                  <a:srgbClr val="66A048"/>
                </a:solidFill>
                <a:latin typeface="Play"/>
                <a:ea typeface="Play"/>
                <a:cs typeface="Play"/>
                <a:sym typeface="Play"/>
              </a:rPr>
            </a:br>
            <a:r>
              <a:rPr lang="de" sz="900">
                <a:solidFill>
                  <a:srgbClr val="66A048"/>
                </a:solidFill>
                <a:latin typeface="Play"/>
                <a:ea typeface="Play"/>
                <a:cs typeface="Play"/>
                <a:sym typeface="Play"/>
              </a:rPr>
              <a:t>Methods &amp; Measurement</a:t>
            </a:r>
            <a:br>
              <a:rPr lang="de" sz="900">
                <a:solidFill>
                  <a:srgbClr val="66A048"/>
                </a:solidFill>
                <a:latin typeface="Play"/>
                <a:ea typeface="Play"/>
                <a:cs typeface="Play"/>
                <a:sym typeface="Play"/>
              </a:rPr>
            </a:br>
            <a:r>
              <a:rPr lang="de" sz="900">
                <a:solidFill>
                  <a:srgbClr val="66A048"/>
                </a:solidFill>
                <a:latin typeface="Play"/>
                <a:ea typeface="Play"/>
                <a:cs typeface="Play"/>
                <a:sym typeface="Play"/>
              </a:rPr>
              <a:t>Historical Data       Functional Dimension </a:t>
            </a:r>
            <a:endParaRPr sz="900">
              <a:solidFill>
                <a:srgbClr val="66A048"/>
              </a:solidFill>
              <a:latin typeface="Play"/>
              <a:ea typeface="Play"/>
              <a:cs typeface="Play"/>
              <a:sym typeface="Play"/>
            </a:endParaRPr>
          </a:p>
        </p:txBody>
      </p:sp>
      <p:sp>
        <p:nvSpPr>
          <p:cNvPr id="1782" name="Google Shape;1782;p57"/>
          <p:cNvSpPr txBox="1"/>
          <p:nvPr>
            <p:ph idx="1" type="body"/>
          </p:nvPr>
        </p:nvSpPr>
        <p:spPr>
          <a:xfrm>
            <a:off x="2740225" y="2334725"/>
            <a:ext cx="1453500" cy="1438500"/>
          </a:xfrm>
          <a:prstGeom prst="rect">
            <a:avLst/>
          </a:prstGeom>
        </p:spPr>
        <p:txBody>
          <a:bodyPr anchorCtr="0" anchor="t" bIns="45700" lIns="91425" spcFirstLastPara="1" rIns="91425" wrap="square" tIns="45700">
            <a:normAutofit/>
          </a:bodyPr>
          <a:lstStyle/>
          <a:p>
            <a:pPr indent="0" lvl="0" marL="0" rtl="0" algn="l">
              <a:spcBef>
                <a:spcPts val="640"/>
              </a:spcBef>
              <a:spcAft>
                <a:spcPts val="0"/>
              </a:spcAft>
              <a:buSzPts val="935"/>
              <a:buNone/>
            </a:pPr>
            <a:r>
              <a:rPr b="1" lang="de" sz="1300">
                <a:solidFill>
                  <a:srgbClr val="66A048"/>
                </a:solidFill>
                <a:latin typeface="Play"/>
                <a:ea typeface="Play"/>
                <a:cs typeface="Play"/>
                <a:sym typeface="Play"/>
              </a:rPr>
              <a:t>Lorin Sevinç</a:t>
            </a:r>
            <a:endParaRPr b="1" sz="1300">
              <a:solidFill>
                <a:srgbClr val="66A048"/>
              </a:solidFill>
              <a:latin typeface="Play"/>
              <a:ea typeface="Play"/>
              <a:cs typeface="Play"/>
              <a:sym typeface="Play"/>
            </a:endParaRPr>
          </a:p>
          <a:p>
            <a:pPr indent="0" lvl="0" marL="0" rtl="0" algn="l">
              <a:spcBef>
                <a:spcPts val="640"/>
              </a:spcBef>
              <a:spcAft>
                <a:spcPts val="0"/>
              </a:spcAft>
              <a:buSzPts val="935"/>
              <a:buNone/>
            </a:pPr>
            <a:r>
              <a:rPr lang="de" sz="900">
                <a:solidFill>
                  <a:srgbClr val="66A048"/>
                </a:solidFill>
                <a:latin typeface="Play"/>
                <a:ea typeface="Play"/>
                <a:cs typeface="Play"/>
                <a:sym typeface="Play"/>
              </a:rPr>
              <a:t>Visuals and Animations</a:t>
            </a:r>
            <a:br>
              <a:rPr lang="de" sz="900">
                <a:solidFill>
                  <a:srgbClr val="66A048"/>
                </a:solidFill>
                <a:latin typeface="Play"/>
                <a:ea typeface="Play"/>
                <a:cs typeface="Play"/>
                <a:sym typeface="Play"/>
              </a:rPr>
            </a:br>
            <a:r>
              <a:rPr lang="de" sz="900">
                <a:solidFill>
                  <a:srgbClr val="66A048"/>
                </a:solidFill>
                <a:latin typeface="Play"/>
                <a:ea typeface="Play"/>
                <a:cs typeface="Play"/>
                <a:sym typeface="Play"/>
              </a:rPr>
              <a:t>Historical Data</a:t>
            </a:r>
            <a:endParaRPr sz="900">
              <a:solidFill>
                <a:srgbClr val="66A048"/>
              </a:solidFill>
              <a:latin typeface="Play"/>
              <a:ea typeface="Play"/>
              <a:cs typeface="Play"/>
              <a:sym typeface="Play"/>
            </a:endParaRPr>
          </a:p>
        </p:txBody>
      </p:sp>
      <p:sp>
        <p:nvSpPr>
          <p:cNvPr id="1783" name="Google Shape;1783;p57"/>
          <p:cNvSpPr txBox="1"/>
          <p:nvPr>
            <p:ph idx="1" type="body"/>
          </p:nvPr>
        </p:nvSpPr>
        <p:spPr>
          <a:xfrm>
            <a:off x="2290938" y="3718850"/>
            <a:ext cx="1912500" cy="1342800"/>
          </a:xfrm>
          <a:prstGeom prst="rect">
            <a:avLst/>
          </a:prstGeom>
        </p:spPr>
        <p:txBody>
          <a:bodyPr anchorCtr="0" anchor="t" bIns="45700" lIns="91425" spcFirstLastPara="1" rIns="91425" wrap="square" tIns="45700">
            <a:normAutofit fontScale="85000" lnSpcReduction="20000"/>
          </a:bodyPr>
          <a:lstStyle/>
          <a:p>
            <a:pPr indent="0" lvl="0" marL="0" rtl="0" algn="l">
              <a:spcBef>
                <a:spcPts val="640"/>
              </a:spcBef>
              <a:spcAft>
                <a:spcPts val="0"/>
              </a:spcAft>
              <a:buSzPct val="60901"/>
              <a:buNone/>
            </a:pPr>
            <a:r>
              <a:rPr b="1" lang="de" sz="1535">
                <a:solidFill>
                  <a:srgbClr val="66A048"/>
                </a:solidFill>
                <a:latin typeface="Play"/>
                <a:ea typeface="Play"/>
                <a:cs typeface="Play"/>
                <a:sym typeface="Play"/>
              </a:rPr>
              <a:t>Simon Musel</a:t>
            </a:r>
            <a:endParaRPr b="1" sz="1535">
              <a:solidFill>
                <a:srgbClr val="66A048"/>
              </a:solidFill>
              <a:latin typeface="Play"/>
              <a:ea typeface="Play"/>
              <a:cs typeface="Play"/>
              <a:sym typeface="Play"/>
            </a:endParaRPr>
          </a:p>
          <a:p>
            <a:pPr indent="0" lvl="0" marL="0" rtl="0" algn="l">
              <a:spcBef>
                <a:spcPts val="640"/>
              </a:spcBef>
              <a:spcAft>
                <a:spcPts val="0"/>
              </a:spcAft>
              <a:buClr>
                <a:srgbClr val="000000"/>
              </a:buClr>
              <a:buSzPct val="81304"/>
              <a:buFont typeface="Arial"/>
              <a:buNone/>
            </a:pPr>
            <a:r>
              <a:rPr lang="de" sz="1150">
                <a:solidFill>
                  <a:schemeClr val="accent5"/>
                </a:solidFill>
                <a:latin typeface="Play"/>
                <a:ea typeface="Play"/>
                <a:cs typeface="Play"/>
                <a:sym typeface="Play"/>
              </a:rPr>
              <a:t>Introduction </a:t>
            </a:r>
            <a:r>
              <a:rPr lang="de" sz="1150">
                <a:solidFill>
                  <a:schemeClr val="accent5"/>
                </a:solidFill>
                <a:latin typeface="Play"/>
                <a:ea typeface="Play"/>
                <a:cs typeface="Play"/>
                <a:sym typeface="Play"/>
              </a:rPr>
              <a:t>macroecology</a:t>
            </a:r>
            <a:r>
              <a:rPr lang="de" sz="1150">
                <a:solidFill>
                  <a:schemeClr val="accent5"/>
                </a:solidFill>
                <a:latin typeface="Play"/>
                <a:ea typeface="Play"/>
                <a:cs typeface="Play"/>
                <a:sym typeface="Play"/>
              </a:rPr>
              <a:t> and </a:t>
            </a:r>
            <a:br>
              <a:rPr lang="de" sz="1150">
                <a:solidFill>
                  <a:schemeClr val="accent5"/>
                </a:solidFill>
                <a:latin typeface="Play"/>
                <a:ea typeface="Play"/>
                <a:cs typeface="Play"/>
                <a:sym typeface="Play"/>
              </a:rPr>
            </a:br>
            <a:r>
              <a:rPr lang="de" sz="1150">
                <a:solidFill>
                  <a:schemeClr val="accent5"/>
                </a:solidFill>
                <a:latin typeface="Play"/>
                <a:ea typeface="Play"/>
                <a:cs typeface="Play"/>
                <a:sym typeface="Play"/>
              </a:rPr>
              <a:t>biogeography</a:t>
            </a:r>
            <a:br>
              <a:rPr lang="de" sz="1150">
                <a:solidFill>
                  <a:schemeClr val="accent5"/>
                </a:solidFill>
                <a:latin typeface="Play"/>
                <a:ea typeface="Play"/>
                <a:cs typeface="Play"/>
                <a:sym typeface="Play"/>
              </a:rPr>
            </a:br>
            <a:r>
              <a:rPr lang="de" sz="1150">
                <a:solidFill>
                  <a:schemeClr val="accent5"/>
                </a:solidFill>
                <a:latin typeface="Play"/>
                <a:ea typeface="Play"/>
                <a:cs typeface="Play"/>
                <a:sym typeface="Play"/>
              </a:rPr>
              <a:t>Methods of measurement</a:t>
            </a:r>
            <a:br>
              <a:rPr lang="de" sz="1150">
                <a:solidFill>
                  <a:schemeClr val="accent5"/>
                </a:solidFill>
                <a:latin typeface="Play"/>
                <a:ea typeface="Play"/>
                <a:cs typeface="Play"/>
                <a:sym typeface="Play"/>
              </a:rPr>
            </a:br>
            <a:r>
              <a:rPr lang="de" sz="1150">
                <a:solidFill>
                  <a:schemeClr val="accent5"/>
                </a:solidFill>
                <a:latin typeface="Play"/>
                <a:ea typeface="Play"/>
                <a:cs typeface="Play"/>
                <a:sym typeface="Play"/>
              </a:rPr>
              <a:t>Group Work Approach</a:t>
            </a:r>
            <a:br>
              <a:rPr lang="de" sz="1150">
                <a:solidFill>
                  <a:schemeClr val="accent5"/>
                </a:solidFill>
                <a:latin typeface="Play"/>
                <a:ea typeface="Play"/>
                <a:cs typeface="Play"/>
                <a:sym typeface="Play"/>
              </a:rPr>
            </a:br>
            <a:r>
              <a:rPr lang="de" sz="1150">
                <a:solidFill>
                  <a:schemeClr val="accent5"/>
                </a:solidFill>
                <a:latin typeface="Play"/>
                <a:ea typeface="Play"/>
                <a:cs typeface="Play"/>
                <a:sym typeface="Play"/>
              </a:rPr>
              <a:t>Learning Material</a:t>
            </a:r>
            <a:br>
              <a:rPr lang="de" sz="1150">
                <a:solidFill>
                  <a:schemeClr val="accent5"/>
                </a:solidFill>
                <a:latin typeface="Play"/>
                <a:ea typeface="Play"/>
                <a:cs typeface="Play"/>
                <a:sym typeface="Play"/>
              </a:rPr>
            </a:br>
            <a:r>
              <a:rPr lang="de" sz="1150">
                <a:solidFill>
                  <a:schemeClr val="accent5"/>
                </a:solidFill>
                <a:latin typeface="Play"/>
                <a:ea typeface="Play"/>
                <a:cs typeface="Play"/>
                <a:sym typeface="Play"/>
              </a:rPr>
              <a:t>Visuals</a:t>
            </a:r>
            <a:endParaRPr sz="1150">
              <a:solidFill>
                <a:schemeClr val="accent5"/>
              </a:solidFill>
              <a:latin typeface="Play"/>
              <a:ea typeface="Play"/>
              <a:cs typeface="Play"/>
              <a:sym typeface="Play"/>
            </a:endParaRPr>
          </a:p>
          <a:p>
            <a:pPr indent="0" lvl="0" marL="0" rtl="0" algn="l">
              <a:spcBef>
                <a:spcPts val="640"/>
              </a:spcBef>
              <a:spcAft>
                <a:spcPts val="0"/>
              </a:spcAft>
              <a:buClr>
                <a:srgbClr val="000000"/>
              </a:buClr>
              <a:buSzPct val="81304"/>
              <a:buFont typeface="Arial"/>
              <a:buNone/>
            </a:pPr>
            <a:r>
              <a:t/>
            </a:r>
            <a:endParaRPr sz="1150">
              <a:solidFill>
                <a:schemeClr val="accent5"/>
              </a:solidFill>
              <a:latin typeface="Play"/>
              <a:ea typeface="Play"/>
              <a:cs typeface="Play"/>
              <a:sym typeface="Play"/>
            </a:endParaRPr>
          </a:p>
        </p:txBody>
      </p:sp>
      <p:sp>
        <p:nvSpPr>
          <p:cNvPr id="1784" name="Google Shape;1784;p57"/>
          <p:cNvSpPr txBox="1"/>
          <p:nvPr>
            <p:ph type="title"/>
          </p:nvPr>
        </p:nvSpPr>
        <p:spPr>
          <a:xfrm>
            <a:off x="457200" y="205978"/>
            <a:ext cx="8229600" cy="7095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3600"/>
              <a:buFont typeface="Calibri"/>
              <a:buNone/>
            </a:pPr>
            <a:r>
              <a:rPr lang="de" sz="3600">
                <a:solidFill>
                  <a:schemeClr val="accent6"/>
                </a:solidFill>
                <a:latin typeface="Play"/>
                <a:ea typeface="Play"/>
                <a:cs typeface="Play"/>
                <a:sym typeface="Play"/>
              </a:rPr>
              <a:t>Names &amp; Contributions</a:t>
            </a:r>
            <a:endParaRPr sz="3600">
              <a:solidFill>
                <a:schemeClr val="accent6"/>
              </a:solidFill>
              <a:latin typeface="Play"/>
              <a:ea typeface="Play"/>
              <a:cs typeface="Play"/>
              <a:sym typeface="Play"/>
            </a:endParaRPr>
          </a:p>
        </p:txBody>
      </p:sp>
      <p:pic>
        <p:nvPicPr>
          <p:cNvPr id="1785" name="Google Shape;1785;p57"/>
          <p:cNvPicPr preferRelativeResize="0"/>
          <p:nvPr/>
        </p:nvPicPr>
        <p:blipFill>
          <a:blip r:embed="rId4">
            <a:alphaModFix/>
          </a:blip>
          <a:stretch>
            <a:fillRect/>
          </a:stretch>
        </p:blipFill>
        <p:spPr>
          <a:xfrm>
            <a:off x="947521" y="1128669"/>
            <a:ext cx="866827" cy="1155777"/>
          </a:xfrm>
          <a:prstGeom prst="rect">
            <a:avLst/>
          </a:prstGeom>
          <a:noFill/>
          <a:ln>
            <a:noFill/>
          </a:ln>
        </p:spPr>
      </p:pic>
      <p:pic>
        <p:nvPicPr>
          <p:cNvPr id="1786" name="Google Shape;1786;p57" title="vrat_foto.jpg"/>
          <p:cNvPicPr preferRelativeResize="0"/>
          <p:nvPr/>
        </p:nvPicPr>
        <p:blipFill>
          <a:blip r:embed="rId5">
            <a:alphaModFix/>
          </a:blip>
          <a:stretch>
            <a:fillRect/>
          </a:stretch>
        </p:blipFill>
        <p:spPr>
          <a:xfrm>
            <a:off x="7071650" y="1128738"/>
            <a:ext cx="963000" cy="1155600"/>
          </a:xfrm>
          <a:prstGeom prst="rect">
            <a:avLst/>
          </a:prstGeom>
          <a:noFill/>
          <a:ln>
            <a:noFill/>
          </a:ln>
        </p:spPr>
      </p:pic>
      <p:pic>
        <p:nvPicPr>
          <p:cNvPr id="1787" name="Google Shape;1787;p57"/>
          <p:cNvPicPr preferRelativeResize="0"/>
          <p:nvPr/>
        </p:nvPicPr>
        <p:blipFill>
          <a:blip r:embed="rId6">
            <a:alphaModFix/>
          </a:blip>
          <a:stretch>
            <a:fillRect/>
          </a:stretch>
        </p:blipFill>
        <p:spPr>
          <a:xfrm>
            <a:off x="2876125" y="1128639"/>
            <a:ext cx="963139" cy="1155775"/>
          </a:xfrm>
          <a:prstGeom prst="rect">
            <a:avLst/>
          </a:prstGeom>
          <a:noFill/>
          <a:ln>
            <a:noFill/>
          </a:ln>
        </p:spPr>
      </p:pic>
      <p:pic>
        <p:nvPicPr>
          <p:cNvPr id="1788" name="Google Shape;1788;p57" title="WhatsApp Image 2026-10-19 at 10.40.52.jpeg"/>
          <p:cNvPicPr preferRelativeResize="0"/>
          <p:nvPr/>
        </p:nvPicPr>
        <p:blipFill>
          <a:blip r:embed="rId7">
            <a:alphaModFix/>
          </a:blip>
          <a:stretch>
            <a:fillRect/>
          </a:stretch>
        </p:blipFill>
        <p:spPr>
          <a:xfrm>
            <a:off x="5179973" y="3634727"/>
            <a:ext cx="902726" cy="1203625"/>
          </a:xfrm>
          <a:prstGeom prst="rect">
            <a:avLst/>
          </a:prstGeom>
          <a:noFill/>
          <a:ln>
            <a:noFill/>
          </a:ln>
        </p:spPr>
      </p:pic>
      <p:pic>
        <p:nvPicPr>
          <p:cNvPr id="1789" name="Google Shape;1789;p57" title="263825661a09a17b09e2a06536257aa1f346e95f273bfcca472dfe68163f1e7c.jpg"/>
          <p:cNvPicPr preferRelativeResize="0"/>
          <p:nvPr/>
        </p:nvPicPr>
        <p:blipFill>
          <a:blip r:embed="rId8">
            <a:alphaModFix/>
          </a:blip>
          <a:stretch>
            <a:fillRect/>
          </a:stretch>
        </p:blipFill>
        <p:spPr>
          <a:xfrm>
            <a:off x="1198850" y="3491874"/>
            <a:ext cx="1078825" cy="1438427"/>
          </a:xfrm>
          <a:prstGeom prst="rect">
            <a:avLst/>
          </a:prstGeom>
          <a:noFill/>
          <a:ln>
            <a:noFill/>
          </a:ln>
        </p:spPr>
      </p:pic>
    </p:spTree>
  </p:cSld>
  <p:clrMapOvr>
    <a:masterClrMapping/>
  </p:clrMapOvr>
  <mc:AlternateContent>
    <mc:Choice Requires="p14">
      <p:transition p14:dur="20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3" name="Shape 1793"/>
        <p:cNvGrpSpPr/>
        <p:nvPr/>
      </p:nvGrpSpPr>
      <p:grpSpPr>
        <a:xfrm>
          <a:off x="0" y="0"/>
          <a:ext cx="0" cy="0"/>
          <a:chOff x="0" y="0"/>
          <a:chExt cx="0" cy="0"/>
        </a:xfrm>
      </p:grpSpPr>
      <p:sp>
        <p:nvSpPr>
          <p:cNvPr id="1794" name="Google Shape;1794;p58"/>
          <p:cNvSpPr txBox="1"/>
          <p:nvPr>
            <p:ph type="title"/>
          </p:nvPr>
        </p:nvSpPr>
        <p:spPr>
          <a:xfrm>
            <a:off x="2301449" y="2427777"/>
            <a:ext cx="4541100" cy="792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4C7836"/>
              </a:buClr>
              <a:buSzPts val="4000"/>
              <a:buFont typeface="Calibri"/>
              <a:buNone/>
            </a:pPr>
            <a:r>
              <a:rPr lang="de">
                <a:latin typeface="Play"/>
                <a:ea typeface="Play"/>
                <a:cs typeface="Play"/>
                <a:sym typeface="Play"/>
              </a:rPr>
              <a:t>Time for Questions</a:t>
            </a:r>
            <a:endParaRPr>
              <a:latin typeface="Play"/>
              <a:ea typeface="Play"/>
              <a:cs typeface="Play"/>
              <a:sym typeface="Play"/>
            </a:endParaRPr>
          </a:p>
        </p:txBody>
      </p:sp>
      <p:sp>
        <p:nvSpPr>
          <p:cNvPr id="1795" name="Google Shape;1795;p58"/>
          <p:cNvSpPr txBox="1"/>
          <p:nvPr>
            <p:ph idx="1" type="body"/>
          </p:nvPr>
        </p:nvSpPr>
        <p:spPr>
          <a:xfrm>
            <a:off x="2320883" y="1923725"/>
            <a:ext cx="4521600" cy="5895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4C8E91"/>
              </a:buClr>
              <a:buSzPts val="2000"/>
              <a:buNone/>
            </a:pPr>
            <a:r>
              <a:rPr lang="de">
                <a:latin typeface="Play"/>
                <a:ea typeface="Play"/>
                <a:cs typeface="Play"/>
                <a:sym typeface="Play"/>
              </a:rPr>
              <a:t>Thanks for your attention!</a:t>
            </a:r>
            <a:endParaRPr>
              <a:latin typeface="Play"/>
              <a:ea typeface="Play"/>
              <a:cs typeface="Play"/>
              <a:sym typeface="Play"/>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plateswise.com - Ecology Template ID4790">
  <a:themeElements>
    <a:clrScheme name="Custom 1">
      <a:dk1>
        <a:srgbClr val="0C0C0C"/>
      </a:dk1>
      <a:lt1>
        <a:srgbClr val="FFFFFF"/>
      </a:lt1>
      <a:dk2>
        <a:srgbClr val="0C0C0C"/>
      </a:dk2>
      <a:lt2>
        <a:srgbClr val="EEECE1"/>
      </a:lt2>
      <a:accent1>
        <a:srgbClr val="D3E7E8"/>
      </a:accent1>
      <a:accent2>
        <a:srgbClr val="EEF2B0"/>
      </a:accent2>
      <a:accent3>
        <a:srgbClr val="D2E869"/>
      </a:accent3>
      <a:accent4>
        <a:srgbClr val="AED66B"/>
      </a:accent4>
      <a:accent5>
        <a:srgbClr val="66A048"/>
      </a:accent5>
      <a:accent6>
        <a:srgbClr val="35532F"/>
      </a:accent6>
      <a:hlink>
        <a:srgbClr val="66A048"/>
      </a:hlink>
      <a:folHlink>
        <a:srgbClr val="35532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