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oboto"/>
      <p:regular r:id="rId37"/>
      <p:bold r:id="rId38"/>
      <p:italic r:id="rId39"/>
      <p:boldItalic r:id="rId40"/>
    </p:embeddedFont>
    <p:embeddedFont>
      <p:font typeface="Bebas Neue"/>
      <p:regular r:id="rId41"/>
    </p:embeddedFont>
    <p:embeddedFont>
      <p:font typeface="Russo One"/>
      <p:regular r:id="rId42"/>
    </p:embeddedFont>
    <p:embeddedFont>
      <p:font typeface="Reggae One"/>
      <p:regular r:id="rId43"/>
    </p:embeddedFont>
    <p:embeddedFont>
      <p:font typeface="DM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42" Type="http://schemas.openxmlformats.org/officeDocument/2006/relationships/font" Target="fonts/RussoOne-regular.fntdata"/><Relationship Id="rId41" Type="http://schemas.openxmlformats.org/officeDocument/2006/relationships/font" Target="fonts/BebasNeue-regular.fntdata"/><Relationship Id="rId22" Type="http://schemas.openxmlformats.org/officeDocument/2006/relationships/slide" Target="slides/slide17.xml"/><Relationship Id="rId44" Type="http://schemas.openxmlformats.org/officeDocument/2006/relationships/font" Target="fonts/DMSans-regular.fntdata"/><Relationship Id="rId21" Type="http://schemas.openxmlformats.org/officeDocument/2006/relationships/slide" Target="slides/slide16.xml"/><Relationship Id="rId43" Type="http://schemas.openxmlformats.org/officeDocument/2006/relationships/font" Target="fonts/ReggaeOne-regular.fntdata"/><Relationship Id="rId24" Type="http://schemas.openxmlformats.org/officeDocument/2006/relationships/slide" Target="slides/slide19.xml"/><Relationship Id="rId46" Type="http://schemas.openxmlformats.org/officeDocument/2006/relationships/font" Target="fonts/DMSans-italic.fntdata"/><Relationship Id="rId23" Type="http://schemas.openxmlformats.org/officeDocument/2006/relationships/slide" Target="slides/slide18.xml"/><Relationship Id="rId45" Type="http://schemas.openxmlformats.org/officeDocument/2006/relationships/font" Target="fonts/DM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DMSans-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1621753f28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1621753f28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1839dba478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1839dba478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h581ed7b6c147af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h581ed7b6c147af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h6696da89c9021a8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h6696da89c9021a8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1621753f2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1621753f2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588e58ad22ba12e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588e58ad22ba12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2e420c944676dfb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h2e420c944676dfb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629f8e37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629f8e37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question of estimating species gets even more complicated when we ask what even is a specie. One of most well known definitions which is still popular today is the biological species concept. This theory was described by Ernst Mayr and essentially says that a distinct specie is organism that is able to reproduce and their descendants are also capable of reproduction. For example mules, the child of horse and donkey, is infertile failing to meet the definition of species.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1629f8e37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1629f8e3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this approach has many limitations. The most </a:t>
            </a:r>
            <a:r>
              <a:rPr lang="en"/>
              <a:t>important</a:t>
            </a:r>
            <a:r>
              <a:rPr lang="en"/>
              <a:t> include: Exclusion of asexual organisms. Prokaryotes procreate by duplicating their central </a:t>
            </a:r>
            <a:r>
              <a:rPr lang="en"/>
              <a:t>chromosome</a:t>
            </a:r>
            <a:r>
              <a:rPr lang="en"/>
              <a:t> and </a:t>
            </a:r>
            <a:r>
              <a:rPr lang="en"/>
              <a:t>splitting</a:t>
            </a:r>
            <a:r>
              <a:rPr lang="en"/>
              <a:t> the cell, therefore not qualifying as an organism even though they are biologically very important. Another major critique is geographic isolation. Breeding organisms in captivity or laboratories doesn’t mean this would occur in nature, causing the concept to lose </a:t>
            </a:r>
            <a:r>
              <a:rPr lang="en"/>
              <a:t>certainty</a:t>
            </a:r>
            <a:r>
              <a:rPr lang="en"/>
              <a:t> </a:t>
            </a:r>
            <a:r>
              <a:rPr lang="en"/>
              <a:t>across</a:t>
            </a:r>
            <a:r>
              <a:rPr lang="en"/>
              <a:t> space. Also, there’s a process of hybridization where two different species reproduce resulting in organism with each cell having genetic material from two distinct parents. This naturally occurs mostly in plants, but was also spotted in some species of ducks.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h6696da89c9021a8e_2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h6696da89c9021a8e_2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Therefore, each science tweaked the definition a bit to better fit their purpose. Zoology relies mostly on BSC, </a:t>
            </a:r>
            <a:r>
              <a:rPr lang="en"/>
              <a:t>although</a:t>
            </a:r>
            <a:r>
              <a:rPr lang="en"/>
              <a:t> </a:t>
            </a:r>
            <a:r>
              <a:rPr lang="en"/>
              <a:t>paleontology works more with the concept of unitary lineage evolving independently on others. In botany the hybridization between recognized species is common-place. They reject the interbreeding criteria and view species as a flexible collective units that maintain clear ecological rules and morphological identities. In bacteriology prokaryotes reproduce asexually and its differentiation is even more complicated by frequent horizontal gene transfer. This species concept tolerates higher degree of genetic dissimilarity. As a consequence of these broad genetic thresholds, bacterial species encompass far broader diversity than animal or plant species.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117a7ba114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117a7ba114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we view the species also dramatically evolved over time and was a subject to many different interpretations and research. In the 18th century Carl Linnaeus established the concept of species as stable sharp units created in nature. He demonstrated that species in local flora and fauna are separated by distinct gaps. He effectively ended beliefs in spontaneous generations for higher organisms. Charles Darwin directly opposed Linnaeus viewing species borders as fluid, arbitrary and subjective. By eliminating this concept he avoided addressing the mechanism of species multiplication in his work. In the 1950s the Biological Species Concept took place. A species was defined as an integrated reproductive community, ecological unit, and shared gene pool. Today contemporary research incorporates environmental DNA and mathematical scaling laws to establish the boundaries of species. However, the concept continues to change based on modern technologies, progress and views.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1621753f2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11621753f2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h260b13a1b0b580a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h260b13a1b0b580a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h260b13a1b0b580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h260b13a1b0b580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260b13a1b0b580a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260b13a1b0b580a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1621753f2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1621753f2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17a7ba1142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17a7ba1142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11621753f28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11621753f28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1621753f2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1621753f2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1621753f2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1621753f2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h2e420c944676dfb2_3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h2e420c944676dfb2_3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h7af52d1b56daa89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h7af52d1b56daa89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h3b7f42965f9c9c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h3b7f42965f9c9c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3b7f42965f9c9c8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h3b7f42965f9c9c8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11621753f2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11621753f2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11621753f2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11621753f2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11629f8e37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11629f8e37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h2e420c944676dfb2_3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h2e420c944676dfb2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h7d27494c7a1a259c_3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h7d27494c7a1a259c_3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h3b7f42965f9c9c8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h3b7f42965f9c9c8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3.png"/><Relationship Id="rId10" Type="http://schemas.openxmlformats.org/officeDocument/2006/relationships/image" Target="../media/image4.png"/><Relationship Id="rId9"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1.png"/><Relationship Id="rId8"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2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3.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10.png"/><Relationship Id="rId7" Type="http://schemas.openxmlformats.org/officeDocument/2006/relationships/image" Target="../media/image2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png"/><Relationship Id="rId6"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3.png"/><Relationship Id="rId4" Type="http://schemas.openxmlformats.org/officeDocument/2006/relationships/image" Target="../media/image9.png"/><Relationship Id="rId5" Type="http://schemas.openxmlformats.org/officeDocument/2006/relationships/image" Target="../media/image27.png"/><Relationship Id="rId6" Type="http://schemas.openxmlformats.org/officeDocument/2006/relationships/image" Target="../media/image2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3.png"/><Relationship Id="rId4"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2.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6.png"/><Relationship Id="rId4" Type="http://schemas.openxmlformats.org/officeDocument/2006/relationships/image" Target="../media/image29.png"/><Relationship Id="rId5" Type="http://schemas.openxmlformats.org/officeDocument/2006/relationships/image" Target="../media/image10.png"/><Relationship Id="rId6" Type="http://schemas.openxmlformats.org/officeDocument/2006/relationships/image" Target="../media/image23.png"/><Relationship Id="rId7" Type="http://schemas.openxmlformats.org/officeDocument/2006/relationships/image" Target="../media/image2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6.png"/><Relationship Id="rId4" Type="http://schemas.openxmlformats.org/officeDocument/2006/relationships/image" Target="../media/image35.png"/><Relationship Id="rId5" Type="http://schemas.openxmlformats.org/officeDocument/2006/relationships/image" Target="../media/image10.png"/><Relationship Id="rId6" Type="http://schemas.openxmlformats.org/officeDocument/2006/relationships/image" Target="../media/image2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3.png"/><Relationship Id="rId4" Type="http://schemas.openxmlformats.org/officeDocument/2006/relationships/image" Target="../media/image35.png"/><Relationship Id="rId5"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2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0.png"/><Relationship Id="rId4" Type="http://schemas.openxmlformats.org/officeDocument/2006/relationships/image" Target="../media/image2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0.png"/><Relationship Id="rId4" Type="http://schemas.openxmlformats.org/officeDocument/2006/relationships/image" Target="../media/image30.png"/><Relationship Id="rId5" Type="http://schemas.openxmlformats.org/officeDocument/2006/relationships/image" Target="../media/image3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 Id="rId6" Type="http://schemas.openxmlformats.org/officeDocument/2006/relationships/image" Target="../media/image10.png"/><Relationship Id="rId7" Type="http://schemas.openxmlformats.org/officeDocument/2006/relationships/image" Target="../media/image2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2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33.png"/><Relationship Id="rId5" Type="http://schemas.openxmlformats.org/officeDocument/2006/relationships/image" Target="../media/image10.png"/><Relationship Id="rId6" Type="http://schemas.openxmlformats.org/officeDocument/2006/relationships/image" Target="../media/image23.png"/><Relationship Id="rId7"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47" r="5318" t="0"/>
          <a:stretch/>
        </p:blipFill>
        <p:spPr>
          <a:xfrm>
            <a:off x="5386175" y="1372300"/>
            <a:ext cx="3757824" cy="4003850"/>
          </a:xfrm>
          <a:prstGeom prst="rect">
            <a:avLst/>
          </a:prstGeom>
          <a:noFill/>
          <a:ln>
            <a:noFill/>
          </a:ln>
        </p:spPr>
      </p:pic>
      <p:pic>
        <p:nvPicPr>
          <p:cNvPr id="10" name="Google Shape;10;p2"/>
          <p:cNvPicPr preferRelativeResize="0"/>
          <p:nvPr/>
        </p:nvPicPr>
        <p:blipFill rotWithShape="1">
          <a:blip r:embed="rId3">
            <a:alphaModFix/>
          </a:blip>
          <a:srcRect b="44867" l="3223" r="0" t="0"/>
          <a:stretch/>
        </p:blipFill>
        <p:spPr>
          <a:xfrm>
            <a:off x="0" y="3774175"/>
            <a:ext cx="8849101" cy="1722600"/>
          </a:xfrm>
          <a:prstGeom prst="rect">
            <a:avLst/>
          </a:prstGeom>
          <a:noFill/>
          <a:ln>
            <a:noFill/>
          </a:ln>
        </p:spPr>
      </p:pic>
      <p:pic>
        <p:nvPicPr>
          <p:cNvPr id="11" name="Google Shape;11;p2"/>
          <p:cNvPicPr preferRelativeResize="0"/>
          <p:nvPr/>
        </p:nvPicPr>
        <p:blipFill rotWithShape="1">
          <a:blip r:embed="rId4">
            <a:alphaModFix/>
          </a:blip>
          <a:srcRect b="0" l="5723" r="0" t="0"/>
          <a:stretch/>
        </p:blipFill>
        <p:spPr>
          <a:xfrm>
            <a:off x="0" y="2971175"/>
            <a:ext cx="8620502" cy="1397875"/>
          </a:xfrm>
          <a:prstGeom prst="rect">
            <a:avLst/>
          </a:prstGeom>
          <a:noFill/>
          <a:ln>
            <a:noFill/>
          </a:ln>
        </p:spPr>
      </p:pic>
      <p:pic>
        <p:nvPicPr>
          <p:cNvPr id="12" name="Google Shape;12;p2"/>
          <p:cNvPicPr preferRelativeResize="0"/>
          <p:nvPr/>
        </p:nvPicPr>
        <p:blipFill rotWithShape="1">
          <a:blip r:embed="rId5">
            <a:alphaModFix/>
          </a:blip>
          <a:srcRect b="0" l="23705" r="0" t="0"/>
          <a:stretch/>
        </p:blipFill>
        <p:spPr>
          <a:xfrm>
            <a:off x="0" y="1492925"/>
            <a:ext cx="4120050" cy="4003850"/>
          </a:xfrm>
          <a:prstGeom prst="rect">
            <a:avLst/>
          </a:prstGeom>
          <a:noFill/>
          <a:ln>
            <a:noFill/>
          </a:ln>
        </p:spPr>
      </p:pic>
      <p:sp>
        <p:nvSpPr>
          <p:cNvPr id="13" name="Google Shape;13;p2"/>
          <p:cNvSpPr txBox="1"/>
          <p:nvPr>
            <p:ph type="ctrTitle"/>
          </p:nvPr>
        </p:nvSpPr>
        <p:spPr>
          <a:xfrm>
            <a:off x="1786625" y="678500"/>
            <a:ext cx="5571000" cy="2180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2392500" y="3711475"/>
            <a:ext cx="4359000" cy="409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pic>
        <p:nvPicPr>
          <p:cNvPr id="15" name="Google Shape;15;p2"/>
          <p:cNvPicPr preferRelativeResize="0"/>
          <p:nvPr/>
        </p:nvPicPr>
        <p:blipFill rotWithShape="1">
          <a:blip r:embed="rId6">
            <a:alphaModFix/>
          </a:blip>
          <a:srcRect b="39683" l="0" r="18174" t="0"/>
          <a:stretch/>
        </p:blipFill>
        <p:spPr>
          <a:xfrm>
            <a:off x="5181425" y="2394300"/>
            <a:ext cx="3998575" cy="3102475"/>
          </a:xfrm>
          <a:prstGeom prst="rect">
            <a:avLst/>
          </a:prstGeom>
          <a:noFill/>
          <a:ln>
            <a:noFill/>
          </a:ln>
        </p:spPr>
      </p:pic>
      <p:pic>
        <p:nvPicPr>
          <p:cNvPr id="16" name="Google Shape;16;p2"/>
          <p:cNvPicPr preferRelativeResize="0"/>
          <p:nvPr/>
        </p:nvPicPr>
        <p:blipFill>
          <a:blip r:embed="rId7">
            <a:alphaModFix/>
          </a:blip>
          <a:stretch>
            <a:fillRect/>
          </a:stretch>
        </p:blipFill>
        <p:spPr>
          <a:xfrm>
            <a:off x="-5" y="2107875"/>
            <a:ext cx="2168876" cy="3124450"/>
          </a:xfrm>
          <a:prstGeom prst="rect">
            <a:avLst/>
          </a:prstGeom>
          <a:noFill/>
          <a:ln>
            <a:noFill/>
          </a:ln>
        </p:spPr>
      </p:pic>
      <p:pic>
        <p:nvPicPr>
          <p:cNvPr id="17" name="Google Shape;17;p2"/>
          <p:cNvPicPr preferRelativeResize="0"/>
          <p:nvPr/>
        </p:nvPicPr>
        <p:blipFill>
          <a:blip r:embed="rId8">
            <a:alphaModFix/>
          </a:blip>
          <a:stretch>
            <a:fillRect/>
          </a:stretch>
        </p:blipFill>
        <p:spPr>
          <a:xfrm>
            <a:off x="1709750" y="4053775"/>
            <a:ext cx="589825" cy="1262625"/>
          </a:xfrm>
          <a:prstGeom prst="rect">
            <a:avLst/>
          </a:prstGeom>
          <a:noFill/>
          <a:ln>
            <a:noFill/>
          </a:ln>
        </p:spPr>
      </p:pic>
      <p:pic>
        <p:nvPicPr>
          <p:cNvPr id="18" name="Google Shape;18;p2"/>
          <p:cNvPicPr preferRelativeResize="0"/>
          <p:nvPr/>
        </p:nvPicPr>
        <p:blipFill>
          <a:blip r:embed="rId9">
            <a:alphaModFix/>
          </a:blip>
          <a:stretch>
            <a:fillRect/>
          </a:stretch>
        </p:blipFill>
        <p:spPr>
          <a:xfrm>
            <a:off x="213250" y="1985300"/>
            <a:ext cx="501850" cy="1052250"/>
          </a:xfrm>
          <a:prstGeom prst="rect">
            <a:avLst/>
          </a:prstGeom>
          <a:noFill/>
          <a:ln>
            <a:noFill/>
          </a:ln>
        </p:spPr>
      </p:pic>
      <p:pic>
        <p:nvPicPr>
          <p:cNvPr id="19" name="Google Shape;19;p2"/>
          <p:cNvPicPr preferRelativeResize="0"/>
          <p:nvPr/>
        </p:nvPicPr>
        <p:blipFill>
          <a:blip r:embed="rId10">
            <a:alphaModFix/>
          </a:blip>
          <a:stretch>
            <a:fillRect/>
          </a:stretch>
        </p:blipFill>
        <p:spPr>
          <a:xfrm>
            <a:off x="1709750" y="3362279"/>
            <a:ext cx="589825" cy="7586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3"/>
          <p:cNvSpPr txBox="1"/>
          <p:nvPr>
            <p:ph type="title"/>
          </p:nvPr>
        </p:nvSpPr>
        <p:spPr>
          <a:xfrm>
            <a:off x="2479363" y="1130650"/>
            <a:ext cx="41301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 name="Google Shape;22;p3"/>
          <p:cNvSpPr txBox="1"/>
          <p:nvPr>
            <p:ph hasCustomPrompt="1" idx="2" type="title"/>
          </p:nvPr>
        </p:nvSpPr>
        <p:spPr>
          <a:xfrm>
            <a:off x="715088" y="1130650"/>
            <a:ext cx="15963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8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3" name="Google Shape;23;p3"/>
          <p:cNvSpPr txBox="1"/>
          <p:nvPr>
            <p:ph idx="1" type="subTitle"/>
          </p:nvPr>
        </p:nvSpPr>
        <p:spPr>
          <a:xfrm>
            <a:off x="2479363" y="1972450"/>
            <a:ext cx="4360200" cy="44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pic>
        <p:nvPicPr>
          <p:cNvPr id="25" name="Google Shape;25;p4"/>
          <p:cNvPicPr preferRelativeResize="0"/>
          <p:nvPr/>
        </p:nvPicPr>
        <p:blipFill rotWithShape="1">
          <a:blip r:embed="rId2">
            <a:alphaModFix/>
          </a:blip>
          <a:srcRect b="6516" l="8759" r="0" t="0"/>
          <a:stretch/>
        </p:blipFill>
        <p:spPr>
          <a:xfrm flipH="1">
            <a:off x="8193371" y="2017275"/>
            <a:ext cx="957274" cy="1911799"/>
          </a:xfrm>
          <a:prstGeom prst="rect">
            <a:avLst/>
          </a:prstGeom>
          <a:noFill/>
          <a:ln>
            <a:noFill/>
          </a:ln>
        </p:spPr>
      </p:pic>
      <p:sp>
        <p:nvSpPr>
          <p:cNvPr id="26" name="Google Shape;26;p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 name="Google Shape;27;p4"/>
          <p:cNvSpPr txBox="1"/>
          <p:nvPr>
            <p:ph idx="1" type="body"/>
          </p:nvPr>
        </p:nvSpPr>
        <p:spPr>
          <a:xfrm>
            <a:off x="720000" y="1017725"/>
            <a:ext cx="7704000" cy="3551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AutoNum type="arabicPeriod"/>
              <a:defRPr sz="1200">
                <a:solidFill>
                  <a:srgbClr val="434343"/>
                </a:solidFill>
              </a:defRPr>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sp>
        <p:nvSpPr>
          <p:cNvPr id="28" name="Google Shape;28;p4"/>
          <p:cNvSpPr/>
          <p:nvPr/>
        </p:nvSpPr>
        <p:spPr>
          <a:xfrm>
            <a:off x="-21900" y="4519600"/>
            <a:ext cx="9201150" cy="657225"/>
          </a:xfrm>
          <a:custGeom>
            <a:rect b="b" l="l" r="r" t="t"/>
            <a:pathLst>
              <a:path extrusionOk="0" h="26289" w="368046">
                <a:moveTo>
                  <a:pt x="366617" y="26289"/>
                </a:moveTo>
                <a:lnTo>
                  <a:pt x="368046" y="6287"/>
                </a:lnTo>
                <a:lnTo>
                  <a:pt x="341185" y="0"/>
                </a:lnTo>
                <a:lnTo>
                  <a:pt x="86296" y="9430"/>
                </a:lnTo>
                <a:lnTo>
                  <a:pt x="285" y="3568"/>
                </a:lnTo>
                <a:lnTo>
                  <a:pt x="0" y="25650"/>
                </a:lnTo>
                <a:close/>
              </a:path>
            </a:pathLst>
          </a:custGeom>
          <a:solidFill>
            <a:schemeClr val="lt2"/>
          </a:solidFill>
          <a:ln>
            <a:noFill/>
          </a:ln>
        </p:spPr>
      </p:sp>
      <p:pic>
        <p:nvPicPr>
          <p:cNvPr id="29" name="Google Shape;29;p4"/>
          <p:cNvPicPr preferRelativeResize="0"/>
          <p:nvPr/>
        </p:nvPicPr>
        <p:blipFill rotWithShape="1">
          <a:blip r:embed="rId3">
            <a:alphaModFix/>
          </a:blip>
          <a:srcRect b="0" l="12930" r="0" t="0"/>
          <a:stretch/>
        </p:blipFill>
        <p:spPr>
          <a:xfrm flipH="1">
            <a:off x="6949574" y="3392325"/>
            <a:ext cx="2194426" cy="1868724"/>
          </a:xfrm>
          <a:prstGeom prst="rect">
            <a:avLst/>
          </a:prstGeom>
          <a:noFill/>
          <a:ln>
            <a:noFill/>
          </a:ln>
        </p:spPr>
      </p:pic>
      <p:pic>
        <p:nvPicPr>
          <p:cNvPr id="30" name="Google Shape;30;p4"/>
          <p:cNvPicPr preferRelativeResize="0"/>
          <p:nvPr/>
        </p:nvPicPr>
        <p:blipFill>
          <a:blip r:embed="rId4">
            <a:alphaModFix/>
          </a:blip>
          <a:stretch>
            <a:fillRect/>
          </a:stretch>
        </p:blipFill>
        <p:spPr>
          <a:xfrm flipH="1" rot="784230">
            <a:off x="-256891" y="3071213"/>
            <a:ext cx="1317757" cy="1738249"/>
          </a:xfrm>
          <a:prstGeom prst="rect">
            <a:avLst/>
          </a:prstGeom>
          <a:noFill/>
          <a:ln>
            <a:noFill/>
          </a:ln>
        </p:spPr>
      </p:pic>
      <p:pic>
        <p:nvPicPr>
          <p:cNvPr id="31" name="Google Shape;31;p4"/>
          <p:cNvPicPr preferRelativeResize="0"/>
          <p:nvPr/>
        </p:nvPicPr>
        <p:blipFill>
          <a:blip r:embed="rId5">
            <a:alphaModFix/>
          </a:blip>
          <a:stretch>
            <a:fillRect/>
          </a:stretch>
        </p:blipFill>
        <p:spPr>
          <a:xfrm>
            <a:off x="-21900" y="4487050"/>
            <a:ext cx="709922" cy="302900"/>
          </a:xfrm>
          <a:prstGeom prst="rect">
            <a:avLst/>
          </a:prstGeom>
          <a:noFill/>
          <a:ln>
            <a:noFill/>
          </a:ln>
        </p:spPr>
      </p:pic>
      <p:pic>
        <p:nvPicPr>
          <p:cNvPr id="32" name="Google Shape;32;p4"/>
          <p:cNvPicPr preferRelativeResize="0"/>
          <p:nvPr/>
        </p:nvPicPr>
        <p:blipFill>
          <a:blip r:embed="rId6">
            <a:alphaModFix/>
          </a:blip>
          <a:stretch>
            <a:fillRect/>
          </a:stretch>
        </p:blipFill>
        <p:spPr>
          <a:xfrm>
            <a:off x="8057726" y="232095"/>
            <a:ext cx="2386524" cy="302900"/>
          </a:xfrm>
          <a:prstGeom prst="rect">
            <a:avLst/>
          </a:prstGeom>
          <a:noFill/>
          <a:ln>
            <a:noFill/>
          </a:ln>
        </p:spPr>
      </p:pic>
      <p:pic>
        <p:nvPicPr>
          <p:cNvPr id="33" name="Google Shape;33;p4"/>
          <p:cNvPicPr preferRelativeResize="0"/>
          <p:nvPr/>
        </p:nvPicPr>
        <p:blipFill>
          <a:blip r:embed="rId7">
            <a:alphaModFix/>
          </a:blip>
          <a:stretch>
            <a:fillRect/>
          </a:stretch>
        </p:blipFill>
        <p:spPr>
          <a:xfrm>
            <a:off x="-242623" y="399275"/>
            <a:ext cx="1446376" cy="204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4" name="Shape 34"/>
        <p:cNvGrpSpPr/>
        <p:nvPr/>
      </p:nvGrpSpPr>
      <p:grpSpPr>
        <a:xfrm>
          <a:off x="0" y="0"/>
          <a:ext cx="0" cy="0"/>
          <a:chOff x="0" y="0"/>
          <a:chExt cx="0" cy="0"/>
        </a:xfrm>
      </p:grpSpPr>
      <p:sp>
        <p:nvSpPr>
          <p:cNvPr id="35" name="Google Shape;35;p5"/>
          <p:cNvSpPr txBox="1"/>
          <p:nvPr>
            <p:ph idx="1" type="subTitle"/>
          </p:nvPr>
        </p:nvSpPr>
        <p:spPr>
          <a:xfrm>
            <a:off x="1329775" y="2117276"/>
            <a:ext cx="2838000" cy="5727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 name="Google Shape;36;p5"/>
          <p:cNvSpPr txBox="1"/>
          <p:nvPr>
            <p:ph idx="2" type="subTitle"/>
          </p:nvPr>
        </p:nvSpPr>
        <p:spPr>
          <a:xfrm>
            <a:off x="4976225" y="2105726"/>
            <a:ext cx="28380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 name="Google Shape;37;p5"/>
          <p:cNvSpPr txBox="1"/>
          <p:nvPr>
            <p:ph idx="3" type="subTitle"/>
          </p:nvPr>
        </p:nvSpPr>
        <p:spPr>
          <a:xfrm>
            <a:off x="1329775" y="2689976"/>
            <a:ext cx="2838000" cy="117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 name="Google Shape;38;p5"/>
          <p:cNvSpPr txBox="1"/>
          <p:nvPr>
            <p:ph idx="4" type="subTitle"/>
          </p:nvPr>
        </p:nvSpPr>
        <p:spPr>
          <a:xfrm>
            <a:off x="4976225" y="2678426"/>
            <a:ext cx="2838000" cy="1178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 name="Google Shape;39;p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40" name="Google Shape;40;p5"/>
          <p:cNvPicPr preferRelativeResize="0"/>
          <p:nvPr/>
        </p:nvPicPr>
        <p:blipFill>
          <a:blip r:embed="rId2">
            <a:alphaModFix/>
          </a:blip>
          <a:stretch>
            <a:fillRect/>
          </a:stretch>
        </p:blipFill>
        <p:spPr>
          <a:xfrm>
            <a:off x="-2264150" y="1563739"/>
            <a:ext cx="3279752" cy="416275"/>
          </a:xfrm>
          <a:prstGeom prst="rect">
            <a:avLst/>
          </a:prstGeom>
          <a:noFill/>
          <a:ln>
            <a:noFill/>
          </a:ln>
        </p:spPr>
      </p:pic>
      <p:pic>
        <p:nvPicPr>
          <p:cNvPr id="41" name="Google Shape;41;p5"/>
          <p:cNvPicPr preferRelativeResize="0"/>
          <p:nvPr/>
        </p:nvPicPr>
        <p:blipFill>
          <a:blip r:embed="rId3">
            <a:alphaModFix/>
          </a:blip>
          <a:stretch>
            <a:fillRect/>
          </a:stretch>
        </p:blipFill>
        <p:spPr>
          <a:xfrm>
            <a:off x="7644948" y="214050"/>
            <a:ext cx="2511550" cy="354225"/>
          </a:xfrm>
          <a:prstGeom prst="rect">
            <a:avLst/>
          </a:prstGeom>
          <a:noFill/>
          <a:ln>
            <a:noFill/>
          </a:ln>
        </p:spPr>
      </p:pic>
      <p:pic>
        <p:nvPicPr>
          <p:cNvPr id="42" name="Google Shape;42;p5"/>
          <p:cNvPicPr preferRelativeResize="0"/>
          <p:nvPr/>
        </p:nvPicPr>
        <p:blipFill>
          <a:blip r:embed="rId4">
            <a:alphaModFix/>
          </a:blip>
          <a:stretch>
            <a:fillRect/>
          </a:stretch>
        </p:blipFill>
        <p:spPr>
          <a:xfrm rot="-8254457">
            <a:off x="108224" y="-125719"/>
            <a:ext cx="1478281" cy="123984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 name="Google Shape;45;p6"/>
          <p:cNvSpPr/>
          <p:nvPr/>
        </p:nvSpPr>
        <p:spPr>
          <a:xfrm>
            <a:off x="-21900" y="4608800"/>
            <a:ext cx="9201150" cy="568025"/>
          </a:xfrm>
          <a:custGeom>
            <a:rect b="b" l="l" r="r" t="t"/>
            <a:pathLst>
              <a:path extrusionOk="0" h="22721" w="368046">
                <a:moveTo>
                  <a:pt x="366617" y="22721"/>
                </a:moveTo>
                <a:lnTo>
                  <a:pt x="368046" y="2719"/>
                </a:lnTo>
                <a:lnTo>
                  <a:pt x="331549" y="548"/>
                </a:lnTo>
                <a:lnTo>
                  <a:pt x="85936" y="2941"/>
                </a:lnTo>
                <a:lnTo>
                  <a:pt x="285" y="0"/>
                </a:lnTo>
                <a:lnTo>
                  <a:pt x="0" y="22082"/>
                </a:lnTo>
                <a:close/>
              </a:path>
            </a:pathLst>
          </a:custGeom>
          <a:solidFill>
            <a:schemeClr val="lt2"/>
          </a:solidFill>
          <a:ln>
            <a:noFill/>
          </a:ln>
        </p:spPr>
      </p:sp>
      <p:pic>
        <p:nvPicPr>
          <p:cNvPr id="46" name="Google Shape;46;p6"/>
          <p:cNvPicPr preferRelativeResize="0"/>
          <p:nvPr/>
        </p:nvPicPr>
        <p:blipFill rotWithShape="1">
          <a:blip r:embed="rId2">
            <a:alphaModFix/>
          </a:blip>
          <a:srcRect b="4114" l="0" r="0" t="0"/>
          <a:stretch/>
        </p:blipFill>
        <p:spPr>
          <a:xfrm flipH="1">
            <a:off x="-605175" y="3253575"/>
            <a:ext cx="1368125" cy="1889925"/>
          </a:xfrm>
          <a:prstGeom prst="rect">
            <a:avLst/>
          </a:prstGeom>
          <a:noFill/>
          <a:ln>
            <a:noFill/>
          </a:ln>
        </p:spPr>
      </p:pic>
      <p:pic>
        <p:nvPicPr>
          <p:cNvPr id="47" name="Google Shape;47;p6"/>
          <p:cNvPicPr preferRelativeResize="0"/>
          <p:nvPr/>
        </p:nvPicPr>
        <p:blipFill>
          <a:blip r:embed="rId3">
            <a:alphaModFix/>
          </a:blip>
          <a:stretch>
            <a:fillRect/>
          </a:stretch>
        </p:blipFill>
        <p:spPr>
          <a:xfrm flipH="1">
            <a:off x="7761428" y="4643725"/>
            <a:ext cx="709922" cy="302900"/>
          </a:xfrm>
          <a:prstGeom prst="rect">
            <a:avLst/>
          </a:prstGeom>
          <a:noFill/>
          <a:ln>
            <a:noFill/>
          </a:ln>
        </p:spPr>
      </p:pic>
      <p:pic>
        <p:nvPicPr>
          <p:cNvPr id="48" name="Google Shape;48;p6"/>
          <p:cNvPicPr preferRelativeResize="0"/>
          <p:nvPr/>
        </p:nvPicPr>
        <p:blipFill>
          <a:blip r:embed="rId4">
            <a:alphaModFix/>
          </a:blip>
          <a:stretch>
            <a:fillRect/>
          </a:stretch>
        </p:blipFill>
        <p:spPr>
          <a:xfrm>
            <a:off x="8349100" y="3572563"/>
            <a:ext cx="742425" cy="1589300"/>
          </a:xfrm>
          <a:prstGeom prst="rect">
            <a:avLst/>
          </a:prstGeom>
          <a:noFill/>
          <a:ln>
            <a:noFill/>
          </a:ln>
        </p:spPr>
      </p:pic>
      <p:pic>
        <p:nvPicPr>
          <p:cNvPr id="49" name="Google Shape;49;p6"/>
          <p:cNvPicPr preferRelativeResize="0"/>
          <p:nvPr/>
        </p:nvPicPr>
        <p:blipFill>
          <a:blip r:embed="rId5">
            <a:alphaModFix/>
          </a:blip>
          <a:stretch>
            <a:fillRect/>
          </a:stretch>
        </p:blipFill>
        <p:spPr>
          <a:xfrm>
            <a:off x="-484775" y="1017725"/>
            <a:ext cx="1481650" cy="208975"/>
          </a:xfrm>
          <a:prstGeom prst="rect">
            <a:avLst/>
          </a:prstGeom>
          <a:noFill/>
          <a:ln>
            <a:noFill/>
          </a:ln>
        </p:spPr>
      </p:pic>
      <p:pic>
        <p:nvPicPr>
          <p:cNvPr id="50" name="Google Shape;50;p6"/>
          <p:cNvPicPr preferRelativeResize="0"/>
          <p:nvPr/>
        </p:nvPicPr>
        <p:blipFill>
          <a:blip r:embed="rId6">
            <a:alphaModFix/>
          </a:blip>
          <a:stretch>
            <a:fillRect/>
          </a:stretch>
        </p:blipFill>
        <p:spPr>
          <a:xfrm>
            <a:off x="7872501" y="349820"/>
            <a:ext cx="2386524" cy="302900"/>
          </a:xfrm>
          <a:prstGeom prst="rect">
            <a:avLst/>
          </a:prstGeom>
          <a:noFill/>
          <a:ln>
            <a:noFill/>
          </a:ln>
        </p:spPr>
      </p:pic>
      <p:pic>
        <p:nvPicPr>
          <p:cNvPr id="51" name="Google Shape;51;p6"/>
          <p:cNvPicPr preferRelativeResize="0"/>
          <p:nvPr/>
        </p:nvPicPr>
        <p:blipFill>
          <a:blip r:embed="rId7">
            <a:alphaModFix/>
          </a:blip>
          <a:stretch>
            <a:fillRect/>
          </a:stretch>
        </p:blipFill>
        <p:spPr>
          <a:xfrm>
            <a:off x="0" y="147000"/>
            <a:ext cx="982613" cy="130845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 name="Shape 52"/>
        <p:cNvGrpSpPr/>
        <p:nvPr/>
      </p:nvGrpSpPr>
      <p:grpSpPr>
        <a:xfrm>
          <a:off x="0" y="0"/>
          <a:ext cx="0" cy="0"/>
          <a:chOff x="0" y="0"/>
          <a:chExt cx="0" cy="0"/>
        </a:xfrm>
      </p:grpSpPr>
      <p:sp>
        <p:nvSpPr>
          <p:cNvPr id="53" name="Google Shape;53;p7"/>
          <p:cNvSpPr/>
          <p:nvPr/>
        </p:nvSpPr>
        <p:spPr>
          <a:xfrm>
            <a:off x="-19750" y="974675"/>
            <a:ext cx="9177550" cy="4154225"/>
          </a:xfrm>
          <a:custGeom>
            <a:rect b="b" l="l" r="r" t="t"/>
            <a:pathLst>
              <a:path extrusionOk="0" h="166169" w="367102">
                <a:moveTo>
                  <a:pt x="485" y="166169"/>
                </a:moveTo>
                <a:lnTo>
                  <a:pt x="0" y="12942"/>
                </a:lnTo>
                <a:lnTo>
                  <a:pt x="179991" y="6762"/>
                </a:lnTo>
                <a:lnTo>
                  <a:pt x="337836" y="7534"/>
                </a:lnTo>
                <a:lnTo>
                  <a:pt x="367102" y="0"/>
                </a:lnTo>
                <a:lnTo>
                  <a:pt x="367102" y="162543"/>
                </a:lnTo>
                <a:close/>
              </a:path>
            </a:pathLst>
          </a:custGeom>
          <a:solidFill>
            <a:schemeClr val="accent2"/>
          </a:solidFill>
          <a:ln>
            <a:noFill/>
          </a:ln>
        </p:spPr>
      </p:sp>
      <p:pic>
        <p:nvPicPr>
          <p:cNvPr id="54" name="Google Shape;54;p7"/>
          <p:cNvPicPr preferRelativeResize="0"/>
          <p:nvPr/>
        </p:nvPicPr>
        <p:blipFill rotWithShape="1">
          <a:blip r:embed="rId2">
            <a:alphaModFix/>
          </a:blip>
          <a:srcRect b="2124" l="0" r="0" t="0"/>
          <a:stretch/>
        </p:blipFill>
        <p:spPr>
          <a:xfrm flipH="1">
            <a:off x="7346150" y="1555700"/>
            <a:ext cx="2544550" cy="3587799"/>
          </a:xfrm>
          <a:prstGeom prst="rect">
            <a:avLst/>
          </a:prstGeom>
          <a:noFill/>
          <a:ln>
            <a:noFill/>
          </a:ln>
        </p:spPr>
      </p:pic>
      <p:pic>
        <p:nvPicPr>
          <p:cNvPr id="55" name="Google Shape;55;p7"/>
          <p:cNvPicPr preferRelativeResize="0"/>
          <p:nvPr/>
        </p:nvPicPr>
        <p:blipFill rotWithShape="1">
          <a:blip r:embed="rId3">
            <a:alphaModFix/>
          </a:blip>
          <a:srcRect b="36825" l="0" r="0" t="0"/>
          <a:stretch/>
        </p:blipFill>
        <p:spPr>
          <a:xfrm flipH="1">
            <a:off x="0" y="2872709"/>
            <a:ext cx="9201925" cy="2270790"/>
          </a:xfrm>
          <a:prstGeom prst="rect">
            <a:avLst/>
          </a:prstGeom>
          <a:noFill/>
          <a:ln>
            <a:noFill/>
          </a:ln>
        </p:spPr>
      </p:pic>
      <p:sp>
        <p:nvSpPr>
          <p:cNvPr id="56" name="Google Shape;56;p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7" name="Google Shape;57;p7"/>
          <p:cNvSpPr txBox="1"/>
          <p:nvPr>
            <p:ph idx="1" type="body"/>
          </p:nvPr>
        </p:nvSpPr>
        <p:spPr>
          <a:xfrm>
            <a:off x="720000" y="1152475"/>
            <a:ext cx="4494000" cy="2895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rgbClr val="595959"/>
              </a:buClr>
              <a:buSzPts val="1000"/>
              <a:buFont typeface="Anaheim"/>
              <a:buChar char="●"/>
              <a:defRPr sz="1400">
                <a:solidFill>
                  <a:srgbClr val="434343"/>
                </a:solidFill>
              </a:defRPr>
            </a:lvl1pPr>
            <a:lvl2pPr indent="-317500" lvl="1" marL="914400" rtl="0">
              <a:lnSpc>
                <a:spcPct val="115000"/>
              </a:lnSpc>
              <a:spcBef>
                <a:spcPts val="0"/>
              </a:spcBef>
              <a:spcAft>
                <a:spcPts val="0"/>
              </a:spcAft>
              <a:buClr>
                <a:srgbClr val="595959"/>
              </a:buClr>
              <a:buSzPts val="1400"/>
              <a:buFont typeface="Anaheim"/>
              <a:buChar char="○"/>
              <a:defRPr>
                <a:solidFill>
                  <a:srgbClr val="434343"/>
                </a:solidFill>
              </a:defRPr>
            </a:lvl2pPr>
            <a:lvl3pPr indent="-317500" lvl="2" marL="1371600" rtl="0">
              <a:lnSpc>
                <a:spcPct val="115000"/>
              </a:lnSpc>
              <a:spcBef>
                <a:spcPts val="0"/>
              </a:spcBef>
              <a:spcAft>
                <a:spcPts val="0"/>
              </a:spcAft>
              <a:buClr>
                <a:srgbClr val="595959"/>
              </a:buClr>
              <a:buSzPts val="1400"/>
              <a:buFont typeface="Anaheim"/>
              <a:buChar char="■"/>
              <a:defRPr>
                <a:solidFill>
                  <a:srgbClr val="434343"/>
                </a:solidFill>
              </a:defRPr>
            </a:lvl3pPr>
            <a:lvl4pPr indent="-317500" lvl="3" marL="1828800" rtl="0">
              <a:lnSpc>
                <a:spcPct val="115000"/>
              </a:lnSpc>
              <a:spcBef>
                <a:spcPts val="0"/>
              </a:spcBef>
              <a:spcAft>
                <a:spcPts val="0"/>
              </a:spcAft>
              <a:buClr>
                <a:srgbClr val="595959"/>
              </a:buClr>
              <a:buSzPts val="1400"/>
              <a:buFont typeface="Anaheim"/>
              <a:buChar char="●"/>
              <a:defRPr>
                <a:solidFill>
                  <a:srgbClr val="434343"/>
                </a:solidFill>
              </a:defRPr>
            </a:lvl4pPr>
            <a:lvl5pPr indent="-317500" lvl="4" marL="2286000" rtl="0">
              <a:lnSpc>
                <a:spcPct val="115000"/>
              </a:lnSpc>
              <a:spcBef>
                <a:spcPts val="0"/>
              </a:spcBef>
              <a:spcAft>
                <a:spcPts val="0"/>
              </a:spcAft>
              <a:buClr>
                <a:srgbClr val="595959"/>
              </a:buClr>
              <a:buSzPts val="1400"/>
              <a:buFont typeface="Anaheim"/>
              <a:buChar char="○"/>
              <a:defRPr>
                <a:solidFill>
                  <a:srgbClr val="434343"/>
                </a:solidFill>
              </a:defRPr>
            </a:lvl5pPr>
            <a:lvl6pPr indent="-317500" lvl="5" marL="2743200" rtl="0">
              <a:lnSpc>
                <a:spcPct val="115000"/>
              </a:lnSpc>
              <a:spcBef>
                <a:spcPts val="0"/>
              </a:spcBef>
              <a:spcAft>
                <a:spcPts val="0"/>
              </a:spcAft>
              <a:buClr>
                <a:srgbClr val="595959"/>
              </a:buClr>
              <a:buSzPts val="1400"/>
              <a:buFont typeface="Anaheim"/>
              <a:buChar char="■"/>
              <a:defRPr>
                <a:solidFill>
                  <a:srgbClr val="434343"/>
                </a:solidFill>
              </a:defRPr>
            </a:lvl6pPr>
            <a:lvl7pPr indent="-317500" lvl="6" marL="3200400" rtl="0">
              <a:lnSpc>
                <a:spcPct val="115000"/>
              </a:lnSpc>
              <a:spcBef>
                <a:spcPts val="0"/>
              </a:spcBef>
              <a:spcAft>
                <a:spcPts val="0"/>
              </a:spcAft>
              <a:buClr>
                <a:srgbClr val="595959"/>
              </a:buClr>
              <a:buSzPts val="1400"/>
              <a:buFont typeface="Anaheim"/>
              <a:buChar char="●"/>
              <a:defRPr>
                <a:solidFill>
                  <a:srgbClr val="434343"/>
                </a:solidFill>
              </a:defRPr>
            </a:lvl7pPr>
            <a:lvl8pPr indent="-317500" lvl="7" marL="3657600" rtl="0">
              <a:lnSpc>
                <a:spcPct val="115000"/>
              </a:lnSpc>
              <a:spcBef>
                <a:spcPts val="0"/>
              </a:spcBef>
              <a:spcAft>
                <a:spcPts val="0"/>
              </a:spcAft>
              <a:buClr>
                <a:srgbClr val="595959"/>
              </a:buClr>
              <a:buSzPts val="1400"/>
              <a:buFont typeface="Anaheim"/>
              <a:buChar char="○"/>
              <a:defRPr>
                <a:solidFill>
                  <a:srgbClr val="434343"/>
                </a:solidFill>
              </a:defRPr>
            </a:lvl8pPr>
            <a:lvl9pPr indent="-317500" lvl="8" marL="4114800" rtl="0">
              <a:lnSpc>
                <a:spcPct val="115000"/>
              </a:lnSpc>
              <a:spcBef>
                <a:spcPts val="0"/>
              </a:spcBef>
              <a:spcAft>
                <a:spcPts val="0"/>
              </a:spcAft>
              <a:buClr>
                <a:srgbClr val="595959"/>
              </a:buClr>
              <a:buSzPts val="1400"/>
              <a:buFont typeface="Anaheim"/>
              <a:buChar char="■"/>
              <a:defRPr>
                <a:solidFill>
                  <a:srgbClr val="434343"/>
                </a:solidFill>
              </a:defRPr>
            </a:lvl9pPr>
          </a:lstStyle>
          <a:p/>
        </p:txBody>
      </p:sp>
      <p:pic>
        <p:nvPicPr>
          <p:cNvPr id="58" name="Google Shape;58;p7"/>
          <p:cNvPicPr preferRelativeResize="0"/>
          <p:nvPr/>
        </p:nvPicPr>
        <p:blipFill>
          <a:blip r:embed="rId4">
            <a:alphaModFix/>
          </a:blip>
          <a:stretch>
            <a:fillRect/>
          </a:stretch>
        </p:blipFill>
        <p:spPr>
          <a:xfrm>
            <a:off x="8057726" y="317595"/>
            <a:ext cx="2386524" cy="302900"/>
          </a:xfrm>
          <a:prstGeom prst="rect">
            <a:avLst/>
          </a:prstGeom>
          <a:noFill/>
          <a:ln>
            <a:noFill/>
          </a:ln>
        </p:spPr>
      </p:pic>
      <p:pic>
        <p:nvPicPr>
          <p:cNvPr id="59" name="Google Shape;59;p7"/>
          <p:cNvPicPr preferRelativeResize="0"/>
          <p:nvPr/>
        </p:nvPicPr>
        <p:blipFill>
          <a:blip r:embed="rId5">
            <a:alphaModFix/>
          </a:blip>
          <a:stretch>
            <a:fillRect/>
          </a:stretch>
        </p:blipFill>
        <p:spPr>
          <a:xfrm>
            <a:off x="-940776" y="777700"/>
            <a:ext cx="2147584" cy="302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8"/>
          <p:cNvSpPr txBox="1"/>
          <p:nvPr>
            <p:ph type="title"/>
          </p:nvPr>
        </p:nvSpPr>
        <p:spPr>
          <a:xfrm>
            <a:off x="3421000" y="747475"/>
            <a:ext cx="5007900" cy="204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lt1"/>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2" name="Shape 62"/>
        <p:cNvGrpSpPr/>
        <p:nvPr/>
      </p:nvGrpSpPr>
      <p:grpSpPr>
        <a:xfrm>
          <a:off x="0" y="0"/>
          <a:ext cx="0" cy="0"/>
          <a:chOff x="0" y="0"/>
          <a:chExt cx="0" cy="0"/>
        </a:xfrm>
      </p:grpSpPr>
      <p:sp>
        <p:nvSpPr>
          <p:cNvPr id="63" name="Google Shape;63;p9"/>
          <p:cNvSpPr/>
          <p:nvPr/>
        </p:nvSpPr>
        <p:spPr>
          <a:xfrm>
            <a:off x="-7625" y="944475"/>
            <a:ext cx="9165425" cy="4184423"/>
          </a:xfrm>
          <a:custGeom>
            <a:rect b="b" l="l" r="r" t="t"/>
            <a:pathLst>
              <a:path extrusionOk="0" h="158306" w="366617">
                <a:moveTo>
                  <a:pt x="0" y="158306"/>
                </a:moveTo>
                <a:lnTo>
                  <a:pt x="0" y="14288"/>
                </a:lnTo>
                <a:lnTo>
                  <a:pt x="251460" y="0"/>
                </a:lnTo>
                <a:lnTo>
                  <a:pt x="334042" y="4572"/>
                </a:lnTo>
                <a:lnTo>
                  <a:pt x="366617" y="1143"/>
                </a:lnTo>
                <a:lnTo>
                  <a:pt x="366617" y="154877"/>
                </a:lnTo>
                <a:close/>
              </a:path>
            </a:pathLst>
          </a:custGeom>
          <a:solidFill>
            <a:schemeClr val="lt2"/>
          </a:solidFill>
          <a:ln>
            <a:noFill/>
          </a:ln>
        </p:spPr>
      </p:sp>
      <p:pic>
        <p:nvPicPr>
          <p:cNvPr id="64" name="Google Shape;64;p9"/>
          <p:cNvPicPr preferRelativeResize="0"/>
          <p:nvPr/>
        </p:nvPicPr>
        <p:blipFill rotWithShape="1">
          <a:blip r:embed="rId2">
            <a:alphaModFix/>
          </a:blip>
          <a:srcRect b="0" l="8651" r="0" t="0"/>
          <a:stretch/>
        </p:blipFill>
        <p:spPr>
          <a:xfrm>
            <a:off x="-159625" y="48900"/>
            <a:ext cx="5172075" cy="4290975"/>
          </a:xfrm>
          <a:prstGeom prst="rect">
            <a:avLst/>
          </a:prstGeom>
          <a:noFill/>
          <a:ln>
            <a:noFill/>
          </a:ln>
        </p:spPr>
      </p:pic>
      <p:pic>
        <p:nvPicPr>
          <p:cNvPr id="65" name="Google Shape;65;p9"/>
          <p:cNvPicPr preferRelativeResize="0"/>
          <p:nvPr/>
        </p:nvPicPr>
        <p:blipFill rotWithShape="1">
          <a:blip r:embed="rId3">
            <a:alphaModFix/>
          </a:blip>
          <a:srcRect b="22463" l="10048" r="0" t="0"/>
          <a:stretch/>
        </p:blipFill>
        <p:spPr>
          <a:xfrm>
            <a:off x="-7625" y="1140625"/>
            <a:ext cx="6240349" cy="3988174"/>
          </a:xfrm>
          <a:prstGeom prst="rect">
            <a:avLst/>
          </a:prstGeom>
          <a:noFill/>
          <a:ln>
            <a:noFill/>
          </a:ln>
        </p:spPr>
      </p:pic>
      <p:pic>
        <p:nvPicPr>
          <p:cNvPr id="66" name="Google Shape;66;p9"/>
          <p:cNvPicPr preferRelativeResize="0"/>
          <p:nvPr/>
        </p:nvPicPr>
        <p:blipFill rotWithShape="1">
          <a:blip r:embed="rId4">
            <a:alphaModFix/>
          </a:blip>
          <a:srcRect b="22994" l="0" r="0" t="0"/>
          <a:stretch/>
        </p:blipFill>
        <p:spPr>
          <a:xfrm>
            <a:off x="4600100" y="3765700"/>
            <a:ext cx="5793575" cy="1525600"/>
          </a:xfrm>
          <a:prstGeom prst="rect">
            <a:avLst/>
          </a:prstGeom>
          <a:noFill/>
          <a:ln>
            <a:noFill/>
          </a:ln>
        </p:spPr>
      </p:pic>
      <p:pic>
        <p:nvPicPr>
          <p:cNvPr id="67" name="Google Shape;67;p9"/>
          <p:cNvPicPr preferRelativeResize="0"/>
          <p:nvPr/>
        </p:nvPicPr>
        <p:blipFill>
          <a:blip r:embed="rId5">
            <a:alphaModFix/>
          </a:blip>
          <a:stretch>
            <a:fillRect/>
          </a:stretch>
        </p:blipFill>
        <p:spPr>
          <a:xfrm>
            <a:off x="428126" y="1531950"/>
            <a:ext cx="2556600" cy="3683000"/>
          </a:xfrm>
          <a:prstGeom prst="rect">
            <a:avLst/>
          </a:prstGeom>
          <a:noFill/>
          <a:ln>
            <a:noFill/>
          </a:ln>
        </p:spPr>
      </p:pic>
      <p:sp>
        <p:nvSpPr>
          <p:cNvPr id="68" name="Google Shape;68;p9"/>
          <p:cNvSpPr txBox="1"/>
          <p:nvPr>
            <p:ph type="title"/>
          </p:nvPr>
        </p:nvSpPr>
        <p:spPr>
          <a:xfrm>
            <a:off x="3551800" y="1534075"/>
            <a:ext cx="4877100" cy="841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45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9" name="Google Shape;69;p9"/>
          <p:cNvSpPr txBox="1"/>
          <p:nvPr>
            <p:ph idx="1" type="subTitle"/>
          </p:nvPr>
        </p:nvSpPr>
        <p:spPr>
          <a:xfrm>
            <a:off x="3551800" y="2375875"/>
            <a:ext cx="4877100" cy="1450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lt1"/>
                </a:solidFill>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pic>
        <p:nvPicPr>
          <p:cNvPr id="70" name="Google Shape;70;p9"/>
          <p:cNvPicPr preferRelativeResize="0"/>
          <p:nvPr/>
        </p:nvPicPr>
        <p:blipFill>
          <a:blip r:embed="rId6">
            <a:alphaModFix/>
          </a:blip>
          <a:stretch>
            <a:fillRect/>
          </a:stretch>
        </p:blipFill>
        <p:spPr>
          <a:xfrm>
            <a:off x="1264362" y="2168850"/>
            <a:ext cx="884125" cy="1137275"/>
          </a:xfrm>
          <a:prstGeom prst="rect">
            <a:avLst/>
          </a:prstGeom>
          <a:noFill/>
          <a:ln>
            <a:noFill/>
          </a:ln>
        </p:spPr>
      </p:pic>
      <p:pic>
        <p:nvPicPr>
          <p:cNvPr id="71" name="Google Shape;71;p9"/>
          <p:cNvPicPr preferRelativeResize="0"/>
          <p:nvPr/>
        </p:nvPicPr>
        <p:blipFill>
          <a:blip r:embed="rId7">
            <a:alphaModFix/>
          </a:blip>
          <a:stretch>
            <a:fillRect/>
          </a:stretch>
        </p:blipFill>
        <p:spPr>
          <a:xfrm>
            <a:off x="2841850" y="1865950"/>
            <a:ext cx="709938" cy="302900"/>
          </a:xfrm>
          <a:prstGeom prst="rect">
            <a:avLst/>
          </a:prstGeom>
          <a:noFill/>
          <a:ln>
            <a:noFill/>
          </a:ln>
        </p:spPr>
      </p:pic>
      <p:pic>
        <p:nvPicPr>
          <p:cNvPr id="72" name="Google Shape;72;p9"/>
          <p:cNvPicPr preferRelativeResize="0"/>
          <p:nvPr/>
        </p:nvPicPr>
        <p:blipFill>
          <a:blip r:embed="rId7">
            <a:alphaModFix/>
          </a:blip>
          <a:stretch>
            <a:fillRect/>
          </a:stretch>
        </p:blipFill>
        <p:spPr>
          <a:xfrm>
            <a:off x="4399175" y="4416275"/>
            <a:ext cx="709938" cy="302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0"/>
          <p:cNvSpPr txBox="1"/>
          <p:nvPr>
            <p:ph type="title"/>
          </p:nvPr>
        </p:nvSpPr>
        <p:spPr>
          <a:xfrm>
            <a:off x="715100" y="4021250"/>
            <a:ext cx="7713900" cy="58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3000">
                <a:solidFill>
                  <a:schemeClr val="lt1"/>
                </a:solidFill>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75" name="Google Shape;75;p10"/>
          <p:cNvSpPr/>
          <p:nvPr/>
        </p:nvSpPr>
        <p:spPr>
          <a:xfrm>
            <a:off x="-39050" y="3841850"/>
            <a:ext cx="9199075" cy="1333800"/>
          </a:xfrm>
          <a:custGeom>
            <a:rect b="b" l="l" r="r" t="t"/>
            <a:pathLst>
              <a:path extrusionOk="0" h="53352" w="367963">
                <a:moveTo>
                  <a:pt x="367303" y="53352"/>
                </a:moveTo>
                <a:lnTo>
                  <a:pt x="367963" y="5648"/>
                </a:lnTo>
                <a:lnTo>
                  <a:pt x="341871" y="806"/>
                </a:lnTo>
                <a:lnTo>
                  <a:pt x="86261" y="6420"/>
                </a:lnTo>
                <a:lnTo>
                  <a:pt x="0" y="0"/>
                </a:lnTo>
                <a:lnTo>
                  <a:pt x="686" y="52075"/>
                </a:lnTo>
                <a:close/>
              </a:path>
            </a:pathLst>
          </a:custGeom>
          <a:solidFill>
            <a:schemeClr val="accent2"/>
          </a:solidFill>
          <a:ln>
            <a:noFill/>
          </a:ln>
        </p:spPr>
      </p:sp>
      <p:pic>
        <p:nvPicPr>
          <p:cNvPr id="76" name="Google Shape;76;p10"/>
          <p:cNvPicPr preferRelativeResize="0"/>
          <p:nvPr/>
        </p:nvPicPr>
        <p:blipFill rotWithShape="1">
          <a:blip r:embed="rId2">
            <a:alphaModFix/>
          </a:blip>
          <a:srcRect b="3185" l="31319" r="0" t="0"/>
          <a:stretch/>
        </p:blipFill>
        <p:spPr>
          <a:xfrm flipH="1">
            <a:off x="7413075" y="3366525"/>
            <a:ext cx="1730925" cy="1809125"/>
          </a:xfrm>
          <a:prstGeom prst="rect">
            <a:avLst/>
          </a:prstGeom>
          <a:noFill/>
          <a:ln>
            <a:noFill/>
          </a:ln>
        </p:spPr>
      </p:pic>
      <p:pic>
        <p:nvPicPr>
          <p:cNvPr id="77" name="Google Shape;77;p10"/>
          <p:cNvPicPr preferRelativeResize="0"/>
          <p:nvPr/>
        </p:nvPicPr>
        <p:blipFill>
          <a:blip r:embed="rId3">
            <a:alphaModFix/>
          </a:blip>
          <a:stretch>
            <a:fillRect/>
          </a:stretch>
        </p:blipFill>
        <p:spPr>
          <a:xfrm>
            <a:off x="-129723" y="4542675"/>
            <a:ext cx="1062375" cy="453275"/>
          </a:xfrm>
          <a:prstGeom prst="rect">
            <a:avLst/>
          </a:prstGeom>
          <a:noFill/>
          <a:ln>
            <a:noFill/>
          </a:ln>
        </p:spPr>
      </p:pic>
      <p:pic>
        <p:nvPicPr>
          <p:cNvPr id="78" name="Google Shape;78;p10"/>
          <p:cNvPicPr preferRelativeResize="0"/>
          <p:nvPr/>
        </p:nvPicPr>
        <p:blipFill>
          <a:blip r:embed="rId4">
            <a:alphaModFix/>
          </a:blip>
          <a:stretch>
            <a:fillRect/>
          </a:stretch>
        </p:blipFill>
        <p:spPr>
          <a:xfrm>
            <a:off x="7911351" y="1283445"/>
            <a:ext cx="2386524" cy="302900"/>
          </a:xfrm>
          <a:prstGeom prst="rect">
            <a:avLst/>
          </a:prstGeom>
          <a:noFill/>
          <a:ln>
            <a:noFill/>
          </a:ln>
        </p:spPr>
      </p:pic>
      <p:pic>
        <p:nvPicPr>
          <p:cNvPr id="79" name="Google Shape;79;p10"/>
          <p:cNvPicPr preferRelativeResize="0"/>
          <p:nvPr/>
        </p:nvPicPr>
        <p:blipFill>
          <a:blip r:embed="rId5">
            <a:alphaModFix/>
          </a:blip>
          <a:stretch>
            <a:fillRect/>
          </a:stretch>
        </p:blipFill>
        <p:spPr>
          <a:xfrm>
            <a:off x="-613073" y="1420975"/>
            <a:ext cx="1446376" cy="204000"/>
          </a:xfrm>
          <a:prstGeom prst="rect">
            <a:avLst/>
          </a:prstGeom>
          <a:noFill/>
          <a:ln>
            <a:noFill/>
          </a:ln>
        </p:spPr>
      </p:pic>
      <p:pic>
        <p:nvPicPr>
          <p:cNvPr id="80" name="Google Shape;80;p10"/>
          <p:cNvPicPr preferRelativeResize="0"/>
          <p:nvPr/>
        </p:nvPicPr>
        <p:blipFill>
          <a:blip r:embed="rId4">
            <a:alphaModFix/>
          </a:blip>
          <a:stretch>
            <a:fillRect/>
          </a:stretch>
        </p:blipFill>
        <p:spPr>
          <a:xfrm>
            <a:off x="-478161" y="445020"/>
            <a:ext cx="2386524" cy="302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p11"/>
          <p:cNvSpPr/>
          <p:nvPr/>
        </p:nvSpPr>
        <p:spPr>
          <a:xfrm>
            <a:off x="-6875" y="944475"/>
            <a:ext cx="9161575" cy="4196875"/>
          </a:xfrm>
          <a:custGeom>
            <a:rect b="b" l="l" r="r" t="t"/>
            <a:pathLst>
              <a:path extrusionOk="0" h="167875" w="366463">
                <a:moveTo>
                  <a:pt x="366463" y="167377"/>
                </a:moveTo>
                <a:lnTo>
                  <a:pt x="366463" y="15107"/>
                </a:lnTo>
                <a:lnTo>
                  <a:pt x="115003" y="0"/>
                </a:lnTo>
                <a:lnTo>
                  <a:pt x="32421" y="4834"/>
                </a:lnTo>
                <a:lnTo>
                  <a:pt x="0" y="9257"/>
                </a:lnTo>
                <a:lnTo>
                  <a:pt x="0" y="167875"/>
                </a:lnTo>
                <a:close/>
              </a:path>
            </a:pathLst>
          </a:custGeom>
          <a:solidFill>
            <a:schemeClr val="lt2"/>
          </a:solidFill>
          <a:ln>
            <a:noFill/>
          </a:ln>
        </p:spPr>
      </p:sp>
      <p:sp>
        <p:nvSpPr>
          <p:cNvPr id="83" name="Google Shape;83;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4" name="Google Shape;84;p11"/>
          <p:cNvSpPr txBox="1"/>
          <p:nvPr>
            <p:ph idx="1" type="subTitle"/>
          </p:nvPr>
        </p:nvSpPr>
        <p:spPr>
          <a:xfrm>
            <a:off x="1284000" y="3069625"/>
            <a:ext cx="6576000" cy="52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lt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pic>
        <p:nvPicPr>
          <p:cNvPr id="85" name="Google Shape;85;p11"/>
          <p:cNvPicPr preferRelativeResize="0"/>
          <p:nvPr/>
        </p:nvPicPr>
        <p:blipFill rotWithShape="1">
          <a:blip r:embed="rId2">
            <a:alphaModFix/>
          </a:blip>
          <a:srcRect b="67121" l="3755" r="5772" t="2125"/>
          <a:stretch/>
        </p:blipFill>
        <p:spPr>
          <a:xfrm>
            <a:off x="0" y="3590925"/>
            <a:ext cx="9165425" cy="1552574"/>
          </a:xfrm>
          <a:prstGeom prst="rect">
            <a:avLst/>
          </a:prstGeom>
          <a:noFill/>
          <a:ln>
            <a:noFill/>
          </a:ln>
        </p:spPr>
      </p:pic>
      <p:pic>
        <p:nvPicPr>
          <p:cNvPr id="86" name="Google Shape;86;p11"/>
          <p:cNvPicPr preferRelativeResize="0"/>
          <p:nvPr/>
        </p:nvPicPr>
        <p:blipFill rotWithShape="1">
          <a:blip r:embed="rId3">
            <a:alphaModFix/>
          </a:blip>
          <a:srcRect b="0" l="8651" r="0" t="0"/>
          <a:stretch/>
        </p:blipFill>
        <p:spPr>
          <a:xfrm flipH="1">
            <a:off x="5723825" y="48900"/>
            <a:ext cx="5172075" cy="4290975"/>
          </a:xfrm>
          <a:prstGeom prst="rect">
            <a:avLst/>
          </a:prstGeom>
          <a:noFill/>
          <a:ln>
            <a:noFill/>
          </a:ln>
        </p:spPr>
      </p:pic>
      <p:pic>
        <p:nvPicPr>
          <p:cNvPr id="87" name="Google Shape;87;p11"/>
          <p:cNvPicPr preferRelativeResize="0"/>
          <p:nvPr/>
        </p:nvPicPr>
        <p:blipFill>
          <a:blip r:embed="rId4">
            <a:alphaModFix/>
          </a:blip>
          <a:stretch>
            <a:fillRect/>
          </a:stretch>
        </p:blipFill>
        <p:spPr>
          <a:xfrm>
            <a:off x="-271561" y="232095"/>
            <a:ext cx="2386524" cy="302900"/>
          </a:xfrm>
          <a:prstGeom prst="rect">
            <a:avLst/>
          </a:prstGeom>
          <a:noFill/>
          <a:ln>
            <a:noFill/>
          </a:ln>
        </p:spPr>
      </p:pic>
      <p:pic>
        <p:nvPicPr>
          <p:cNvPr id="88" name="Google Shape;88;p11"/>
          <p:cNvPicPr preferRelativeResize="0"/>
          <p:nvPr/>
        </p:nvPicPr>
        <p:blipFill>
          <a:blip r:embed="rId5">
            <a:alphaModFix/>
          </a:blip>
          <a:stretch>
            <a:fillRect/>
          </a:stretch>
        </p:blipFill>
        <p:spPr>
          <a:xfrm>
            <a:off x="-228923" y="676350"/>
            <a:ext cx="1446376" cy="204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89" name="Shape 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0" name="Shape 90"/>
        <p:cNvGrpSpPr/>
        <p:nvPr/>
      </p:nvGrpSpPr>
      <p:grpSpPr>
        <a:xfrm>
          <a:off x="0" y="0"/>
          <a:ext cx="0" cy="0"/>
          <a:chOff x="0" y="0"/>
          <a:chExt cx="0" cy="0"/>
        </a:xfrm>
      </p:grpSpPr>
      <p:pic>
        <p:nvPicPr>
          <p:cNvPr id="91" name="Google Shape;91;p13"/>
          <p:cNvPicPr preferRelativeResize="0"/>
          <p:nvPr/>
        </p:nvPicPr>
        <p:blipFill rotWithShape="1">
          <a:blip r:embed="rId2">
            <a:alphaModFix/>
          </a:blip>
          <a:srcRect b="0" l="2768" r="2768" t="0"/>
          <a:stretch/>
        </p:blipFill>
        <p:spPr>
          <a:xfrm>
            <a:off x="6707950" y="2305850"/>
            <a:ext cx="2745375" cy="2930500"/>
          </a:xfrm>
          <a:prstGeom prst="rect">
            <a:avLst/>
          </a:prstGeom>
          <a:noFill/>
          <a:ln>
            <a:noFill/>
          </a:ln>
        </p:spPr>
      </p:pic>
      <p:sp>
        <p:nvSpPr>
          <p:cNvPr id="92" name="Google Shape;92;p13"/>
          <p:cNvSpPr txBox="1"/>
          <p:nvPr>
            <p:ph hasCustomPrompt="1" type="title"/>
          </p:nvPr>
        </p:nvSpPr>
        <p:spPr>
          <a:xfrm>
            <a:off x="821220" y="1127645"/>
            <a:ext cx="644100" cy="44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p:nvPr>
            <p:ph idx="1" type="subTitle"/>
          </p:nvPr>
        </p:nvSpPr>
        <p:spPr>
          <a:xfrm>
            <a:off x="1541520" y="1346350"/>
            <a:ext cx="2459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4" name="Google Shape;94;p13"/>
          <p:cNvSpPr txBox="1"/>
          <p:nvPr>
            <p:ph hasCustomPrompt="1" idx="2" type="title"/>
          </p:nvPr>
        </p:nvSpPr>
        <p:spPr>
          <a:xfrm>
            <a:off x="821220" y="2305845"/>
            <a:ext cx="644100" cy="44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p:nvPr>
            <p:ph idx="3" type="subTitle"/>
          </p:nvPr>
        </p:nvSpPr>
        <p:spPr>
          <a:xfrm>
            <a:off x="1541523" y="2524553"/>
            <a:ext cx="2459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3"/>
          <p:cNvSpPr txBox="1"/>
          <p:nvPr>
            <p:ph hasCustomPrompt="1" idx="4" type="title"/>
          </p:nvPr>
        </p:nvSpPr>
        <p:spPr>
          <a:xfrm>
            <a:off x="821220" y="3484045"/>
            <a:ext cx="644100" cy="44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p:nvPr>
            <p:ph idx="5" type="subTitle"/>
          </p:nvPr>
        </p:nvSpPr>
        <p:spPr>
          <a:xfrm>
            <a:off x="5442897" y="2524550"/>
            <a:ext cx="2456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8" name="Google Shape;98;p13"/>
          <p:cNvSpPr txBox="1"/>
          <p:nvPr>
            <p:ph hasCustomPrompt="1" idx="6" type="title"/>
          </p:nvPr>
        </p:nvSpPr>
        <p:spPr>
          <a:xfrm>
            <a:off x="4719220" y="3484054"/>
            <a:ext cx="644100" cy="44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9" name="Google Shape;99;p13"/>
          <p:cNvSpPr txBox="1"/>
          <p:nvPr>
            <p:ph idx="7" type="subTitle"/>
          </p:nvPr>
        </p:nvSpPr>
        <p:spPr>
          <a:xfrm>
            <a:off x="1544601" y="3702750"/>
            <a:ext cx="24597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0" name="Google Shape;100;p13"/>
          <p:cNvSpPr txBox="1"/>
          <p:nvPr>
            <p:ph hasCustomPrompt="1" idx="8" type="title"/>
          </p:nvPr>
        </p:nvSpPr>
        <p:spPr>
          <a:xfrm>
            <a:off x="4719221" y="1127545"/>
            <a:ext cx="644100" cy="44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p:nvPr>
            <p:ph idx="9" type="subTitle"/>
          </p:nvPr>
        </p:nvSpPr>
        <p:spPr>
          <a:xfrm>
            <a:off x="5439520" y="1346350"/>
            <a:ext cx="2456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3"/>
          <p:cNvSpPr txBox="1"/>
          <p:nvPr>
            <p:ph hasCustomPrompt="1" idx="13" type="title"/>
          </p:nvPr>
        </p:nvSpPr>
        <p:spPr>
          <a:xfrm>
            <a:off x="4719224" y="2305845"/>
            <a:ext cx="644100" cy="447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22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p:nvPr>
            <p:ph idx="14" type="subTitle"/>
          </p:nvPr>
        </p:nvSpPr>
        <p:spPr>
          <a:xfrm>
            <a:off x="5442900" y="3702750"/>
            <a:ext cx="2456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4" name="Google Shape;104;p13"/>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5" name="Google Shape;105;p13"/>
          <p:cNvSpPr txBox="1"/>
          <p:nvPr>
            <p:ph idx="16" type="subTitle"/>
          </p:nvPr>
        </p:nvSpPr>
        <p:spPr>
          <a:xfrm>
            <a:off x="1541511" y="975145"/>
            <a:ext cx="2885700" cy="447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6" name="Google Shape;106;p13"/>
          <p:cNvSpPr txBox="1"/>
          <p:nvPr>
            <p:ph idx="17" type="subTitle"/>
          </p:nvPr>
        </p:nvSpPr>
        <p:spPr>
          <a:xfrm>
            <a:off x="1541521" y="2153445"/>
            <a:ext cx="2885700" cy="447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7" name="Google Shape;107;p13"/>
          <p:cNvSpPr txBox="1"/>
          <p:nvPr>
            <p:ph idx="18" type="subTitle"/>
          </p:nvPr>
        </p:nvSpPr>
        <p:spPr>
          <a:xfrm>
            <a:off x="1544513" y="3331654"/>
            <a:ext cx="2879700" cy="447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8" name="Google Shape;108;p13"/>
          <p:cNvSpPr txBox="1"/>
          <p:nvPr>
            <p:ph idx="19" type="subTitle"/>
          </p:nvPr>
        </p:nvSpPr>
        <p:spPr>
          <a:xfrm>
            <a:off x="5439542" y="3331654"/>
            <a:ext cx="2885700" cy="447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09" name="Google Shape;109;p13"/>
          <p:cNvSpPr txBox="1"/>
          <p:nvPr>
            <p:ph idx="20" type="subTitle"/>
          </p:nvPr>
        </p:nvSpPr>
        <p:spPr>
          <a:xfrm>
            <a:off x="5439519" y="975145"/>
            <a:ext cx="2885700" cy="447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0" name="Google Shape;110;p13"/>
          <p:cNvSpPr txBox="1"/>
          <p:nvPr>
            <p:ph idx="21" type="subTitle"/>
          </p:nvPr>
        </p:nvSpPr>
        <p:spPr>
          <a:xfrm>
            <a:off x="5442596" y="2153445"/>
            <a:ext cx="2879400" cy="447300"/>
          </a:xfrm>
          <a:prstGeom prst="rect">
            <a:avLst/>
          </a:prstGeom>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11" name="Google Shape;111;p13"/>
          <p:cNvSpPr/>
          <p:nvPr/>
        </p:nvSpPr>
        <p:spPr>
          <a:xfrm>
            <a:off x="0" y="4386831"/>
            <a:ext cx="9158143" cy="766275"/>
          </a:xfrm>
          <a:custGeom>
            <a:rect b="b" l="l" r="r" t="t"/>
            <a:pathLst>
              <a:path extrusionOk="0" h="30651" w="367760">
                <a:moveTo>
                  <a:pt x="571" y="30651"/>
                </a:moveTo>
                <a:lnTo>
                  <a:pt x="0" y="8309"/>
                </a:lnTo>
                <a:lnTo>
                  <a:pt x="30289" y="0"/>
                </a:lnTo>
                <a:lnTo>
                  <a:pt x="126587" y="9716"/>
                </a:lnTo>
                <a:lnTo>
                  <a:pt x="367760" y="4001"/>
                </a:lnTo>
                <a:lnTo>
                  <a:pt x="367188" y="30012"/>
                </a:lnTo>
                <a:close/>
              </a:path>
            </a:pathLst>
          </a:custGeom>
          <a:solidFill>
            <a:schemeClr val="accent2"/>
          </a:solidFill>
          <a:ln>
            <a:noFill/>
          </a:ln>
        </p:spPr>
      </p:sp>
      <p:pic>
        <p:nvPicPr>
          <p:cNvPr id="112" name="Google Shape;112;p13"/>
          <p:cNvPicPr preferRelativeResize="0"/>
          <p:nvPr/>
        </p:nvPicPr>
        <p:blipFill>
          <a:blip r:embed="rId3">
            <a:alphaModFix/>
          </a:blip>
          <a:stretch>
            <a:fillRect/>
          </a:stretch>
        </p:blipFill>
        <p:spPr>
          <a:xfrm>
            <a:off x="7038250" y="3313584"/>
            <a:ext cx="2885700" cy="2530999"/>
          </a:xfrm>
          <a:prstGeom prst="rect">
            <a:avLst/>
          </a:prstGeom>
          <a:noFill/>
          <a:ln>
            <a:noFill/>
          </a:ln>
        </p:spPr>
      </p:pic>
      <p:pic>
        <p:nvPicPr>
          <p:cNvPr id="113" name="Google Shape;113;p13"/>
          <p:cNvPicPr preferRelativeResize="0"/>
          <p:nvPr/>
        </p:nvPicPr>
        <p:blipFill>
          <a:blip r:embed="rId4">
            <a:alphaModFix/>
          </a:blip>
          <a:stretch>
            <a:fillRect/>
          </a:stretch>
        </p:blipFill>
        <p:spPr>
          <a:xfrm>
            <a:off x="147050" y="3887667"/>
            <a:ext cx="944119" cy="1294150"/>
          </a:xfrm>
          <a:prstGeom prst="rect">
            <a:avLst/>
          </a:prstGeom>
          <a:noFill/>
          <a:ln>
            <a:noFill/>
          </a:ln>
        </p:spPr>
      </p:pic>
      <p:pic>
        <p:nvPicPr>
          <p:cNvPr id="114" name="Google Shape;114;p13"/>
          <p:cNvPicPr preferRelativeResize="0"/>
          <p:nvPr/>
        </p:nvPicPr>
        <p:blipFill>
          <a:blip r:embed="rId5">
            <a:alphaModFix/>
          </a:blip>
          <a:stretch>
            <a:fillRect/>
          </a:stretch>
        </p:blipFill>
        <p:spPr>
          <a:xfrm>
            <a:off x="8356749" y="2671396"/>
            <a:ext cx="1777699" cy="2560929"/>
          </a:xfrm>
          <a:prstGeom prst="rect">
            <a:avLst/>
          </a:prstGeom>
          <a:noFill/>
          <a:ln>
            <a:noFill/>
          </a:ln>
        </p:spPr>
      </p:pic>
      <p:pic>
        <p:nvPicPr>
          <p:cNvPr id="115" name="Google Shape;115;p13"/>
          <p:cNvPicPr preferRelativeResize="0"/>
          <p:nvPr/>
        </p:nvPicPr>
        <p:blipFill>
          <a:blip r:embed="rId6">
            <a:alphaModFix/>
          </a:blip>
          <a:stretch>
            <a:fillRect/>
          </a:stretch>
        </p:blipFill>
        <p:spPr>
          <a:xfrm flipH="1">
            <a:off x="8685625" y="3007725"/>
            <a:ext cx="386123" cy="8096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16" name="Shape 116"/>
        <p:cNvGrpSpPr/>
        <p:nvPr/>
      </p:nvGrpSpPr>
      <p:grpSpPr>
        <a:xfrm>
          <a:off x="0" y="0"/>
          <a:ext cx="0" cy="0"/>
          <a:chOff x="0" y="0"/>
          <a:chExt cx="0" cy="0"/>
        </a:xfrm>
      </p:grpSpPr>
      <p:sp>
        <p:nvSpPr>
          <p:cNvPr id="117" name="Google Shape;117;p14"/>
          <p:cNvSpPr txBox="1"/>
          <p:nvPr>
            <p:ph type="title"/>
          </p:nvPr>
        </p:nvSpPr>
        <p:spPr>
          <a:xfrm>
            <a:off x="2290025" y="2597200"/>
            <a:ext cx="4563900" cy="53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18" name="Google Shape;118;p14"/>
          <p:cNvSpPr txBox="1"/>
          <p:nvPr>
            <p:ph idx="1" type="subTitle"/>
          </p:nvPr>
        </p:nvSpPr>
        <p:spPr>
          <a:xfrm>
            <a:off x="1458125" y="856900"/>
            <a:ext cx="6227700" cy="1740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None/>
              <a:defRPr sz="2500">
                <a:solidFill>
                  <a:schemeClr val="dk1"/>
                </a:solidFill>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pic>
        <p:nvPicPr>
          <p:cNvPr id="119" name="Google Shape;119;p14"/>
          <p:cNvPicPr preferRelativeResize="0"/>
          <p:nvPr/>
        </p:nvPicPr>
        <p:blipFill>
          <a:blip r:embed="rId2">
            <a:alphaModFix/>
          </a:blip>
          <a:stretch>
            <a:fillRect/>
          </a:stretch>
        </p:blipFill>
        <p:spPr>
          <a:xfrm>
            <a:off x="7722901" y="545820"/>
            <a:ext cx="2386524" cy="302900"/>
          </a:xfrm>
          <a:prstGeom prst="rect">
            <a:avLst/>
          </a:prstGeom>
          <a:noFill/>
          <a:ln>
            <a:noFill/>
          </a:ln>
        </p:spPr>
      </p:pic>
      <p:pic>
        <p:nvPicPr>
          <p:cNvPr id="120" name="Google Shape;120;p14"/>
          <p:cNvPicPr preferRelativeResize="0"/>
          <p:nvPr/>
        </p:nvPicPr>
        <p:blipFill>
          <a:blip r:embed="rId3">
            <a:alphaModFix/>
          </a:blip>
          <a:stretch>
            <a:fillRect/>
          </a:stretch>
        </p:blipFill>
        <p:spPr>
          <a:xfrm>
            <a:off x="-1210302" y="494875"/>
            <a:ext cx="2869900" cy="404775"/>
          </a:xfrm>
          <a:prstGeom prst="rect">
            <a:avLst/>
          </a:prstGeom>
          <a:noFill/>
          <a:ln>
            <a:noFill/>
          </a:ln>
        </p:spPr>
      </p:pic>
      <p:pic>
        <p:nvPicPr>
          <p:cNvPr id="121" name="Google Shape;121;p14"/>
          <p:cNvPicPr preferRelativeResize="0"/>
          <p:nvPr/>
        </p:nvPicPr>
        <p:blipFill>
          <a:blip r:embed="rId4">
            <a:alphaModFix/>
          </a:blip>
          <a:stretch>
            <a:fillRect/>
          </a:stretch>
        </p:blipFill>
        <p:spPr>
          <a:xfrm flipH="1" rot="6150748">
            <a:off x="7189985" y="-58156"/>
            <a:ext cx="1414427" cy="1186289"/>
          </a:xfrm>
          <a:prstGeom prst="rect">
            <a:avLst/>
          </a:prstGeom>
          <a:noFill/>
          <a:ln>
            <a:noFill/>
          </a:ln>
        </p:spPr>
      </p:pic>
      <p:pic>
        <p:nvPicPr>
          <p:cNvPr id="122" name="Google Shape;122;p14"/>
          <p:cNvPicPr preferRelativeResize="0"/>
          <p:nvPr/>
        </p:nvPicPr>
        <p:blipFill>
          <a:blip r:embed="rId5">
            <a:alphaModFix/>
          </a:blip>
          <a:stretch>
            <a:fillRect/>
          </a:stretch>
        </p:blipFill>
        <p:spPr>
          <a:xfrm>
            <a:off x="-14" y="1180850"/>
            <a:ext cx="1069675" cy="1334816"/>
          </a:xfrm>
          <a:prstGeom prst="rect">
            <a:avLst/>
          </a:prstGeom>
          <a:noFill/>
          <a:ln>
            <a:noFill/>
          </a:ln>
        </p:spPr>
      </p:pic>
      <p:pic>
        <p:nvPicPr>
          <p:cNvPr id="123" name="Google Shape;123;p14"/>
          <p:cNvPicPr preferRelativeResize="0"/>
          <p:nvPr/>
        </p:nvPicPr>
        <p:blipFill>
          <a:blip r:embed="rId6">
            <a:alphaModFix/>
          </a:blip>
          <a:stretch>
            <a:fillRect/>
          </a:stretch>
        </p:blipFill>
        <p:spPr>
          <a:xfrm rot="10333591">
            <a:off x="491133" y="-420992"/>
            <a:ext cx="1202585" cy="184365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24" name="Shape 124"/>
        <p:cNvGrpSpPr/>
        <p:nvPr/>
      </p:nvGrpSpPr>
      <p:grpSpPr>
        <a:xfrm>
          <a:off x="0" y="0"/>
          <a:ext cx="0" cy="0"/>
          <a:chOff x="0" y="0"/>
          <a:chExt cx="0" cy="0"/>
        </a:xfrm>
      </p:grpSpPr>
      <p:sp>
        <p:nvSpPr>
          <p:cNvPr id="125" name="Google Shape;125;p15"/>
          <p:cNvSpPr txBox="1"/>
          <p:nvPr>
            <p:ph idx="1" type="subTitle"/>
          </p:nvPr>
        </p:nvSpPr>
        <p:spPr>
          <a:xfrm>
            <a:off x="4890725" y="2279157"/>
            <a:ext cx="2907600" cy="103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6" name="Google Shape;126;p15"/>
          <p:cNvSpPr txBox="1"/>
          <p:nvPr>
            <p:ph type="title"/>
          </p:nvPr>
        </p:nvSpPr>
        <p:spPr>
          <a:xfrm>
            <a:off x="4890725" y="1706446"/>
            <a:ext cx="360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27" name="Google Shape;127;p15"/>
          <p:cNvPicPr preferRelativeResize="0"/>
          <p:nvPr/>
        </p:nvPicPr>
        <p:blipFill>
          <a:blip r:embed="rId2">
            <a:alphaModFix/>
          </a:blip>
          <a:stretch>
            <a:fillRect/>
          </a:stretch>
        </p:blipFill>
        <p:spPr>
          <a:xfrm>
            <a:off x="-259824" y="534995"/>
            <a:ext cx="2386524" cy="302900"/>
          </a:xfrm>
          <a:prstGeom prst="rect">
            <a:avLst/>
          </a:prstGeom>
          <a:noFill/>
          <a:ln>
            <a:noFill/>
          </a:ln>
        </p:spPr>
      </p:pic>
      <p:pic>
        <p:nvPicPr>
          <p:cNvPr id="128" name="Google Shape;128;p15"/>
          <p:cNvPicPr preferRelativeResize="0"/>
          <p:nvPr/>
        </p:nvPicPr>
        <p:blipFill>
          <a:blip r:embed="rId2">
            <a:alphaModFix/>
          </a:blip>
          <a:stretch>
            <a:fillRect/>
          </a:stretch>
        </p:blipFill>
        <p:spPr>
          <a:xfrm>
            <a:off x="7272714" y="445020"/>
            <a:ext cx="2386524" cy="302900"/>
          </a:xfrm>
          <a:prstGeom prst="rect">
            <a:avLst/>
          </a:prstGeom>
          <a:noFill/>
          <a:ln>
            <a:noFill/>
          </a:ln>
        </p:spPr>
      </p:pic>
      <p:pic>
        <p:nvPicPr>
          <p:cNvPr id="129" name="Google Shape;129;p15"/>
          <p:cNvPicPr preferRelativeResize="0"/>
          <p:nvPr/>
        </p:nvPicPr>
        <p:blipFill>
          <a:blip r:embed="rId3">
            <a:alphaModFix/>
          </a:blip>
          <a:stretch>
            <a:fillRect/>
          </a:stretch>
        </p:blipFill>
        <p:spPr>
          <a:xfrm>
            <a:off x="7957074" y="1132625"/>
            <a:ext cx="2147584" cy="302900"/>
          </a:xfrm>
          <a:prstGeom prst="rect">
            <a:avLst/>
          </a:prstGeom>
          <a:noFill/>
          <a:ln>
            <a:noFill/>
          </a:ln>
        </p:spPr>
      </p:pic>
      <p:sp>
        <p:nvSpPr>
          <p:cNvPr id="130" name="Google Shape;130;p15"/>
          <p:cNvSpPr/>
          <p:nvPr/>
        </p:nvSpPr>
        <p:spPr>
          <a:xfrm flipH="1">
            <a:off x="765807" y="4386831"/>
            <a:ext cx="9158143" cy="766275"/>
          </a:xfrm>
          <a:custGeom>
            <a:rect b="b" l="l" r="r" t="t"/>
            <a:pathLst>
              <a:path extrusionOk="0" h="30651" w="367760">
                <a:moveTo>
                  <a:pt x="571" y="30651"/>
                </a:moveTo>
                <a:lnTo>
                  <a:pt x="0" y="8309"/>
                </a:lnTo>
                <a:lnTo>
                  <a:pt x="30289" y="0"/>
                </a:lnTo>
                <a:lnTo>
                  <a:pt x="126587" y="9716"/>
                </a:lnTo>
                <a:lnTo>
                  <a:pt x="367760" y="4001"/>
                </a:lnTo>
                <a:lnTo>
                  <a:pt x="367188" y="30012"/>
                </a:lnTo>
                <a:close/>
              </a:path>
            </a:pathLst>
          </a:custGeom>
          <a:solidFill>
            <a:schemeClr val="accent2"/>
          </a:solidFill>
          <a:ln>
            <a:noFill/>
          </a:ln>
        </p:spPr>
      </p:sp>
      <p:pic>
        <p:nvPicPr>
          <p:cNvPr id="131" name="Google Shape;131;p15"/>
          <p:cNvPicPr preferRelativeResize="0"/>
          <p:nvPr/>
        </p:nvPicPr>
        <p:blipFill>
          <a:blip r:embed="rId4">
            <a:alphaModFix/>
          </a:blip>
          <a:stretch>
            <a:fillRect/>
          </a:stretch>
        </p:blipFill>
        <p:spPr>
          <a:xfrm flipH="1">
            <a:off x="-160950" y="3022295"/>
            <a:ext cx="3217800" cy="28222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132" name="Shape 132"/>
        <p:cNvGrpSpPr/>
        <p:nvPr/>
      </p:nvGrpSpPr>
      <p:grpSpPr>
        <a:xfrm>
          <a:off x="0" y="0"/>
          <a:ext cx="0" cy="0"/>
          <a:chOff x="0" y="0"/>
          <a:chExt cx="0" cy="0"/>
        </a:xfrm>
      </p:grpSpPr>
      <p:sp>
        <p:nvSpPr>
          <p:cNvPr id="133" name="Google Shape;133;p16"/>
          <p:cNvSpPr txBox="1"/>
          <p:nvPr>
            <p:ph idx="1" type="subTitle"/>
          </p:nvPr>
        </p:nvSpPr>
        <p:spPr>
          <a:xfrm>
            <a:off x="1025300" y="3254300"/>
            <a:ext cx="2907600" cy="1032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4" name="Google Shape;134;p16"/>
          <p:cNvSpPr txBox="1"/>
          <p:nvPr>
            <p:ph type="title"/>
          </p:nvPr>
        </p:nvSpPr>
        <p:spPr>
          <a:xfrm>
            <a:off x="715100" y="2681600"/>
            <a:ext cx="32178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135" name="Shape 135"/>
        <p:cNvGrpSpPr/>
        <p:nvPr/>
      </p:nvGrpSpPr>
      <p:grpSpPr>
        <a:xfrm>
          <a:off x="0" y="0"/>
          <a:ext cx="0" cy="0"/>
          <a:chOff x="0" y="0"/>
          <a:chExt cx="0" cy="0"/>
        </a:xfrm>
      </p:grpSpPr>
      <p:sp>
        <p:nvSpPr>
          <p:cNvPr id="136" name="Google Shape;136;p17"/>
          <p:cNvSpPr txBox="1"/>
          <p:nvPr>
            <p:ph idx="1" type="subTitle"/>
          </p:nvPr>
        </p:nvSpPr>
        <p:spPr>
          <a:xfrm>
            <a:off x="5211100" y="3254300"/>
            <a:ext cx="2907600" cy="1032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37" name="Google Shape;137;p17"/>
          <p:cNvSpPr txBox="1"/>
          <p:nvPr>
            <p:ph type="title"/>
          </p:nvPr>
        </p:nvSpPr>
        <p:spPr>
          <a:xfrm>
            <a:off x="5211100" y="2681600"/>
            <a:ext cx="3217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
    <p:spTree>
      <p:nvGrpSpPr>
        <p:cNvPr id="138" name="Shape 138"/>
        <p:cNvGrpSpPr/>
        <p:nvPr/>
      </p:nvGrpSpPr>
      <p:grpSpPr>
        <a:xfrm>
          <a:off x="0" y="0"/>
          <a:ext cx="0" cy="0"/>
          <a:chOff x="0" y="0"/>
          <a:chExt cx="0" cy="0"/>
        </a:xfrm>
      </p:grpSpPr>
      <p:sp>
        <p:nvSpPr>
          <p:cNvPr id="139" name="Google Shape;139;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40" name="Google Shape;140;p18"/>
          <p:cNvPicPr preferRelativeResize="0"/>
          <p:nvPr/>
        </p:nvPicPr>
        <p:blipFill rotWithShape="1">
          <a:blip r:embed="rId2">
            <a:alphaModFix/>
          </a:blip>
          <a:srcRect b="77955" l="12161" r="19936" t="0"/>
          <a:stretch/>
        </p:blipFill>
        <p:spPr>
          <a:xfrm flipH="1">
            <a:off x="-1" y="4454725"/>
            <a:ext cx="9144001" cy="688775"/>
          </a:xfrm>
          <a:prstGeom prst="rect">
            <a:avLst/>
          </a:prstGeom>
          <a:noFill/>
          <a:ln>
            <a:noFill/>
          </a:ln>
        </p:spPr>
      </p:pic>
      <p:pic>
        <p:nvPicPr>
          <p:cNvPr id="141" name="Google Shape;141;p18"/>
          <p:cNvPicPr preferRelativeResize="0"/>
          <p:nvPr/>
        </p:nvPicPr>
        <p:blipFill>
          <a:blip r:embed="rId3">
            <a:alphaModFix/>
          </a:blip>
          <a:stretch>
            <a:fillRect/>
          </a:stretch>
        </p:blipFill>
        <p:spPr>
          <a:xfrm rot="10127558">
            <a:off x="102095" y="-47061"/>
            <a:ext cx="1156856" cy="1164126"/>
          </a:xfrm>
          <a:prstGeom prst="rect">
            <a:avLst/>
          </a:prstGeom>
          <a:noFill/>
          <a:ln>
            <a:noFill/>
          </a:ln>
        </p:spPr>
      </p:pic>
      <p:pic>
        <p:nvPicPr>
          <p:cNvPr id="142" name="Google Shape;142;p18"/>
          <p:cNvPicPr preferRelativeResize="0"/>
          <p:nvPr/>
        </p:nvPicPr>
        <p:blipFill>
          <a:blip r:embed="rId4">
            <a:alphaModFix/>
          </a:blip>
          <a:stretch>
            <a:fillRect/>
          </a:stretch>
        </p:blipFill>
        <p:spPr>
          <a:xfrm>
            <a:off x="7472164" y="232095"/>
            <a:ext cx="2386524" cy="302900"/>
          </a:xfrm>
          <a:prstGeom prst="rect">
            <a:avLst/>
          </a:prstGeom>
          <a:noFill/>
          <a:ln>
            <a:noFill/>
          </a:ln>
        </p:spPr>
      </p:pic>
      <p:pic>
        <p:nvPicPr>
          <p:cNvPr id="143" name="Google Shape;143;p18"/>
          <p:cNvPicPr preferRelativeResize="0"/>
          <p:nvPr/>
        </p:nvPicPr>
        <p:blipFill>
          <a:blip r:embed="rId5">
            <a:alphaModFix/>
          </a:blip>
          <a:stretch>
            <a:fillRect/>
          </a:stretch>
        </p:blipFill>
        <p:spPr>
          <a:xfrm>
            <a:off x="-613073" y="1420975"/>
            <a:ext cx="1446376" cy="204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
    <p:spTree>
      <p:nvGrpSpPr>
        <p:cNvPr id="144" name="Shape 144"/>
        <p:cNvGrpSpPr/>
        <p:nvPr/>
      </p:nvGrpSpPr>
      <p:grpSpPr>
        <a:xfrm>
          <a:off x="0" y="0"/>
          <a:ext cx="0" cy="0"/>
          <a:chOff x="0" y="0"/>
          <a:chExt cx="0" cy="0"/>
        </a:xfrm>
      </p:grpSpPr>
      <p:sp>
        <p:nvSpPr>
          <p:cNvPr id="145" name="Google Shape;145;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46" name="Google Shape;146;p19"/>
          <p:cNvPicPr preferRelativeResize="0"/>
          <p:nvPr/>
        </p:nvPicPr>
        <p:blipFill>
          <a:blip r:embed="rId2">
            <a:alphaModFix/>
          </a:blip>
          <a:stretch>
            <a:fillRect/>
          </a:stretch>
        </p:blipFill>
        <p:spPr>
          <a:xfrm flipH="1">
            <a:off x="8507950" y="4090703"/>
            <a:ext cx="636052" cy="709450"/>
          </a:xfrm>
          <a:prstGeom prst="rect">
            <a:avLst/>
          </a:prstGeom>
          <a:noFill/>
          <a:ln>
            <a:noFill/>
          </a:ln>
        </p:spPr>
      </p:pic>
      <p:pic>
        <p:nvPicPr>
          <p:cNvPr id="147" name="Google Shape;147;p19"/>
          <p:cNvPicPr preferRelativeResize="0"/>
          <p:nvPr/>
        </p:nvPicPr>
        <p:blipFill rotWithShape="1">
          <a:blip r:embed="rId3">
            <a:alphaModFix/>
          </a:blip>
          <a:srcRect b="67996" l="12161" r="19936" t="0"/>
          <a:stretch/>
        </p:blipFill>
        <p:spPr>
          <a:xfrm>
            <a:off x="0" y="4755100"/>
            <a:ext cx="9144001" cy="388400"/>
          </a:xfrm>
          <a:prstGeom prst="rect">
            <a:avLst/>
          </a:prstGeom>
          <a:noFill/>
          <a:ln>
            <a:noFill/>
          </a:ln>
        </p:spPr>
      </p:pic>
      <p:pic>
        <p:nvPicPr>
          <p:cNvPr id="148" name="Google Shape;148;p19"/>
          <p:cNvPicPr preferRelativeResize="0"/>
          <p:nvPr/>
        </p:nvPicPr>
        <p:blipFill>
          <a:blip r:embed="rId4">
            <a:alphaModFix/>
          </a:blip>
          <a:stretch>
            <a:fillRect/>
          </a:stretch>
        </p:blipFill>
        <p:spPr>
          <a:xfrm rot="7755232">
            <a:off x="-198074" y="-412183"/>
            <a:ext cx="959945" cy="1471690"/>
          </a:xfrm>
          <a:prstGeom prst="rect">
            <a:avLst/>
          </a:prstGeom>
          <a:noFill/>
          <a:ln>
            <a:noFill/>
          </a:ln>
        </p:spPr>
      </p:pic>
      <p:pic>
        <p:nvPicPr>
          <p:cNvPr id="149" name="Google Shape;149;p19"/>
          <p:cNvPicPr preferRelativeResize="0"/>
          <p:nvPr/>
        </p:nvPicPr>
        <p:blipFill>
          <a:blip r:embed="rId5">
            <a:alphaModFix/>
          </a:blip>
          <a:stretch>
            <a:fillRect/>
          </a:stretch>
        </p:blipFill>
        <p:spPr>
          <a:xfrm>
            <a:off x="8057726" y="107795"/>
            <a:ext cx="2386524" cy="302900"/>
          </a:xfrm>
          <a:prstGeom prst="rect">
            <a:avLst/>
          </a:prstGeom>
          <a:noFill/>
          <a:ln>
            <a:noFill/>
          </a:ln>
        </p:spPr>
      </p:pic>
      <p:pic>
        <p:nvPicPr>
          <p:cNvPr id="150" name="Google Shape;150;p19"/>
          <p:cNvPicPr preferRelativeResize="0"/>
          <p:nvPr/>
        </p:nvPicPr>
        <p:blipFill>
          <a:blip r:embed="rId6">
            <a:alphaModFix/>
          </a:blip>
          <a:stretch>
            <a:fillRect/>
          </a:stretch>
        </p:blipFill>
        <p:spPr>
          <a:xfrm>
            <a:off x="-833898" y="940700"/>
            <a:ext cx="1446376" cy="204000"/>
          </a:xfrm>
          <a:prstGeom prst="rect">
            <a:avLst/>
          </a:prstGeom>
          <a:noFill/>
          <a:ln>
            <a:noFill/>
          </a:ln>
        </p:spPr>
      </p:pic>
      <p:pic>
        <p:nvPicPr>
          <p:cNvPr id="151" name="Google Shape;151;p19"/>
          <p:cNvPicPr preferRelativeResize="0"/>
          <p:nvPr/>
        </p:nvPicPr>
        <p:blipFill>
          <a:blip r:embed="rId7">
            <a:alphaModFix/>
          </a:blip>
          <a:stretch>
            <a:fillRect/>
          </a:stretch>
        </p:blipFill>
        <p:spPr>
          <a:xfrm flipH="1">
            <a:off x="8390000" y="256575"/>
            <a:ext cx="822300" cy="102612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2_1_1">
    <p:spTree>
      <p:nvGrpSpPr>
        <p:cNvPr id="152" name="Shape 152"/>
        <p:cNvGrpSpPr/>
        <p:nvPr/>
      </p:nvGrpSpPr>
      <p:grpSpPr>
        <a:xfrm>
          <a:off x="0" y="0"/>
          <a:ext cx="0" cy="0"/>
          <a:chOff x="0" y="0"/>
          <a:chExt cx="0" cy="0"/>
        </a:xfrm>
      </p:grpSpPr>
      <p:sp>
        <p:nvSpPr>
          <p:cNvPr id="153" name="Google Shape;153;p2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2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54" name="Google Shape;154;p20"/>
          <p:cNvPicPr preferRelativeResize="0"/>
          <p:nvPr/>
        </p:nvPicPr>
        <p:blipFill>
          <a:blip r:embed="rId2">
            <a:alphaModFix/>
          </a:blip>
          <a:stretch>
            <a:fillRect/>
          </a:stretch>
        </p:blipFill>
        <p:spPr>
          <a:xfrm flipH="1">
            <a:off x="79050" y="4090703"/>
            <a:ext cx="636052" cy="709450"/>
          </a:xfrm>
          <a:prstGeom prst="rect">
            <a:avLst/>
          </a:prstGeom>
          <a:noFill/>
          <a:ln>
            <a:noFill/>
          </a:ln>
        </p:spPr>
      </p:pic>
      <p:pic>
        <p:nvPicPr>
          <p:cNvPr id="155" name="Google Shape;155;p20"/>
          <p:cNvPicPr preferRelativeResize="0"/>
          <p:nvPr/>
        </p:nvPicPr>
        <p:blipFill rotWithShape="1">
          <a:blip r:embed="rId3">
            <a:alphaModFix/>
          </a:blip>
          <a:srcRect b="67996" l="12161" r="19936" t="0"/>
          <a:stretch/>
        </p:blipFill>
        <p:spPr>
          <a:xfrm>
            <a:off x="0" y="4755100"/>
            <a:ext cx="9144001" cy="388400"/>
          </a:xfrm>
          <a:prstGeom prst="rect">
            <a:avLst/>
          </a:prstGeom>
          <a:noFill/>
          <a:ln>
            <a:noFill/>
          </a:ln>
        </p:spPr>
      </p:pic>
      <p:pic>
        <p:nvPicPr>
          <p:cNvPr id="156" name="Google Shape;156;p20"/>
          <p:cNvPicPr preferRelativeResize="0"/>
          <p:nvPr/>
        </p:nvPicPr>
        <p:blipFill>
          <a:blip r:embed="rId4">
            <a:alphaModFix/>
          </a:blip>
          <a:stretch>
            <a:fillRect/>
          </a:stretch>
        </p:blipFill>
        <p:spPr>
          <a:xfrm>
            <a:off x="8167098" y="3400"/>
            <a:ext cx="1015729" cy="1052150"/>
          </a:xfrm>
          <a:prstGeom prst="rect">
            <a:avLst/>
          </a:prstGeom>
          <a:noFill/>
          <a:ln>
            <a:noFill/>
          </a:ln>
        </p:spPr>
      </p:pic>
      <p:pic>
        <p:nvPicPr>
          <p:cNvPr id="157" name="Google Shape;157;p20"/>
          <p:cNvPicPr preferRelativeResize="0"/>
          <p:nvPr/>
        </p:nvPicPr>
        <p:blipFill>
          <a:blip r:embed="rId5">
            <a:alphaModFix/>
          </a:blip>
          <a:stretch>
            <a:fillRect/>
          </a:stretch>
        </p:blipFill>
        <p:spPr>
          <a:xfrm>
            <a:off x="8559626" y="1051095"/>
            <a:ext cx="2386524" cy="302900"/>
          </a:xfrm>
          <a:prstGeom prst="rect">
            <a:avLst/>
          </a:prstGeom>
          <a:noFill/>
          <a:ln>
            <a:noFill/>
          </a:ln>
        </p:spPr>
      </p:pic>
      <p:pic>
        <p:nvPicPr>
          <p:cNvPr id="158" name="Google Shape;158;p20"/>
          <p:cNvPicPr preferRelativeResize="0"/>
          <p:nvPr/>
        </p:nvPicPr>
        <p:blipFill>
          <a:blip r:embed="rId5">
            <a:alphaModFix/>
          </a:blip>
          <a:stretch>
            <a:fillRect/>
          </a:stretch>
        </p:blipFill>
        <p:spPr>
          <a:xfrm flipH="1">
            <a:off x="-951136" y="232095"/>
            <a:ext cx="2386524" cy="302900"/>
          </a:xfrm>
          <a:prstGeom prst="rect">
            <a:avLst/>
          </a:prstGeom>
          <a:noFill/>
          <a:ln>
            <a:noFill/>
          </a:ln>
        </p:spPr>
      </p:pic>
      <p:pic>
        <p:nvPicPr>
          <p:cNvPr id="159" name="Google Shape;159;p20"/>
          <p:cNvPicPr preferRelativeResize="0"/>
          <p:nvPr/>
        </p:nvPicPr>
        <p:blipFill>
          <a:blip r:embed="rId6">
            <a:alphaModFix/>
          </a:blip>
          <a:stretch>
            <a:fillRect/>
          </a:stretch>
        </p:blipFill>
        <p:spPr>
          <a:xfrm>
            <a:off x="-731273" y="1017725"/>
            <a:ext cx="1446376" cy="204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
    <p:spTree>
      <p:nvGrpSpPr>
        <p:cNvPr id="160" name="Shape 160"/>
        <p:cNvGrpSpPr/>
        <p:nvPr/>
      </p:nvGrpSpPr>
      <p:grpSpPr>
        <a:xfrm>
          <a:off x="0" y="0"/>
          <a:ext cx="0" cy="0"/>
          <a:chOff x="0" y="0"/>
          <a:chExt cx="0" cy="0"/>
        </a:xfrm>
      </p:grpSpPr>
      <p:sp>
        <p:nvSpPr>
          <p:cNvPr id="161" name="Google Shape;161;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2" name="Google Shape;162;p21"/>
          <p:cNvSpPr txBox="1"/>
          <p:nvPr>
            <p:ph idx="1" type="body"/>
          </p:nvPr>
        </p:nvSpPr>
        <p:spPr>
          <a:xfrm>
            <a:off x="720000" y="1152475"/>
            <a:ext cx="7704000" cy="16179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163" name="Google Shape;163;p21"/>
          <p:cNvSpPr/>
          <p:nvPr/>
        </p:nvSpPr>
        <p:spPr>
          <a:xfrm>
            <a:off x="-21900" y="4519600"/>
            <a:ext cx="9201150" cy="657225"/>
          </a:xfrm>
          <a:custGeom>
            <a:rect b="b" l="l" r="r" t="t"/>
            <a:pathLst>
              <a:path extrusionOk="0" h="26289" w="368046">
                <a:moveTo>
                  <a:pt x="366617" y="26289"/>
                </a:moveTo>
                <a:lnTo>
                  <a:pt x="368046" y="6287"/>
                </a:lnTo>
                <a:lnTo>
                  <a:pt x="341185" y="0"/>
                </a:lnTo>
                <a:lnTo>
                  <a:pt x="86296" y="9430"/>
                </a:lnTo>
                <a:lnTo>
                  <a:pt x="285" y="3568"/>
                </a:lnTo>
                <a:lnTo>
                  <a:pt x="0" y="25650"/>
                </a:lnTo>
                <a:close/>
              </a:path>
            </a:pathLst>
          </a:custGeom>
          <a:solidFill>
            <a:schemeClr val="lt2"/>
          </a:solidFill>
          <a:ln>
            <a:noFill/>
          </a:ln>
        </p:spPr>
      </p:sp>
      <p:pic>
        <p:nvPicPr>
          <p:cNvPr id="164" name="Google Shape;164;p21"/>
          <p:cNvPicPr preferRelativeResize="0"/>
          <p:nvPr/>
        </p:nvPicPr>
        <p:blipFill>
          <a:blip r:embed="rId2">
            <a:alphaModFix/>
          </a:blip>
          <a:stretch>
            <a:fillRect/>
          </a:stretch>
        </p:blipFill>
        <p:spPr>
          <a:xfrm>
            <a:off x="-21900" y="4487050"/>
            <a:ext cx="709922" cy="302900"/>
          </a:xfrm>
          <a:prstGeom prst="rect">
            <a:avLst/>
          </a:prstGeom>
          <a:noFill/>
          <a:ln>
            <a:noFill/>
          </a:ln>
        </p:spPr>
      </p:pic>
      <p:pic>
        <p:nvPicPr>
          <p:cNvPr id="165" name="Google Shape;165;p21"/>
          <p:cNvPicPr preferRelativeResize="0"/>
          <p:nvPr/>
        </p:nvPicPr>
        <p:blipFill rotWithShape="1">
          <a:blip r:embed="rId3">
            <a:alphaModFix/>
          </a:blip>
          <a:srcRect b="4507" l="36290" r="0" t="0"/>
          <a:stretch/>
        </p:blipFill>
        <p:spPr>
          <a:xfrm flipH="1">
            <a:off x="7573527" y="3392325"/>
            <a:ext cx="1605723" cy="1784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_1_1_1">
    <p:spTree>
      <p:nvGrpSpPr>
        <p:cNvPr id="166" name="Shape 166"/>
        <p:cNvGrpSpPr/>
        <p:nvPr/>
      </p:nvGrpSpPr>
      <p:grpSpPr>
        <a:xfrm>
          <a:off x="0" y="0"/>
          <a:ext cx="0" cy="0"/>
          <a:chOff x="0" y="0"/>
          <a:chExt cx="0" cy="0"/>
        </a:xfrm>
      </p:grpSpPr>
      <p:sp>
        <p:nvSpPr>
          <p:cNvPr id="167" name="Google Shape;167;p2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8" name="Google Shape;168;p22"/>
          <p:cNvSpPr txBox="1"/>
          <p:nvPr>
            <p:ph idx="1" type="body"/>
          </p:nvPr>
        </p:nvSpPr>
        <p:spPr>
          <a:xfrm>
            <a:off x="720000" y="1109225"/>
            <a:ext cx="7704000" cy="34512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dk1"/>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169" name="Google Shape;169;p22"/>
          <p:cNvSpPr/>
          <p:nvPr/>
        </p:nvSpPr>
        <p:spPr>
          <a:xfrm>
            <a:off x="0" y="4386831"/>
            <a:ext cx="9158143" cy="766275"/>
          </a:xfrm>
          <a:custGeom>
            <a:rect b="b" l="l" r="r" t="t"/>
            <a:pathLst>
              <a:path extrusionOk="0" h="30651" w="367760">
                <a:moveTo>
                  <a:pt x="571" y="30651"/>
                </a:moveTo>
                <a:lnTo>
                  <a:pt x="0" y="8309"/>
                </a:lnTo>
                <a:lnTo>
                  <a:pt x="30289" y="0"/>
                </a:lnTo>
                <a:lnTo>
                  <a:pt x="126587" y="9716"/>
                </a:lnTo>
                <a:lnTo>
                  <a:pt x="367760" y="4001"/>
                </a:lnTo>
                <a:lnTo>
                  <a:pt x="367188" y="30012"/>
                </a:lnTo>
                <a:close/>
              </a:path>
            </a:pathLst>
          </a:custGeom>
          <a:solidFill>
            <a:schemeClr val="accent2"/>
          </a:solidFill>
          <a:ln>
            <a:noFill/>
          </a:ln>
        </p:spPr>
      </p:sp>
      <p:pic>
        <p:nvPicPr>
          <p:cNvPr id="170" name="Google Shape;170;p22"/>
          <p:cNvPicPr preferRelativeResize="0"/>
          <p:nvPr/>
        </p:nvPicPr>
        <p:blipFill>
          <a:blip r:embed="rId2">
            <a:alphaModFix/>
          </a:blip>
          <a:stretch>
            <a:fillRect/>
          </a:stretch>
        </p:blipFill>
        <p:spPr>
          <a:xfrm>
            <a:off x="147050" y="3887667"/>
            <a:ext cx="944119" cy="1294150"/>
          </a:xfrm>
          <a:prstGeom prst="rect">
            <a:avLst/>
          </a:prstGeom>
          <a:noFill/>
          <a:ln>
            <a:noFill/>
          </a:ln>
        </p:spPr>
      </p:pic>
      <p:pic>
        <p:nvPicPr>
          <p:cNvPr id="171" name="Google Shape;171;p22"/>
          <p:cNvPicPr preferRelativeResize="0"/>
          <p:nvPr/>
        </p:nvPicPr>
        <p:blipFill rotWithShape="1">
          <a:blip r:embed="rId3">
            <a:alphaModFix/>
          </a:blip>
          <a:srcRect b="27699" l="0" r="34323" t="0"/>
          <a:stretch/>
        </p:blipFill>
        <p:spPr>
          <a:xfrm>
            <a:off x="7248750" y="3313577"/>
            <a:ext cx="1895250" cy="1829925"/>
          </a:xfrm>
          <a:prstGeom prst="rect">
            <a:avLst/>
          </a:prstGeom>
          <a:noFill/>
          <a:ln>
            <a:noFill/>
          </a:ln>
        </p:spPr>
      </p:pic>
      <p:pic>
        <p:nvPicPr>
          <p:cNvPr id="172" name="Google Shape;172;p22"/>
          <p:cNvPicPr preferRelativeResize="0"/>
          <p:nvPr/>
        </p:nvPicPr>
        <p:blipFill>
          <a:blip r:embed="rId4">
            <a:alphaModFix/>
          </a:blip>
          <a:stretch>
            <a:fillRect/>
          </a:stretch>
        </p:blipFill>
        <p:spPr>
          <a:xfrm>
            <a:off x="8423999" y="2671396"/>
            <a:ext cx="1777699" cy="2560929"/>
          </a:xfrm>
          <a:prstGeom prst="rect">
            <a:avLst/>
          </a:prstGeom>
          <a:noFill/>
          <a:ln>
            <a:noFill/>
          </a:ln>
        </p:spPr>
      </p:pic>
      <p:pic>
        <p:nvPicPr>
          <p:cNvPr id="173" name="Google Shape;173;p22"/>
          <p:cNvPicPr preferRelativeResize="0"/>
          <p:nvPr/>
        </p:nvPicPr>
        <p:blipFill>
          <a:blip r:embed="rId5">
            <a:alphaModFix/>
          </a:blip>
          <a:stretch>
            <a:fillRect/>
          </a:stretch>
        </p:blipFill>
        <p:spPr>
          <a:xfrm>
            <a:off x="7659077" y="696250"/>
            <a:ext cx="1446376" cy="204000"/>
          </a:xfrm>
          <a:prstGeom prst="rect">
            <a:avLst/>
          </a:prstGeom>
          <a:noFill/>
          <a:ln>
            <a:noFill/>
          </a:ln>
        </p:spPr>
      </p:pic>
      <p:pic>
        <p:nvPicPr>
          <p:cNvPr id="174" name="Google Shape;174;p22"/>
          <p:cNvPicPr preferRelativeResize="0"/>
          <p:nvPr/>
        </p:nvPicPr>
        <p:blipFill>
          <a:blip r:embed="rId5">
            <a:alphaModFix/>
          </a:blip>
          <a:stretch>
            <a:fillRect/>
          </a:stretch>
        </p:blipFill>
        <p:spPr>
          <a:xfrm>
            <a:off x="8038424" y="233402"/>
            <a:ext cx="1799975" cy="253872"/>
          </a:xfrm>
          <a:prstGeom prst="rect">
            <a:avLst/>
          </a:prstGeom>
          <a:noFill/>
          <a:ln>
            <a:noFill/>
          </a:ln>
        </p:spPr>
      </p:pic>
      <p:pic>
        <p:nvPicPr>
          <p:cNvPr id="175" name="Google Shape;175;p22"/>
          <p:cNvPicPr preferRelativeResize="0"/>
          <p:nvPr/>
        </p:nvPicPr>
        <p:blipFill>
          <a:blip r:embed="rId6">
            <a:alphaModFix/>
          </a:blip>
          <a:stretch>
            <a:fillRect/>
          </a:stretch>
        </p:blipFill>
        <p:spPr>
          <a:xfrm flipH="1">
            <a:off x="-951136" y="232095"/>
            <a:ext cx="2386524" cy="302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_1_1_1_1">
    <p:spTree>
      <p:nvGrpSpPr>
        <p:cNvPr id="176" name="Shape 176"/>
        <p:cNvGrpSpPr/>
        <p:nvPr/>
      </p:nvGrpSpPr>
      <p:grpSpPr>
        <a:xfrm>
          <a:off x="0" y="0"/>
          <a:ext cx="0" cy="0"/>
          <a:chOff x="0" y="0"/>
          <a:chExt cx="0" cy="0"/>
        </a:xfrm>
      </p:grpSpPr>
      <p:sp>
        <p:nvSpPr>
          <p:cNvPr id="177" name="Google Shape;177;p23"/>
          <p:cNvSpPr txBox="1"/>
          <p:nvPr>
            <p:ph type="title"/>
          </p:nvPr>
        </p:nvSpPr>
        <p:spPr>
          <a:xfrm>
            <a:off x="1143975" y="1418075"/>
            <a:ext cx="4102200" cy="1868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8" name="Google Shape;178;p23"/>
          <p:cNvSpPr txBox="1"/>
          <p:nvPr>
            <p:ph idx="1" type="subTitle"/>
          </p:nvPr>
        </p:nvSpPr>
        <p:spPr>
          <a:xfrm>
            <a:off x="1143975" y="3286800"/>
            <a:ext cx="3825600" cy="90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79" name="Google Shape;179;p23"/>
          <p:cNvPicPr preferRelativeResize="0"/>
          <p:nvPr/>
        </p:nvPicPr>
        <p:blipFill rotWithShape="1">
          <a:blip r:embed="rId2">
            <a:alphaModFix/>
          </a:blip>
          <a:srcRect b="6516" l="8759" r="0" t="0"/>
          <a:stretch/>
        </p:blipFill>
        <p:spPr>
          <a:xfrm>
            <a:off x="0" y="2017275"/>
            <a:ext cx="957274" cy="1911799"/>
          </a:xfrm>
          <a:prstGeom prst="rect">
            <a:avLst/>
          </a:prstGeom>
          <a:noFill/>
          <a:ln>
            <a:noFill/>
          </a:ln>
        </p:spPr>
      </p:pic>
      <p:pic>
        <p:nvPicPr>
          <p:cNvPr id="180" name="Google Shape;180;p23"/>
          <p:cNvPicPr preferRelativeResize="0"/>
          <p:nvPr/>
        </p:nvPicPr>
        <p:blipFill rotWithShape="1">
          <a:blip r:embed="rId3">
            <a:alphaModFix/>
          </a:blip>
          <a:srcRect b="0" l="12930" r="0" t="0"/>
          <a:stretch/>
        </p:blipFill>
        <p:spPr>
          <a:xfrm>
            <a:off x="-1" y="3392325"/>
            <a:ext cx="2194426" cy="1868724"/>
          </a:xfrm>
          <a:prstGeom prst="rect">
            <a:avLst/>
          </a:prstGeom>
          <a:noFill/>
          <a:ln>
            <a:noFill/>
          </a:ln>
        </p:spPr>
      </p:pic>
      <p:pic>
        <p:nvPicPr>
          <p:cNvPr id="181" name="Google Shape;181;p23"/>
          <p:cNvPicPr preferRelativeResize="0"/>
          <p:nvPr/>
        </p:nvPicPr>
        <p:blipFill>
          <a:blip r:embed="rId4">
            <a:alphaModFix/>
          </a:blip>
          <a:stretch>
            <a:fillRect/>
          </a:stretch>
        </p:blipFill>
        <p:spPr>
          <a:xfrm flipH="1">
            <a:off x="8144978" y="4487050"/>
            <a:ext cx="709922" cy="302900"/>
          </a:xfrm>
          <a:prstGeom prst="rect">
            <a:avLst/>
          </a:prstGeom>
          <a:noFill/>
          <a:ln>
            <a:noFill/>
          </a:ln>
        </p:spPr>
      </p:pic>
      <p:pic>
        <p:nvPicPr>
          <p:cNvPr id="182" name="Google Shape;182;p23"/>
          <p:cNvPicPr preferRelativeResize="0"/>
          <p:nvPr/>
        </p:nvPicPr>
        <p:blipFill>
          <a:blip r:embed="rId5">
            <a:alphaModFix/>
          </a:blip>
          <a:stretch>
            <a:fillRect/>
          </a:stretch>
        </p:blipFill>
        <p:spPr>
          <a:xfrm rot="-784230">
            <a:off x="8074683" y="3071213"/>
            <a:ext cx="1317757" cy="1738249"/>
          </a:xfrm>
          <a:prstGeom prst="rect">
            <a:avLst/>
          </a:prstGeom>
          <a:noFill/>
          <a:ln>
            <a:noFill/>
          </a:ln>
        </p:spPr>
      </p:pic>
      <p:sp>
        <p:nvSpPr>
          <p:cNvPr id="183" name="Google Shape;183;p23"/>
          <p:cNvSpPr/>
          <p:nvPr/>
        </p:nvSpPr>
        <p:spPr>
          <a:xfrm flipH="1">
            <a:off x="-435952" y="4519600"/>
            <a:ext cx="9615202" cy="657225"/>
          </a:xfrm>
          <a:custGeom>
            <a:rect b="b" l="l" r="r" t="t"/>
            <a:pathLst>
              <a:path extrusionOk="0" h="26289" w="368046">
                <a:moveTo>
                  <a:pt x="366617" y="26289"/>
                </a:moveTo>
                <a:lnTo>
                  <a:pt x="368046" y="6287"/>
                </a:lnTo>
                <a:lnTo>
                  <a:pt x="341185" y="0"/>
                </a:lnTo>
                <a:lnTo>
                  <a:pt x="86296" y="9430"/>
                </a:lnTo>
                <a:lnTo>
                  <a:pt x="285" y="3568"/>
                </a:lnTo>
                <a:lnTo>
                  <a:pt x="0" y="25650"/>
                </a:lnTo>
                <a:close/>
              </a:path>
            </a:pathLst>
          </a:custGeom>
          <a:solidFill>
            <a:schemeClr val="lt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_1_1_1_1_1">
    <p:spTree>
      <p:nvGrpSpPr>
        <p:cNvPr id="184" name="Shape 184"/>
        <p:cNvGrpSpPr/>
        <p:nvPr/>
      </p:nvGrpSpPr>
      <p:grpSpPr>
        <a:xfrm>
          <a:off x="0" y="0"/>
          <a:ext cx="0" cy="0"/>
          <a:chOff x="0" y="0"/>
          <a:chExt cx="0" cy="0"/>
        </a:xfrm>
      </p:grpSpPr>
      <p:sp>
        <p:nvSpPr>
          <p:cNvPr id="185" name="Google Shape;185;p24"/>
          <p:cNvSpPr txBox="1"/>
          <p:nvPr>
            <p:ph type="title"/>
          </p:nvPr>
        </p:nvSpPr>
        <p:spPr>
          <a:xfrm>
            <a:off x="715100" y="1111525"/>
            <a:ext cx="4994400" cy="840900"/>
          </a:xfrm>
          <a:prstGeom prst="rect">
            <a:avLst/>
          </a:prstGeom>
        </p:spPr>
        <p:txBody>
          <a:bodyPr anchorCtr="0" anchor="b" bIns="91425" lIns="91425" spcFirstLastPara="1" rIns="91425" wrap="square" tIns="91425">
            <a:noAutofit/>
          </a:bodyPr>
          <a:lstStyle>
            <a:lvl1pPr lvl="0" rtl="0" algn="r">
              <a:spcBef>
                <a:spcPts val="0"/>
              </a:spcBef>
              <a:spcAft>
                <a:spcPts val="0"/>
              </a:spcAft>
              <a:buSzPts val="7200"/>
              <a:buNone/>
              <a:defRPr sz="4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86" name="Google Shape;186;p24"/>
          <p:cNvSpPr txBox="1"/>
          <p:nvPr>
            <p:ph idx="1" type="subTitle"/>
          </p:nvPr>
        </p:nvSpPr>
        <p:spPr>
          <a:xfrm>
            <a:off x="715100" y="2040425"/>
            <a:ext cx="4505100" cy="146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187" name="Google Shape;187;p24"/>
          <p:cNvPicPr preferRelativeResize="0"/>
          <p:nvPr/>
        </p:nvPicPr>
        <p:blipFill rotWithShape="1">
          <a:blip r:embed="rId2">
            <a:alphaModFix/>
          </a:blip>
          <a:srcRect b="67121" l="3755" r="5772" t="2125"/>
          <a:stretch/>
        </p:blipFill>
        <p:spPr>
          <a:xfrm flipH="1">
            <a:off x="0" y="3590925"/>
            <a:ext cx="9143999" cy="1552574"/>
          </a:xfrm>
          <a:prstGeom prst="rect">
            <a:avLst/>
          </a:prstGeom>
          <a:noFill/>
          <a:ln>
            <a:noFill/>
          </a:ln>
        </p:spPr>
      </p:pic>
      <p:pic>
        <p:nvPicPr>
          <p:cNvPr id="188" name="Google Shape;188;p24"/>
          <p:cNvPicPr preferRelativeResize="0"/>
          <p:nvPr/>
        </p:nvPicPr>
        <p:blipFill>
          <a:blip r:embed="rId3">
            <a:alphaModFix/>
          </a:blip>
          <a:stretch>
            <a:fillRect/>
          </a:stretch>
        </p:blipFill>
        <p:spPr>
          <a:xfrm>
            <a:off x="-990654" y="349425"/>
            <a:ext cx="3516499" cy="495975"/>
          </a:xfrm>
          <a:prstGeom prst="rect">
            <a:avLst/>
          </a:prstGeom>
          <a:noFill/>
          <a:ln>
            <a:noFill/>
          </a:ln>
        </p:spPr>
      </p:pic>
      <p:pic>
        <p:nvPicPr>
          <p:cNvPr id="189" name="Google Shape;189;p24"/>
          <p:cNvPicPr preferRelativeResize="0"/>
          <p:nvPr/>
        </p:nvPicPr>
        <p:blipFill>
          <a:blip r:embed="rId4">
            <a:alphaModFix/>
          </a:blip>
          <a:stretch>
            <a:fillRect/>
          </a:stretch>
        </p:blipFill>
        <p:spPr>
          <a:xfrm>
            <a:off x="8071976" y="1813720"/>
            <a:ext cx="2386524" cy="3029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0" name="Shape 190"/>
        <p:cNvGrpSpPr/>
        <p:nvPr/>
      </p:nvGrpSpPr>
      <p:grpSpPr>
        <a:xfrm>
          <a:off x="0" y="0"/>
          <a:ext cx="0" cy="0"/>
          <a:chOff x="0" y="0"/>
          <a:chExt cx="0" cy="0"/>
        </a:xfrm>
      </p:grpSpPr>
      <p:sp>
        <p:nvSpPr>
          <p:cNvPr id="191" name="Google Shape;191;p25"/>
          <p:cNvSpPr txBox="1"/>
          <p:nvPr>
            <p:ph idx="1" type="subTitle"/>
          </p:nvPr>
        </p:nvSpPr>
        <p:spPr>
          <a:xfrm>
            <a:off x="1464575" y="2557550"/>
            <a:ext cx="25599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2" name="Google Shape;192;p25"/>
          <p:cNvSpPr txBox="1"/>
          <p:nvPr>
            <p:ph idx="2" type="subTitle"/>
          </p:nvPr>
        </p:nvSpPr>
        <p:spPr>
          <a:xfrm>
            <a:off x="5119525" y="2557550"/>
            <a:ext cx="25599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93" name="Google Shape;193;p25"/>
          <p:cNvSpPr txBox="1"/>
          <p:nvPr>
            <p:ph idx="3" type="subTitle"/>
          </p:nvPr>
        </p:nvSpPr>
        <p:spPr>
          <a:xfrm>
            <a:off x="1464575" y="3054050"/>
            <a:ext cx="25599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4" name="Google Shape;194;p25"/>
          <p:cNvSpPr txBox="1"/>
          <p:nvPr>
            <p:ph idx="4" type="subTitle"/>
          </p:nvPr>
        </p:nvSpPr>
        <p:spPr>
          <a:xfrm>
            <a:off x="5119525" y="3054050"/>
            <a:ext cx="25599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5" name="Google Shape;195;p2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196" name="Google Shape;196;p25"/>
          <p:cNvPicPr preferRelativeResize="0"/>
          <p:nvPr/>
        </p:nvPicPr>
        <p:blipFill>
          <a:blip r:embed="rId2">
            <a:alphaModFix/>
          </a:blip>
          <a:stretch>
            <a:fillRect/>
          </a:stretch>
        </p:blipFill>
        <p:spPr>
          <a:xfrm>
            <a:off x="-416549" y="383545"/>
            <a:ext cx="2386524" cy="302900"/>
          </a:xfrm>
          <a:prstGeom prst="rect">
            <a:avLst/>
          </a:prstGeom>
          <a:noFill/>
          <a:ln>
            <a:noFill/>
          </a:ln>
        </p:spPr>
      </p:pic>
      <p:pic>
        <p:nvPicPr>
          <p:cNvPr id="197" name="Google Shape;197;p25"/>
          <p:cNvPicPr preferRelativeResize="0"/>
          <p:nvPr/>
        </p:nvPicPr>
        <p:blipFill>
          <a:blip r:embed="rId2">
            <a:alphaModFix/>
          </a:blip>
          <a:stretch>
            <a:fillRect/>
          </a:stretch>
        </p:blipFill>
        <p:spPr>
          <a:xfrm flipH="1">
            <a:off x="7475989" y="1311270"/>
            <a:ext cx="2386524" cy="302900"/>
          </a:xfrm>
          <a:prstGeom prst="rect">
            <a:avLst/>
          </a:prstGeom>
          <a:noFill/>
          <a:ln>
            <a:noFill/>
          </a:ln>
        </p:spPr>
      </p:pic>
      <p:pic>
        <p:nvPicPr>
          <p:cNvPr id="198" name="Google Shape;198;p25"/>
          <p:cNvPicPr preferRelativeResize="0"/>
          <p:nvPr/>
        </p:nvPicPr>
        <p:blipFill>
          <a:blip r:embed="rId3">
            <a:alphaModFix/>
          </a:blip>
          <a:stretch>
            <a:fillRect/>
          </a:stretch>
        </p:blipFill>
        <p:spPr>
          <a:xfrm>
            <a:off x="-613073" y="1167525"/>
            <a:ext cx="1446376" cy="204000"/>
          </a:xfrm>
          <a:prstGeom prst="rect">
            <a:avLst/>
          </a:prstGeom>
          <a:noFill/>
          <a:ln>
            <a:noFill/>
          </a:ln>
        </p:spPr>
      </p:pic>
      <p:pic>
        <p:nvPicPr>
          <p:cNvPr id="199" name="Google Shape;199;p25"/>
          <p:cNvPicPr preferRelativeResize="0"/>
          <p:nvPr/>
        </p:nvPicPr>
        <p:blipFill>
          <a:blip r:embed="rId4">
            <a:alphaModFix/>
          </a:blip>
          <a:stretch>
            <a:fillRect/>
          </a:stretch>
        </p:blipFill>
        <p:spPr>
          <a:xfrm>
            <a:off x="7758398" y="-241288"/>
            <a:ext cx="1498831" cy="1552574"/>
          </a:xfrm>
          <a:prstGeom prst="rect">
            <a:avLst/>
          </a:prstGeom>
          <a:noFill/>
          <a:ln>
            <a:noFill/>
          </a:ln>
        </p:spPr>
      </p:pic>
      <p:pic>
        <p:nvPicPr>
          <p:cNvPr id="200" name="Google Shape;200;p25"/>
          <p:cNvPicPr preferRelativeResize="0"/>
          <p:nvPr/>
        </p:nvPicPr>
        <p:blipFill>
          <a:blip r:embed="rId5">
            <a:alphaModFix/>
          </a:blip>
          <a:stretch>
            <a:fillRect/>
          </a:stretch>
        </p:blipFill>
        <p:spPr>
          <a:xfrm>
            <a:off x="0" y="694025"/>
            <a:ext cx="1152000" cy="153399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01" name="Shape 201"/>
        <p:cNvGrpSpPr/>
        <p:nvPr/>
      </p:nvGrpSpPr>
      <p:grpSpPr>
        <a:xfrm>
          <a:off x="0" y="0"/>
          <a:ext cx="0" cy="0"/>
          <a:chOff x="0" y="0"/>
          <a:chExt cx="0" cy="0"/>
        </a:xfrm>
      </p:grpSpPr>
      <p:sp>
        <p:nvSpPr>
          <p:cNvPr id="202" name="Google Shape;202;p26"/>
          <p:cNvSpPr txBox="1"/>
          <p:nvPr>
            <p:ph idx="1" type="subTitle"/>
          </p:nvPr>
        </p:nvSpPr>
        <p:spPr>
          <a:xfrm>
            <a:off x="899375" y="1107225"/>
            <a:ext cx="34908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3" name="Google Shape;203;p26"/>
          <p:cNvSpPr txBox="1"/>
          <p:nvPr>
            <p:ph idx="2" type="subTitle"/>
          </p:nvPr>
        </p:nvSpPr>
        <p:spPr>
          <a:xfrm>
            <a:off x="4753825" y="1107225"/>
            <a:ext cx="3490800" cy="572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4" name="Google Shape;204;p2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pic>
        <p:nvPicPr>
          <p:cNvPr id="205" name="Google Shape;205;p26"/>
          <p:cNvPicPr preferRelativeResize="0"/>
          <p:nvPr/>
        </p:nvPicPr>
        <p:blipFill>
          <a:blip r:embed="rId2">
            <a:alphaModFix/>
          </a:blip>
          <a:stretch>
            <a:fillRect/>
          </a:stretch>
        </p:blipFill>
        <p:spPr>
          <a:xfrm>
            <a:off x="8057726" y="534995"/>
            <a:ext cx="2386524" cy="302900"/>
          </a:xfrm>
          <a:prstGeom prst="rect">
            <a:avLst/>
          </a:prstGeom>
          <a:noFill/>
          <a:ln>
            <a:noFill/>
          </a:ln>
        </p:spPr>
      </p:pic>
      <p:pic>
        <p:nvPicPr>
          <p:cNvPr id="206" name="Google Shape;206;p26"/>
          <p:cNvPicPr preferRelativeResize="0"/>
          <p:nvPr/>
        </p:nvPicPr>
        <p:blipFill>
          <a:blip r:embed="rId3">
            <a:alphaModFix/>
          </a:blip>
          <a:stretch>
            <a:fillRect/>
          </a:stretch>
        </p:blipFill>
        <p:spPr>
          <a:xfrm rot="10333591">
            <a:off x="66258" y="-420992"/>
            <a:ext cx="1202585" cy="184365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07" name="Shape 207"/>
        <p:cNvGrpSpPr/>
        <p:nvPr/>
      </p:nvGrpSpPr>
      <p:grpSpPr>
        <a:xfrm>
          <a:off x="0" y="0"/>
          <a:ext cx="0" cy="0"/>
          <a:chOff x="0" y="0"/>
          <a:chExt cx="0" cy="0"/>
        </a:xfrm>
      </p:grpSpPr>
      <p:sp>
        <p:nvSpPr>
          <p:cNvPr id="208" name="Google Shape;208;p27"/>
          <p:cNvSpPr txBox="1"/>
          <p:nvPr>
            <p:ph idx="1" type="subTitle"/>
          </p:nvPr>
        </p:nvSpPr>
        <p:spPr>
          <a:xfrm>
            <a:off x="793750" y="2000325"/>
            <a:ext cx="22233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09" name="Google Shape;209;p27"/>
          <p:cNvSpPr txBox="1"/>
          <p:nvPr>
            <p:ph idx="2" type="subTitle"/>
          </p:nvPr>
        </p:nvSpPr>
        <p:spPr>
          <a:xfrm>
            <a:off x="793750" y="2496830"/>
            <a:ext cx="2223300" cy="81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0" name="Google Shape;210;p27"/>
          <p:cNvSpPr txBox="1"/>
          <p:nvPr>
            <p:ph idx="3" type="subTitle"/>
          </p:nvPr>
        </p:nvSpPr>
        <p:spPr>
          <a:xfrm>
            <a:off x="3460350" y="2806330"/>
            <a:ext cx="2223300" cy="81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1" name="Google Shape;211;p27"/>
          <p:cNvSpPr txBox="1"/>
          <p:nvPr>
            <p:ph idx="4" type="subTitle"/>
          </p:nvPr>
        </p:nvSpPr>
        <p:spPr>
          <a:xfrm>
            <a:off x="6126950" y="2496830"/>
            <a:ext cx="2223300" cy="819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12" name="Google Shape;212;p27"/>
          <p:cNvSpPr txBox="1"/>
          <p:nvPr>
            <p:ph type="title"/>
          </p:nvPr>
        </p:nvSpPr>
        <p:spPr>
          <a:xfrm>
            <a:off x="872400" y="5974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3" name="Google Shape;213;p27"/>
          <p:cNvSpPr txBox="1"/>
          <p:nvPr>
            <p:ph idx="5" type="subTitle"/>
          </p:nvPr>
        </p:nvSpPr>
        <p:spPr>
          <a:xfrm>
            <a:off x="3460350" y="2309825"/>
            <a:ext cx="22233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14" name="Google Shape;214;p27"/>
          <p:cNvSpPr txBox="1"/>
          <p:nvPr>
            <p:ph idx="6" type="subTitle"/>
          </p:nvPr>
        </p:nvSpPr>
        <p:spPr>
          <a:xfrm>
            <a:off x="6126950" y="2000325"/>
            <a:ext cx="22233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pic>
        <p:nvPicPr>
          <p:cNvPr id="215" name="Google Shape;215;p27"/>
          <p:cNvPicPr preferRelativeResize="0"/>
          <p:nvPr/>
        </p:nvPicPr>
        <p:blipFill rotWithShape="1">
          <a:blip r:embed="rId2">
            <a:alphaModFix/>
          </a:blip>
          <a:srcRect b="67121" l="3755" r="5772" t="2125"/>
          <a:stretch/>
        </p:blipFill>
        <p:spPr>
          <a:xfrm>
            <a:off x="0" y="3590925"/>
            <a:ext cx="9143999" cy="1552574"/>
          </a:xfrm>
          <a:prstGeom prst="rect">
            <a:avLst/>
          </a:prstGeom>
          <a:noFill/>
          <a:ln>
            <a:noFill/>
          </a:ln>
        </p:spPr>
      </p:pic>
      <p:pic>
        <p:nvPicPr>
          <p:cNvPr id="216" name="Google Shape;216;p27"/>
          <p:cNvPicPr preferRelativeResize="0"/>
          <p:nvPr/>
        </p:nvPicPr>
        <p:blipFill>
          <a:blip r:embed="rId3">
            <a:alphaModFix/>
          </a:blip>
          <a:stretch>
            <a:fillRect/>
          </a:stretch>
        </p:blipFill>
        <p:spPr>
          <a:xfrm>
            <a:off x="872400" y="3911588"/>
            <a:ext cx="992975" cy="423675"/>
          </a:xfrm>
          <a:prstGeom prst="rect">
            <a:avLst/>
          </a:prstGeom>
          <a:noFill/>
          <a:ln>
            <a:noFill/>
          </a:ln>
        </p:spPr>
      </p:pic>
      <p:pic>
        <p:nvPicPr>
          <p:cNvPr id="217" name="Google Shape;217;p27"/>
          <p:cNvPicPr preferRelativeResize="0"/>
          <p:nvPr/>
        </p:nvPicPr>
        <p:blipFill>
          <a:blip r:embed="rId4">
            <a:alphaModFix/>
          </a:blip>
          <a:stretch>
            <a:fillRect/>
          </a:stretch>
        </p:blipFill>
        <p:spPr>
          <a:xfrm flipH="1">
            <a:off x="62575" y="3304375"/>
            <a:ext cx="867700" cy="1857475"/>
          </a:xfrm>
          <a:prstGeom prst="rect">
            <a:avLst/>
          </a:prstGeom>
          <a:noFill/>
          <a:ln>
            <a:noFill/>
          </a:ln>
        </p:spPr>
      </p:pic>
      <p:pic>
        <p:nvPicPr>
          <p:cNvPr id="218" name="Google Shape;218;p27"/>
          <p:cNvPicPr preferRelativeResize="0"/>
          <p:nvPr/>
        </p:nvPicPr>
        <p:blipFill>
          <a:blip r:embed="rId4">
            <a:alphaModFix/>
          </a:blip>
          <a:stretch>
            <a:fillRect/>
          </a:stretch>
        </p:blipFill>
        <p:spPr>
          <a:xfrm>
            <a:off x="8349100" y="3572563"/>
            <a:ext cx="742425" cy="1589300"/>
          </a:xfrm>
          <a:prstGeom prst="rect">
            <a:avLst/>
          </a:prstGeom>
          <a:noFill/>
          <a:ln>
            <a:noFill/>
          </a:ln>
        </p:spPr>
      </p:pic>
      <p:pic>
        <p:nvPicPr>
          <p:cNvPr id="219" name="Google Shape;219;p27"/>
          <p:cNvPicPr preferRelativeResize="0"/>
          <p:nvPr/>
        </p:nvPicPr>
        <p:blipFill>
          <a:blip r:embed="rId5">
            <a:alphaModFix/>
          </a:blip>
          <a:stretch>
            <a:fillRect/>
          </a:stretch>
        </p:blipFill>
        <p:spPr>
          <a:xfrm>
            <a:off x="-615194" y="597413"/>
            <a:ext cx="2497925" cy="352325"/>
          </a:xfrm>
          <a:prstGeom prst="rect">
            <a:avLst/>
          </a:prstGeom>
          <a:noFill/>
          <a:ln>
            <a:noFill/>
          </a:ln>
        </p:spPr>
      </p:pic>
      <p:pic>
        <p:nvPicPr>
          <p:cNvPr id="220" name="Google Shape;220;p27"/>
          <p:cNvPicPr preferRelativeResize="0"/>
          <p:nvPr/>
        </p:nvPicPr>
        <p:blipFill>
          <a:blip r:embed="rId5">
            <a:alphaModFix/>
          </a:blip>
          <a:stretch>
            <a:fillRect/>
          </a:stretch>
        </p:blipFill>
        <p:spPr>
          <a:xfrm flipH="1">
            <a:off x="7421656" y="128288"/>
            <a:ext cx="2497925" cy="35232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221" name="Shape 221"/>
        <p:cNvGrpSpPr/>
        <p:nvPr/>
      </p:nvGrpSpPr>
      <p:grpSpPr>
        <a:xfrm>
          <a:off x="0" y="0"/>
          <a:ext cx="0" cy="0"/>
          <a:chOff x="0" y="0"/>
          <a:chExt cx="0" cy="0"/>
        </a:xfrm>
      </p:grpSpPr>
      <p:sp>
        <p:nvSpPr>
          <p:cNvPr id="222" name="Google Shape;222;p2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3" name="Google Shape;223;p28"/>
          <p:cNvSpPr txBox="1"/>
          <p:nvPr>
            <p:ph idx="1" type="subTitle"/>
          </p:nvPr>
        </p:nvSpPr>
        <p:spPr>
          <a:xfrm>
            <a:off x="2587355" y="989500"/>
            <a:ext cx="3445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4" name="Google Shape;224;p28"/>
          <p:cNvSpPr txBox="1"/>
          <p:nvPr>
            <p:ph idx="2" type="subTitle"/>
          </p:nvPr>
        </p:nvSpPr>
        <p:spPr>
          <a:xfrm>
            <a:off x="2587355" y="1486023"/>
            <a:ext cx="3445500" cy="6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5" name="Google Shape;225;p28"/>
          <p:cNvSpPr txBox="1"/>
          <p:nvPr>
            <p:ph idx="3" type="subTitle"/>
          </p:nvPr>
        </p:nvSpPr>
        <p:spPr>
          <a:xfrm>
            <a:off x="3120769" y="2654261"/>
            <a:ext cx="3445500" cy="6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6" name="Google Shape;226;p28"/>
          <p:cNvSpPr txBox="1"/>
          <p:nvPr>
            <p:ph idx="4" type="subTitle"/>
          </p:nvPr>
        </p:nvSpPr>
        <p:spPr>
          <a:xfrm>
            <a:off x="3654100" y="3822500"/>
            <a:ext cx="3445500" cy="633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7" name="Google Shape;227;p28"/>
          <p:cNvSpPr txBox="1"/>
          <p:nvPr>
            <p:ph idx="5" type="subTitle"/>
          </p:nvPr>
        </p:nvSpPr>
        <p:spPr>
          <a:xfrm>
            <a:off x="3120768" y="2157738"/>
            <a:ext cx="3445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8" name="Google Shape;228;p28"/>
          <p:cNvSpPr txBox="1"/>
          <p:nvPr>
            <p:ph idx="6" type="subTitle"/>
          </p:nvPr>
        </p:nvSpPr>
        <p:spPr>
          <a:xfrm>
            <a:off x="3654099" y="3325977"/>
            <a:ext cx="3445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9" name="Google Shape;229;p28"/>
          <p:cNvSpPr/>
          <p:nvPr/>
        </p:nvSpPr>
        <p:spPr>
          <a:xfrm>
            <a:off x="-7625" y="4495299"/>
            <a:ext cx="9165425" cy="633620"/>
          </a:xfrm>
          <a:custGeom>
            <a:rect b="b" l="l" r="r" t="t"/>
            <a:pathLst>
              <a:path extrusionOk="0" h="158306" w="366617">
                <a:moveTo>
                  <a:pt x="0" y="158306"/>
                </a:moveTo>
                <a:lnTo>
                  <a:pt x="0" y="14288"/>
                </a:lnTo>
                <a:lnTo>
                  <a:pt x="251460" y="0"/>
                </a:lnTo>
                <a:lnTo>
                  <a:pt x="334042" y="4572"/>
                </a:lnTo>
                <a:lnTo>
                  <a:pt x="366617" y="1143"/>
                </a:lnTo>
                <a:lnTo>
                  <a:pt x="366617" y="154877"/>
                </a:lnTo>
                <a:close/>
              </a:path>
            </a:pathLst>
          </a:custGeom>
          <a:solidFill>
            <a:schemeClr val="lt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230" name="Shape 230"/>
        <p:cNvGrpSpPr/>
        <p:nvPr/>
      </p:nvGrpSpPr>
      <p:grpSpPr>
        <a:xfrm>
          <a:off x="0" y="0"/>
          <a:ext cx="0" cy="0"/>
          <a:chOff x="0" y="0"/>
          <a:chExt cx="0" cy="0"/>
        </a:xfrm>
      </p:grpSpPr>
      <p:sp>
        <p:nvSpPr>
          <p:cNvPr id="231" name="Google Shape;231;p29"/>
          <p:cNvSpPr txBox="1"/>
          <p:nvPr>
            <p:ph idx="1" type="subTitle"/>
          </p:nvPr>
        </p:nvSpPr>
        <p:spPr>
          <a:xfrm>
            <a:off x="2176838" y="1201875"/>
            <a:ext cx="2293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32" name="Google Shape;232;p29"/>
          <p:cNvSpPr txBox="1"/>
          <p:nvPr>
            <p:ph idx="2" type="subTitle"/>
          </p:nvPr>
        </p:nvSpPr>
        <p:spPr>
          <a:xfrm>
            <a:off x="2176836" y="1698375"/>
            <a:ext cx="2293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3" name="Google Shape;233;p29"/>
          <p:cNvSpPr txBox="1"/>
          <p:nvPr>
            <p:ph idx="3" type="subTitle"/>
          </p:nvPr>
        </p:nvSpPr>
        <p:spPr>
          <a:xfrm>
            <a:off x="5408313" y="1698375"/>
            <a:ext cx="2293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4" name="Google Shape;234;p29"/>
          <p:cNvSpPr txBox="1"/>
          <p:nvPr>
            <p:ph idx="4" type="subTitle"/>
          </p:nvPr>
        </p:nvSpPr>
        <p:spPr>
          <a:xfrm>
            <a:off x="2176836" y="3290850"/>
            <a:ext cx="2293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5" name="Google Shape;235;p29"/>
          <p:cNvSpPr txBox="1"/>
          <p:nvPr>
            <p:ph idx="5" type="subTitle"/>
          </p:nvPr>
        </p:nvSpPr>
        <p:spPr>
          <a:xfrm>
            <a:off x="5408313" y="3290850"/>
            <a:ext cx="2293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36" name="Google Shape;236;p2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7" name="Google Shape;237;p29"/>
          <p:cNvSpPr txBox="1"/>
          <p:nvPr>
            <p:ph idx="6" type="subTitle"/>
          </p:nvPr>
        </p:nvSpPr>
        <p:spPr>
          <a:xfrm>
            <a:off x="2176838" y="2794350"/>
            <a:ext cx="2293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38" name="Google Shape;238;p29"/>
          <p:cNvSpPr txBox="1"/>
          <p:nvPr>
            <p:ph idx="7" type="subTitle"/>
          </p:nvPr>
        </p:nvSpPr>
        <p:spPr>
          <a:xfrm>
            <a:off x="5408312" y="1201875"/>
            <a:ext cx="2293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39" name="Google Shape;239;p29"/>
          <p:cNvSpPr txBox="1"/>
          <p:nvPr>
            <p:ph idx="8" type="subTitle"/>
          </p:nvPr>
        </p:nvSpPr>
        <p:spPr>
          <a:xfrm>
            <a:off x="5408311" y="2794350"/>
            <a:ext cx="2293500" cy="572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pic>
        <p:nvPicPr>
          <p:cNvPr id="240" name="Google Shape;240;p29"/>
          <p:cNvPicPr preferRelativeResize="0"/>
          <p:nvPr/>
        </p:nvPicPr>
        <p:blipFill>
          <a:blip r:embed="rId2">
            <a:alphaModFix/>
          </a:blip>
          <a:stretch>
            <a:fillRect/>
          </a:stretch>
        </p:blipFill>
        <p:spPr>
          <a:xfrm flipH="1" rot="-9533598">
            <a:off x="7955641" y="-455888"/>
            <a:ext cx="1046717" cy="1604701"/>
          </a:xfrm>
          <a:prstGeom prst="rect">
            <a:avLst/>
          </a:prstGeom>
          <a:noFill/>
          <a:ln>
            <a:noFill/>
          </a:ln>
        </p:spPr>
      </p:pic>
      <p:pic>
        <p:nvPicPr>
          <p:cNvPr id="241" name="Google Shape;241;p29"/>
          <p:cNvPicPr preferRelativeResize="0"/>
          <p:nvPr/>
        </p:nvPicPr>
        <p:blipFill>
          <a:blip r:embed="rId3">
            <a:alphaModFix/>
          </a:blip>
          <a:stretch>
            <a:fillRect/>
          </a:stretch>
        </p:blipFill>
        <p:spPr>
          <a:xfrm>
            <a:off x="7911351" y="1283445"/>
            <a:ext cx="2386524" cy="302900"/>
          </a:xfrm>
          <a:prstGeom prst="rect">
            <a:avLst/>
          </a:prstGeom>
          <a:noFill/>
          <a:ln>
            <a:noFill/>
          </a:ln>
        </p:spPr>
      </p:pic>
      <p:pic>
        <p:nvPicPr>
          <p:cNvPr id="242" name="Google Shape;242;p29"/>
          <p:cNvPicPr preferRelativeResize="0"/>
          <p:nvPr/>
        </p:nvPicPr>
        <p:blipFill>
          <a:blip r:embed="rId3">
            <a:alphaModFix/>
          </a:blip>
          <a:stretch>
            <a:fillRect/>
          </a:stretch>
        </p:blipFill>
        <p:spPr>
          <a:xfrm>
            <a:off x="-478161" y="445020"/>
            <a:ext cx="2386524" cy="302900"/>
          </a:xfrm>
          <a:prstGeom prst="rect">
            <a:avLst/>
          </a:prstGeom>
          <a:noFill/>
          <a:ln>
            <a:noFill/>
          </a:ln>
        </p:spPr>
      </p:pic>
      <p:pic>
        <p:nvPicPr>
          <p:cNvPr id="243" name="Google Shape;243;p29"/>
          <p:cNvPicPr preferRelativeResize="0"/>
          <p:nvPr/>
        </p:nvPicPr>
        <p:blipFill>
          <a:blip r:embed="rId4">
            <a:alphaModFix/>
          </a:blip>
          <a:stretch>
            <a:fillRect/>
          </a:stretch>
        </p:blipFill>
        <p:spPr>
          <a:xfrm>
            <a:off x="-613073" y="1420975"/>
            <a:ext cx="1446376" cy="2040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244" name="Shape 244"/>
        <p:cNvGrpSpPr/>
        <p:nvPr/>
      </p:nvGrpSpPr>
      <p:grpSpPr>
        <a:xfrm>
          <a:off x="0" y="0"/>
          <a:ext cx="0" cy="0"/>
          <a:chOff x="0" y="0"/>
          <a:chExt cx="0" cy="0"/>
        </a:xfrm>
      </p:grpSpPr>
      <p:sp>
        <p:nvSpPr>
          <p:cNvPr id="245" name="Google Shape;245;p3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6" name="Google Shape;246;p30"/>
          <p:cNvSpPr txBox="1"/>
          <p:nvPr>
            <p:ph idx="1" type="subTitle"/>
          </p:nvPr>
        </p:nvSpPr>
        <p:spPr>
          <a:xfrm>
            <a:off x="720000" y="1653186"/>
            <a:ext cx="2336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7" name="Google Shape;247;p30"/>
          <p:cNvSpPr txBox="1"/>
          <p:nvPr>
            <p:ph idx="2" type="subTitle"/>
          </p:nvPr>
        </p:nvSpPr>
        <p:spPr>
          <a:xfrm>
            <a:off x="3403800" y="1653186"/>
            <a:ext cx="2336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8" name="Google Shape;248;p30"/>
          <p:cNvSpPr txBox="1"/>
          <p:nvPr>
            <p:ph idx="3" type="subTitle"/>
          </p:nvPr>
        </p:nvSpPr>
        <p:spPr>
          <a:xfrm>
            <a:off x="6087600" y="1653186"/>
            <a:ext cx="2336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9" name="Google Shape;249;p30"/>
          <p:cNvSpPr txBox="1"/>
          <p:nvPr>
            <p:ph idx="4" type="subTitle"/>
          </p:nvPr>
        </p:nvSpPr>
        <p:spPr>
          <a:xfrm>
            <a:off x="720000" y="3024616"/>
            <a:ext cx="2336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0" name="Google Shape;250;p30"/>
          <p:cNvSpPr txBox="1"/>
          <p:nvPr>
            <p:ph idx="5" type="subTitle"/>
          </p:nvPr>
        </p:nvSpPr>
        <p:spPr>
          <a:xfrm>
            <a:off x="3403800" y="3024616"/>
            <a:ext cx="2336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1" name="Google Shape;251;p30"/>
          <p:cNvSpPr txBox="1"/>
          <p:nvPr>
            <p:ph idx="6" type="subTitle"/>
          </p:nvPr>
        </p:nvSpPr>
        <p:spPr>
          <a:xfrm>
            <a:off x="6087600" y="3024616"/>
            <a:ext cx="2336400" cy="4848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2" name="Google Shape;252;p30"/>
          <p:cNvSpPr txBox="1"/>
          <p:nvPr>
            <p:ph idx="7" type="subTitle"/>
          </p:nvPr>
        </p:nvSpPr>
        <p:spPr>
          <a:xfrm>
            <a:off x="715100" y="115912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3" name="Google Shape;253;p30"/>
          <p:cNvSpPr txBox="1"/>
          <p:nvPr>
            <p:ph idx="8" type="subTitle"/>
          </p:nvPr>
        </p:nvSpPr>
        <p:spPr>
          <a:xfrm>
            <a:off x="3403800" y="115912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4" name="Google Shape;254;p30"/>
          <p:cNvSpPr txBox="1"/>
          <p:nvPr>
            <p:ph idx="9" type="subTitle"/>
          </p:nvPr>
        </p:nvSpPr>
        <p:spPr>
          <a:xfrm>
            <a:off x="6092500" y="115912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5" name="Google Shape;255;p30"/>
          <p:cNvSpPr txBox="1"/>
          <p:nvPr>
            <p:ph idx="13" type="subTitle"/>
          </p:nvPr>
        </p:nvSpPr>
        <p:spPr>
          <a:xfrm>
            <a:off x="715100" y="2533088"/>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6" name="Google Shape;256;p30"/>
          <p:cNvSpPr txBox="1"/>
          <p:nvPr>
            <p:ph idx="14" type="subTitle"/>
          </p:nvPr>
        </p:nvSpPr>
        <p:spPr>
          <a:xfrm>
            <a:off x="3403800" y="2533088"/>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57" name="Google Shape;257;p30"/>
          <p:cNvSpPr txBox="1"/>
          <p:nvPr>
            <p:ph idx="15" type="subTitle"/>
          </p:nvPr>
        </p:nvSpPr>
        <p:spPr>
          <a:xfrm>
            <a:off x="6092500" y="2533088"/>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Reggae One"/>
                <a:ea typeface="Reggae One"/>
                <a:cs typeface="Reggae One"/>
                <a:sym typeface="Reggae 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pic>
        <p:nvPicPr>
          <p:cNvPr id="258" name="Google Shape;258;p30"/>
          <p:cNvPicPr preferRelativeResize="0"/>
          <p:nvPr/>
        </p:nvPicPr>
        <p:blipFill rotWithShape="1">
          <a:blip r:embed="rId2">
            <a:alphaModFix/>
          </a:blip>
          <a:srcRect b="67121" l="3755" r="5772" t="2125"/>
          <a:stretch/>
        </p:blipFill>
        <p:spPr>
          <a:xfrm flipH="1">
            <a:off x="0" y="3590925"/>
            <a:ext cx="9143999" cy="1552574"/>
          </a:xfrm>
          <a:prstGeom prst="rect">
            <a:avLst/>
          </a:prstGeom>
          <a:noFill/>
          <a:ln>
            <a:noFill/>
          </a:ln>
        </p:spPr>
      </p:pic>
      <p:pic>
        <p:nvPicPr>
          <p:cNvPr id="259" name="Google Shape;259;p30"/>
          <p:cNvPicPr preferRelativeResize="0"/>
          <p:nvPr/>
        </p:nvPicPr>
        <p:blipFill>
          <a:blip r:embed="rId3">
            <a:alphaModFix/>
          </a:blip>
          <a:stretch>
            <a:fillRect/>
          </a:stretch>
        </p:blipFill>
        <p:spPr>
          <a:xfrm flipH="1">
            <a:off x="8003250" y="3907063"/>
            <a:ext cx="992975" cy="423675"/>
          </a:xfrm>
          <a:prstGeom prst="rect">
            <a:avLst/>
          </a:prstGeom>
          <a:noFill/>
          <a:ln>
            <a:noFill/>
          </a:ln>
        </p:spPr>
      </p:pic>
      <p:pic>
        <p:nvPicPr>
          <p:cNvPr id="260" name="Google Shape;260;p30"/>
          <p:cNvPicPr preferRelativeResize="0"/>
          <p:nvPr/>
        </p:nvPicPr>
        <p:blipFill>
          <a:blip r:embed="rId4">
            <a:alphaModFix/>
          </a:blip>
          <a:stretch>
            <a:fillRect/>
          </a:stretch>
        </p:blipFill>
        <p:spPr>
          <a:xfrm>
            <a:off x="-911349" y="260595"/>
            <a:ext cx="2386524" cy="302900"/>
          </a:xfrm>
          <a:prstGeom prst="rect">
            <a:avLst/>
          </a:prstGeom>
          <a:noFill/>
          <a:ln>
            <a:noFill/>
          </a:ln>
        </p:spPr>
      </p:pic>
      <p:pic>
        <p:nvPicPr>
          <p:cNvPr id="261" name="Google Shape;261;p30"/>
          <p:cNvPicPr preferRelativeResize="0"/>
          <p:nvPr/>
        </p:nvPicPr>
        <p:blipFill>
          <a:blip r:embed="rId5">
            <a:alphaModFix/>
          </a:blip>
          <a:stretch>
            <a:fillRect/>
          </a:stretch>
        </p:blipFill>
        <p:spPr>
          <a:xfrm>
            <a:off x="7961798" y="657550"/>
            <a:ext cx="2553667" cy="3601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62" name="Shape 262"/>
        <p:cNvGrpSpPr/>
        <p:nvPr/>
      </p:nvGrpSpPr>
      <p:grpSpPr>
        <a:xfrm>
          <a:off x="0" y="0"/>
          <a:ext cx="0" cy="0"/>
          <a:chOff x="0" y="0"/>
          <a:chExt cx="0" cy="0"/>
        </a:xfrm>
      </p:grpSpPr>
      <p:sp>
        <p:nvSpPr>
          <p:cNvPr id="263" name="Google Shape;263;p31"/>
          <p:cNvSpPr txBox="1"/>
          <p:nvPr>
            <p:ph hasCustomPrompt="1" type="title"/>
          </p:nvPr>
        </p:nvSpPr>
        <p:spPr>
          <a:xfrm>
            <a:off x="715100" y="889858"/>
            <a:ext cx="37008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64" name="Google Shape;264;p31"/>
          <p:cNvSpPr txBox="1"/>
          <p:nvPr>
            <p:ph idx="1" type="subTitle"/>
          </p:nvPr>
        </p:nvSpPr>
        <p:spPr>
          <a:xfrm>
            <a:off x="715100" y="1641954"/>
            <a:ext cx="370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5" name="Google Shape;265;p31"/>
          <p:cNvSpPr txBox="1"/>
          <p:nvPr>
            <p:ph hasCustomPrompt="1" idx="2" type="title"/>
          </p:nvPr>
        </p:nvSpPr>
        <p:spPr>
          <a:xfrm>
            <a:off x="4728108" y="889850"/>
            <a:ext cx="37008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66" name="Google Shape;266;p31"/>
          <p:cNvSpPr txBox="1"/>
          <p:nvPr>
            <p:ph idx="3" type="subTitle"/>
          </p:nvPr>
        </p:nvSpPr>
        <p:spPr>
          <a:xfrm>
            <a:off x="4728108" y="1641946"/>
            <a:ext cx="370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 name="Google Shape;267;p31"/>
          <p:cNvSpPr txBox="1"/>
          <p:nvPr>
            <p:ph hasCustomPrompt="1" idx="4" type="title"/>
          </p:nvPr>
        </p:nvSpPr>
        <p:spPr>
          <a:xfrm>
            <a:off x="2584200" y="2198398"/>
            <a:ext cx="39756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4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68" name="Google Shape;268;p31"/>
          <p:cNvSpPr txBox="1"/>
          <p:nvPr>
            <p:ph idx="5" type="subTitle"/>
          </p:nvPr>
        </p:nvSpPr>
        <p:spPr>
          <a:xfrm>
            <a:off x="2584200" y="2950500"/>
            <a:ext cx="39756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69" name="Google Shape;269;p31"/>
          <p:cNvPicPr preferRelativeResize="0"/>
          <p:nvPr/>
        </p:nvPicPr>
        <p:blipFill>
          <a:blip r:embed="rId2">
            <a:alphaModFix/>
          </a:blip>
          <a:stretch>
            <a:fillRect/>
          </a:stretch>
        </p:blipFill>
        <p:spPr>
          <a:xfrm>
            <a:off x="-199898" y="2762250"/>
            <a:ext cx="1446376" cy="204000"/>
          </a:xfrm>
          <a:prstGeom prst="rect">
            <a:avLst/>
          </a:prstGeom>
          <a:noFill/>
          <a:ln>
            <a:noFill/>
          </a:ln>
        </p:spPr>
      </p:pic>
      <p:pic>
        <p:nvPicPr>
          <p:cNvPr id="270" name="Google Shape;270;p31"/>
          <p:cNvPicPr preferRelativeResize="0"/>
          <p:nvPr/>
        </p:nvPicPr>
        <p:blipFill>
          <a:blip r:embed="rId3">
            <a:alphaModFix/>
          </a:blip>
          <a:stretch>
            <a:fillRect/>
          </a:stretch>
        </p:blipFill>
        <p:spPr>
          <a:xfrm>
            <a:off x="-1033836" y="2088745"/>
            <a:ext cx="2386524" cy="302900"/>
          </a:xfrm>
          <a:prstGeom prst="rect">
            <a:avLst/>
          </a:prstGeom>
          <a:noFill/>
          <a:ln>
            <a:noFill/>
          </a:ln>
        </p:spPr>
      </p:pic>
      <p:pic>
        <p:nvPicPr>
          <p:cNvPr id="271" name="Google Shape;271;p31"/>
          <p:cNvPicPr preferRelativeResize="0"/>
          <p:nvPr/>
        </p:nvPicPr>
        <p:blipFill>
          <a:blip r:embed="rId3">
            <a:alphaModFix/>
          </a:blip>
          <a:stretch>
            <a:fillRect/>
          </a:stretch>
        </p:blipFill>
        <p:spPr>
          <a:xfrm>
            <a:off x="7733251" y="300345"/>
            <a:ext cx="2386524" cy="302900"/>
          </a:xfrm>
          <a:prstGeom prst="rect">
            <a:avLst/>
          </a:prstGeom>
          <a:noFill/>
          <a:ln>
            <a:noFill/>
          </a:ln>
        </p:spPr>
      </p:pic>
      <p:sp>
        <p:nvSpPr>
          <p:cNvPr id="272" name="Google Shape;272;p31"/>
          <p:cNvSpPr/>
          <p:nvPr/>
        </p:nvSpPr>
        <p:spPr>
          <a:xfrm>
            <a:off x="0" y="3469775"/>
            <a:ext cx="9172900" cy="734825"/>
          </a:xfrm>
          <a:custGeom>
            <a:rect b="b" l="l" r="r" t="t"/>
            <a:pathLst>
              <a:path extrusionOk="0" h="29393" w="366916">
                <a:moveTo>
                  <a:pt x="569" y="29393"/>
                </a:moveTo>
                <a:lnTo>
                  <a:pt x="0" y="7051"/>
                </a:lnTo>
                <a:lnTo>
                  <a:pt x="32427" y="2317"/>
                </a:lnTo>
                <a:lnTo>
                  <a:pt x="206238" y="8497"/>
                </a:lnTo>
                <a:lnTo>
                  <a:pt x="366916" y="0"/>
                </a:lnTo>
                <a:lnTo>
                  <a:pt x="365756" y="28754"/>
                </a:lnTo>
                <a:close/>
              </a:path>
            </a:pathLst>
          </a:custGeom>
          <a:solidFill>
            <a:schemeClr val="accent2"/>
          </a:solidFill>
          <a:ln>
            <a:noFill/>
          </a:ln>
        </p:spPr>
      </p:sp>
      <p:pic>
        <p:nvPicPr>
          <p:cNvPr id="273" name="Google Shape;273;p31"/>
          <p:cNvPicPr preferRelativeResize="0"/>
          <p:nvPr/>
        </p:nvPicPr>
        <p:blipFill rotWithShape="1">
          <a:blip r:embed="rId4">
            <a:alphaModFix/>
          </a:blip>
          <a:srcRect b="39657" l="1840" r="4263" t="0"/>
          <a:stretch/>
        </p:blipFill>
        <p:spPr>
          <a:xfrm>
            <a:off x="0" y="3545425"/>
            <a:ext cx="9144003" cy="1598075"/>
          </a:xfrm>
          <a:prstGeom prst="rect">
            <a:avLst/>
          </a:prstGeom>
          <a:noFill/>
          <a:ln>
            <a:noFill/>
          </a:ln>
        </p:spPr>
      </p:pic>
      <p:pic>
        <p:nvPicPr>
          <p:cNvPr id="274" name="Google Shape;274;p31"/>
          <p:cNvPicPr preferRelativeResize="0"/>
          <p:nvPr/>
        </p:nvPicPr>
        <p:blipFill>
          <a:blip r:embed="rId5">
            <a:alphaModFix/>
          </a:blip>
          <a:stretch>
            <a:fillRect/>
          </a:stretch>
        </p:blipFill>
        <p:spPr>
          <a:xfrm>
            <a:off x="7520650" y="2762262"/>
            <a:ext cx="1176650" cy="14573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75" name="Shape 275"/>
        <p:cNvGrpSpPr/>
        <p:nvPr/>
      </p:nvGrpSpPr>
      <p:grpSpPr>
        <a:xfrm>
          <a:off x="0" y="0"/>
          <a:ext cx="0" cy="0"/>
          <a:chOff x="0" y="0"/>
          <a:chExt cx="0" cy="0"/>
        </a:xfrm>
      </p:grpSpPr>
      <p:pic>
        <p:nvPicPr>
          <p:cNvPr id="276" name="Google Shape;276;p32"/>
          <p:cNvPicPr preferRelativeResize="0"/>
          <p:nvPr/>
        </p:nvPicPr>
        <p:blipFill rotWithShape="1">
          <a:blip r:embed="rId2">
            <a:alphaModFix/>
          </a:blip>
          <a:srcRect b="45460" l="0" r="11918" t="0"/>
          <a:stretch/>
        </p:blipFill>
        <p:spPr>
          <a:xfrm flipH="1">
            <a:off x="-44276" y="3439425"/>
            <a:ext cx="8054051" cy="1704075"/>
          </a:xfrm>
          <a:prstGeom prst="rect">
            <a:avLst/>
          </a:prstGeom>
          <a:noFill/>
          <a:ln>
            <a:noFill/>
          </a:ln>
        </p:spPr>
      </p:pic>
      <p:sp>
        <p:nvSpPr>
          <p:cNvPr id="277" name="Google Shape;277;p32"/>
          <p:cNvSpPr txBox="1"/>
          <p:nvPr>
            <p:ph type="ctrTitle"/>
          </p:nvPr>
        </p:nvSpPr>
        <p:spPr>
          <a:xfrm>
            <a:off x="2429950" y="535000"/>
            <a:ext cx="4284000" cy="99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78" name="Google Shape;278;p32"/>
          <p:cNvSpPr txBox="1"/>
          <p:nvPr>
            <p:ph idx="1" type="subTitle"/>
          </p:nvPr>
        </p:nvSpPr>
        <p:spPr>
          <a:xfrm>
            <a:off x="2425075" y="1524175"/>
            <a:ext cx="4293900" cy="117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279" name="Google Shape;279;p32"/>
          <p:cNvSpPr txBox="1"/>
          <p:nvPr/>
        </p:nvSpPr>
        <p:spPr>
          <a:xfrm>
            <a:off x="1881450" y="3691150"/>
            <a:ext cx="5381100" cy="48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300"/>
              </a:spcBef>
              <a:spcAft>
                <a:spcPts val="0"/>
              </a:spcAft>
              <a:buNone/>
            </a:pPr>
            <a:r>
              <a:rPr lang="en" sz="1200">
                <a:solidFill>
                  <a:schemeClr val="lt1"/>
                </a:solidFill>
                <a:latin typeface="DM Sans"/>
                <a:ea typeface="DM Sans"/>
                <a:cs typeface="DM Sans"/>
                <a:sym typeface="DM Sans"/>
              </a:rPr>
              <a:t>CREDITS: This presentation template was created by </a:t>
            </a:r>
            <a:r>
              <a:rPr b="1" lang="en" sz="1200">
                <a:solidFill>
                  <a:schemeClr val="lt1"/>
                </a:solidFill>
                <a:uFill>
                  <a:noFill/>
                </a:uFill>
                <a:latin typeface="DM Sans"/>
                <a:ea typeface="DM Sans"/>
                <a:cs typeface="DM Sans"/>
                <a:sym typeface="DM Sans"/>
                <a:hlinkClick r:id="rId3">
                  <a:extLst>
                    <a:ext uri="{A12FA001-AC4F-418D-AE19-62706E023703}">
                      <ahyp:hlinkClr val="tx"/>
                    </a:ext>
                  </a:extLst>
                </a:hlinkClick>
              </a:rPr>
              <a:t>Slidesgo</a:t>
            </a:r>
            <a:r>
              <a:rPr lang="en" sz="1200">
                <a:solidFill>
                  <a:schemeClr val="lt1"/>
                </a:solidFill>
                <a:latin typeface="DM Sans"/>
                <a:ea typeface="DM Sans"/>
                <a:cs typeface="DM Sans"/>
                <a:sym typeface="DM Sans"/>
              </a:rPr>
              <a:t>, including icons by </a:t>
            </a:r>
            <a:r>
              <a:rPr b="1" lang="en" sz="1200">
                <a:solidFill>
                  <a:schemeClr val="lt1"/>
                </a:solidFill>
                <a:uFill>
                  <a:noFill/>
                </a:uFill>
                <a:latin typeface="DM Sans"/>
                <a:ea typeface="DM Sans"/>
                <a:cs typeface="DM Sans"/>
                <a:sym typeface="DM Sans"/>
                <a:hlinkClick r:id="rId4">
                  <a:extLst>
                    <a:ext uri="{A12FA001-AC4F-418D-AE19-62706E023703}">
                      <ahyp:hlinkClr val="tx"/>
                    </a:ext>
                  </a:extLst>
                </a:hlinkClick>
              </a:rPr>
              <a:t>Flaticon</a:t>
            </a:r>
            <a:r>
              <a:rPr b="1" lang="en" sz="1200">
                <a:solidFill>
                  <a:schemeClr val="lt1"/>
                </a:solidFill>
                <a:latin typeface="DM Sans"/>
                <a:ea typeface="DM Sans"/>
                <a:cs typeface="DM Sans"/>
                <a:sym typeface="DM Sans"/>
              </a:rPr>
              <a:t> </a:t>
            </a:r>
            <a:r>
              <a:rPr lang="en" sz="1200">
                <a:solidFill>
                  <a:schemeClr val="lt1"/>
                </a:solidFill>
                <a:latin typeface="DM Sans"/>
                <a:ea typeface="DM Sans"/>
                <a:cs typeface="DM Sans"/>
                <a:sym typeface="DM Sans"/>
              </a:rPr>
              <a:t>and infographics &amp; images by </a:t>
            </a:r>
            <a:r>
              <a:rPr b="1" lang="en" sz="1200">
                <a:solidFill>
                  <a:schemeClr val="lt1"/>
                </a:solidFill>
                <a:uFill>
                  <a:noFill/>
                </a:uFill>
                <a:latin typeface="DM Sans"/>
                <a:ea typeface="DM Sans"/>
                <a:cs typeface="DM Sans"/>
                <a:sym typeface="DM Sans"/>
                <a:hlinkClick r:id="rId5">
                  <a:extLst>
                    <a:ext uri="{A12FA001-AC4F-418D-AE19-62706E023703}">
                      <ahyp:hlinkClr val="tx"/>
                    </a:ext>
                  </a:extLst>
                </a:hlinkClick>
              </a:rPr>
              <a:t>Freepik</a:t>
            </a:r>
            <a:endParaRPr b="1" sz="1200">
              <a:solidFill>
                <a:schemeClr val="lt1"/>
              </a:solidFill>
              <a:latin typeface="DM Sans"/>
              <a:ea typeface="DM Sans"/>
              <a:cs typeface="DM Sans"/>
              <a:sym typeface="DM Sans"/>
            </a:endParaRPr>
          </a:p>
        </p:txBody>
      </p:sp>
      <p:pic>
        <p:nvPicPr>
          <p:cNvPr id="280" name="Google Shape;280;p32"/>
          <p:cNvPicPr preferRelativeResize="0"/>
          <p:nvPr/>
        </p:nvPicPr>
        <p:blipFill>
          <a:blip r:embed="rId6">
            <a:alphaModFix/>
          </a:blip>
          <a:stretch>
            <a:fillRect/>
          </a:stretch>
        </p:blipFill>
        <p:spPr>
          <a:xfrm>
            <a:off x="7494651" y="205970"/>
            <a:ext cx="2386524" cy="302900"/>
          </a:xfrm>
          <a:prstGeom prst="rect">
            <a:avLst/>
          </a:prstGeom>
          <a:noFill/>
          <a:ln>
            <a:noFill/>
          </a:ln>
        </p:spPr>
      </p:pic>
      <p:pic>
        <p:nvPicPr>
          <p:cNvPr id="281" name="Google Shape;281;p32"/>
          <p:cNvPicPr preferRelativeResize="0"/>
          <p:nvPr/>
        </p:nvPicPr>
        <p:blipFill>
          <a:blip r:embed="rId7">
            <a:alphaModFix/>
          </a:blip>
          <a:stretch>
            <a:fillRect/>
          </a:stretch>
        </p:blipFill>
        <p:spPr>
          <a:xfrm>
            <a:off x="-402848" y="1981900"/>
            <a:ext cx="1446376" cy="20400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82" name="Shape 282"/>
        <p:cNvGrpSpPr/>
        <p:nvPr/>
      </p:nvGrpSpPr>
      <p:grpSpPr>
        <a:xfrm>
          <a:off x="0" y="0"/>
          <a:ext cx="0" cy="0"/>
          <a:chOff x="0" y="0"/>
          <a:chExt cx="0" cy="0"/>
        </a:xfrm>
      </p:grpSpPr>
      <p:pic>
        <p:nvPicPr>
          <p:cNvPr id="283" name="Google Shape;283;p33"/>
          <p:cNvPicPr preferRelativeResize="0"/>
          <p:nvPr/>
        </p:nvPicPr>
        <p:blipFill rotWithShape="1">
          <a:blip r:embed="rId2">
            <a:alphaModFix/>
          </a:blip>
          <a:srcRect b="67121" l="3755" r="5772" t="2125"/>
          <a:stretch/>
        </p:blipFill>
        <p:spPr>
          <a:xfrm flipH="1">
            <a:off x="0" y="3590925"/>
            <a:ext cx="9143999" cy="1552574"/>
          </a:xfrm>
          <a:prstGeom prst="rect">
            <a:avLst/>
          </a:prstGeom>
          <a:noFill/>
          <a:ln>
            <a:noFill/>
          </a:ln>
        </p:spPr>
      </p:pic>
      <p:pic>
        <p:nvPicPr>
          <p:cNvPr id="284" name="Google Shape;284;p33"/>
          <p:cNvPicPr preferRelativeResize="0"/>
          <p:nvPr/>
        </p:nvPicPr>
        <p:blipFill>
          <a:blip r:embed="rId3">
            <a:alphaModFix/>
          </a:blip>
          <a:stretch>
            <a:fillRect/>
          </a:stretch>
        </p:blipFill>
        <p:spPr>
          <a:xfrm flipH="1">
            <a:off x="8003250" y="3907063"/>
            <a:ext cx="992975" cy="423675"/>
          </a:xfrm>
          <a:prstGeom prst="rect">
            <a:avLst/>
          </a:prstGeom>
          <a:noFill/>
          <a:ln>
            <a:noFill/>
          </a:ln>
        </p:spPr>
      </p:pic>
      <p:pic>
        <p:nvPicPr>
          <p:cNvPr id="285" name="Google Shape;285;p33"/>
          <p:cNvPicPr preferRelativeResize="0"/>
          <p:nvPr/>
        </p:nvPicPr>
        <p:blipFill>
          <a:blip r:embed="rId4">
            <a:alphaModFix/>
          </a:blip>
          <a:stretch>
            <a:fillRect/>
          </a:stretch>
        </p:blipFill>
        <p:spPr>
          <a:xfrm>
            <a:off x="-911349" y="260595"/>
            <a:ext cx="2386524" cy="302900"/>
          </a:xfrm>
          <a:prstGeom prst="rect">
            <a:avLst/>
          </a:prstGeom>
          <a:noFill/>
          <a:ln>
            <a:noFill/>
          </a:ln>
        </p:spPr>
      </p:pic>
      <p:pic>
        <p:nvPicPr>
          <p:cNvPr id="286" name="Google Shape;286;p33"/>
          <p:cNvPicPr preferRelativeResize="0"/>
          <p:nvPr/>
        </p:nvPicPr>
        <p:blipFill>
          <a:blip r:embed="rId5">
            <a:alphaModFix/>
          </a:blip>
          <a:stretch>
            <a:fillRect/>
          </a:stretch>
        </p:blipFill>
        <p:spPr>
          <a:xfrm>
            <a:off x="7961798" y="657550"/>
            <a:ext cx="2553667" cy="3601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87" name="Shape 287"/>
        <p:cNvGrpSpPr/>
        <p:nvPr/>
      </p:nvGrpSpPr>
      <p:grpSpPr>
        <a:xfrm>
          <a:off x="0" y="0"/>
          <a:ext cx="0" cy="0"/>
          <a:chOff x="0" y="0"/>
          <a:chExt cx="0" cy="0"/>
        </a:xfrm>
      </p:grpSpPr>
      <p:pic>
        <p:nvPicPr>
          <p:cNvPr id="288" name="Google Shape;288;p34"/>
          <p:cNvPicPr preferRelativeResize="0"/>
          <p:nvPr/>
        </p:nvPicPr>
        <p:blipFill rotWithShape="1">
          <a:blip r:embed="rId2">
            <a:alphaModFix/>
          </a:blip>
          <a:srcRect b="63875" l="0" r="19936" t="0"/>
          <a:stretch/>
        </p:blipFill>
        <p:spPr>
          <a:xfrm>
            <a:off x="1507800" y="4014825"/>
            <a:ext cx="7636200" cy="1128675"/>
          </a:xfrm>
          <a:prstGeom prst="rect">
            <a:avLst/>
          </a:prstGeom>
          <a:noFill/>
          <a:ln>
            <a:noFill/>
          </a:ln>
        </p:spPr>
      </p:pic>
      <p:pic>
        <p:nvPicPr>
          <p:cNvPr id="289" name="Google Shape;289;p34"/>
          <p:cNvPicPr preferRelativeResize="0"/>
          <p:nvPr/>
        </p:nvPicPr>
        <p:blipFill rotWithShape="1">
          <a:blip r:embed="rId3">
            <a:alphaModFix/>
          </a:blip>
          <a:srcRect b="10754" l="27756" r="0" t="0"/>
          <a:stretch/>
        </p:blipFill>
        <p:spPr>
          <a:xfrm>
            <a:off x="0" y="1570175"/>
            <a:ext cx="3901174" cy="3573324"/>
          </a:xfrm>
          <a:prstGeom prst="rect">
            <a:avLst/>
          </a:prstGeom>
          <a:noFill/>
          <a:ln>
            <a:noFill/>
          </a:ln>
        </p:spPr>
      </p:pic>
      <p:pic>
        <p:nvPicPr>
          <p:cNvPr id="290" name="Google Shape;290;p34"/>
          <p:cNvPicPr preferRelativeResize="0"/>
          <p:nvPr/>
        </p:nvPicPr>
        <p:blipFill>
          <a:blip r:embed="rId4">
            <a:alphaModFix/>
          </a:blip>
          <a:stretch>
            <a:fillRect/>
          </a:stretch>
        </p:blipFill>
        <p:spPr>
          <a:xfrm>
            <a:off x="123250" y="3936775"/>
            <a:ext cx="1040625" cy="1288850"/>
          </a:xfrm>
          <a:prstGeom prst="rect">
            <a:avLst/>
          </a:prstGeom>
          <a:noFill/>
          <a:ln>
            <a:noFill/>
          </a:ln>
        </p:spPr>
      </p:pic>
      <p:pic>
        <p:nvPicPr>
          <p:cNvPr id="291" name="Google Shape;291;p34"/>
          <p:cNvPicPr preferRelativeResize="0"/>
          <p:nvPr/>
        </p:nvPicPr>
        <p:blipFill>
          <a:blip r:embed="rId5">
            <a:alphaModFix/>
          </a:blip>
          <a:stretch>
            <a:fillRect/>
          </a:stretch>
        </p:blipFill>
        <p:spPr>
          <a:xfrm>
            <a:off x="-2264150" y="1563739"/>
            <a:ext cx="3279752" cy="416275"/>
          </a:xfrm>
          <a:prstGeom prst="rect">
            <a:avLst/>
          </a:prstGeom>
          <a:noFill/>
          <a:ln>
            <a:noFill/>
          </a:ln>
        </p:spPr>
      </p:pic>
      <p:pic>
        <p:nvPicPr>
          <p:cNvPr id="292" name="Google Shape;292;p34"/>
          <p:cNvPicPr preferRelativeResize="0"/>
          <p:nvPr/>
        </p:nvPicPr>
        <p:blipFill>
          <a:blip r:embed="rId6">
            <a:alphaModFix/>
          </a:blip>
          <a:stretch>
            <a:fillRect/>
          </a:stretch>
        </p:blipFill>
        <p:spPr>
          <a:xfrm>
            <a:off x="7644948" y="214050"/>
            <a:ext cx="2511550" cy="354225"/>
          </a:xfrm>
          <a:prstGeom prst="rect">
            <a:avLst/>
          </a:prstGeom>
          <a:noFill/>
          <a:ln>
            <a:noFill/>
          </a:ln>
        </p:spPr>
      </p:pic>
      <p:pic>
        <p:nvPicPr>
          <p:cNvPr id="293" name="Google Shape;293;p34"/>
          <p:cNvPicPr preferRelativeResize="0"/>
          <p:nvPr/>
        </p:nvPicPr>
        <p:blipFill>
          <a:blip r:embed="rId7">
            <a:alphaModFix/>
          </a:blip>
          <a:stretch>
            <a:fillRect/>
          </a:stretch>
        </p:blipFill>
        <p:spPr>
          <a:xfrm rot="-8254457">
            <a:off x="108224" y="-125719"/>
            <a:ext cx="1478281" cy="123984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Reggae One"/>
              <a:buNone/>
              <a:defRPr sz="3500">
                <a:solidFill>
                  <a:schemeClr val="dk1"/>
                </a:solidFill>
                <a:latin typeface="Reggae One"/>
                <a:ea typeface="Reggae One"/>
                <a:cs typeface="Reggae One"/>
                <a:sym typeface="Reggae One"/>
              </a:defRPr>
            </a:lvl1pPr>
            <a:lvl2pPr lvl="1"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2pPr>
            <a:lvl3pPr lvl="2"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3pPr>
            <a:lvl4pPr lvl="3"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4pPr>
            <a:lvl5pPr lvl="4"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5pPr>
            <a:lvl6pPr lvl="5"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6pPr>
            <a:lvl7pPr lvl="6"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7pPr>
            <a:lvl8pPr lvl="7"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8pPr>
            <a:lvl9pPr lvl="8" rtl="0">
              <a:spcBef>
                <a:spcPts val="0"/>
              </a:spcBef>
              <a:spcAft>
                <a:spcPts val="0"/>
              </a:spcAft>
              <a:buClr>
                <a:schemeClr val="dk1"/>
              </a:buClr>
              <a:buSzPts val="3500"/>
              <a:buFont typeface="Russo One"/>
              <a:buNone/>
              <a:defRPr sz="3500">
                <a:solidFill>
                  <a:schemeClr val="dk1"/>
                </a:solidFill>
                <a:latin typeface="Russo One"/>
                <a:ea typeface="Russo One"/>
                <a:cs typeface="Russo One"/>
                <a:sym typeface="Russo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00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63.png"/><Relationship Id="rId4" Type="http://schemas.openxmlformats.org/officeDocument/2006/relationships/image" Target="../media/image10.png"/><Relationship Id="rId9" Type="http://schemas.openxmlformats.org/officeDocument/2006/relationships/image" Target="../media/image50.png"/><Relationship Id="rId5" Type="http://schemas.openxmlformats.org/officeDocument/2006/relationships/image" Target="../media/image23.png"/><Relationship Id="rId6" Type="http://schemas.openxmlformats.org/officeDocument/2006/relationships/image" Target="../media/image58.png"/><Relationship Id="rId7" Type="http://schemas.openxmlformats.org/officeDocument/2006/relationships/image" Target="../media/image45.png"/><Relationship Id="rId8" Type="http://schemas.openxmlformats.org/officeDocument/2006/relationships/image" Target="../media/image40.png"/><Relationship Id="rId11" Type="http://schemas.openxmlformats.org/officeDocument/2006/relationships/image" Target="../media/image41.png"/><Relationship Id="rId10" Type="http://schemas.openxmlformats.org/officeDocument/2006/relationships/image" Target="../media/image53.png"/><Relationship Id="rId13" Type="http://schemas.openxmlformats.org/officeDocument/2006/relationships/image" Target="../media/image47.png"/><Relationship Id="rId12" Type="http://schemas.openxmlformats.org/officeDocument/2006/relationships/image" Target="../media/image44.png"/><Relationship Id="rId15" Type="http://schemas.openxmlformats.org/officeDocument/2006/relationships/image" Target="../media/image48.png"/><Relationship Id="rId14" Type="http://schemas.openxmlformats.org/officeDocument/2006/relationships/image" Target="../media/image7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7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6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 Id="rId3"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52.png"/><Relationship Id="rId5" Type="http://schemas.openxmlformats.org/officeDocument/2006/relationships/image" Target="../media/image49.jpg"/><Relationship Id="rId6" Type="http://schemas.openxmlformats.org/officeDocument/2006/relationships/image" Target="../media/image5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33.png"/><Relationship Id="rId7" Type="http://schemas.openxmlformats.org/officeDocument/2006/relationships/hyperlink" Target="https://www.montana.edu/screel/teaching/bioe-440r-521/documents/May1988.pdf"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33.png"/><Relationship Id="rId7" Type="http://schemas.openxmlformats.org/officeDocument/2006/relationships/hyperlink" Target="https://scholar.google.com/scholar_lookup?journal=Futurist&amp;title=Disappearing%20species:%20a%20global%20tragedy.&amp;author=P.%20H%20Raven&amp;volume=19&amp;publication_year=1985&amp;pages=8-14&am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33.png"/><Relationship Id="rId7" Type="http://schemas.openxmlformats.org/officeDocument/2006/relationships/hyperlink" Target="https://academic.oup.com/biolinnean/article-abstract/43/2/101/270157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33.png"/><Relationship Id="rId7" Type="http://schemas.openxmlformats.org/officeDocument/2006/relationships/hyperlink" Target="https://pmc.ncbi.nlm.nih.gov/articles/PMC302567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26.png"/><Relationship Id="rId9" Type="http://schemas.openxmlformats.org/officeDocument/2006/relationships/image" Target="../media/image33.png"/><Relationship Id="rId5" Type="http://schemas.openxmlformats.org/officeDocument/2006/relationships/image" Target="../media/image5.png"/><Relationship Id="rId6" Type="http://schemas.openxmlformats.org/officeDocument/2006/relationships/image" Target="../media/image30.png"/><Relationship Id="rId7" Type="http://schemas.openxmlformats.org/officeDocument/2006/relationships/image" Target="../media/image42.png"/><Relationship Id="rId8" Type="http://schemas.openxmlformats.org/officeDocument/2006/relationships/image" Target="../media/image23.png"/><Relationship Id="rId11" Type="http://schemas.openxmlformats.org/officeDocument/2006/relationships/image" Target="../media/image54.png"/><Relationship Id="rId10"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hyperlink" Target="https://journals.plos.org/plosbiology/article?id=10.1371/journal.pbio.1001127#s4" TargetMode="Externa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72.png"/><Relationship Id="rId9" Type="http://schemas.openxmlformats.org/officeDocument/2006/relationships/image" Target="../media/image33.png"/><Relationship Id="rId5" Type="http://schemas.openxmlformats.org/officeDocument/2006/relationships/image" Target="../media/image46.png"/><Relationship Id="rId6" Type="http://schemas.openxmlformats.org/officeDocument/2006/relationships/image" Target="../media/image55.png"/><Relationship Id="rId7" Type="http://schemas.openxmlformats.org/officeDocument/2006/relationships/image" Target="../media/image12.png"/><Relationship Id="rId8" Type="http://schemas.openxmlformats.org/officeDocument/2006/relationships/image" Target="../media/image2.png"/><Relationship Id="rId11" Type="http://schemas.openxmlformats.org/officeDocument/2006/relationships/image" Target="../media/image23.png"/><Relationship Id="rId10"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 Id="rId3" Type="http://schemas.openxmlformats.org/officeDocument/2006/relationships/image" Target="../media/image5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7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56.jpg"/><Relationship Id="rId6" Type="http://schemas.openxmlformats.org/officeDocument/2006/relationships/image" Target="../media/image6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6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65.png"/><Relationship Id="rId4" Type="http://schemas.openxmlformats.org/officeDocument/2006/relationships/image" Target="../media/image69.png"/><Relationship Id="rId9" Type="http://schemas.openxmlformats.org/officeDocument/2006/relationships/image" Target="../media/image67.png"/><Relationship Id="rId5" Type="http://schemas.openxmlformats.org/officeDocument/2006/relationships/image" Target="../media/image64.png"/><Relationship Id="rId6" Type="http://schemas.openxmlformats.org/officeDocument/2006/relationships/image" Target="../media/image66.png"/><Relationship Id="rId7" Type="http://schemas.openxmlformats.org/officeDocument/2006/relationships/image" Target="../media/image73.png"/><Relationship Id="rId8" Type="http://schemas.openxmlformats.org/officeDocument/2006/relationships/image" Target="../media/image6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76.jpg"/><Relationship Id="rId7" Type="http://schemas.openxmlformats.org/officeDocument/2006/relationships/image" Target="../media/image74.jpg"/><Relationship Id="rId8" Type="http://schemas.openxmlformats.org/officeDocument/2006/relationships/image" Target="../media/image7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79.png"/><Relationship Id="rId7" Type="http://schemas.openxmlformats.org/officeDocument/2006/relationships/image" Target="../media/image7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 Id="rId3" Type="http://schemas.openxmlformats.org/officeDocument/2006/relationships/hyperlink" Target="https://docs.google.com/document/d/1qpB0loHDO-265KJWud_EQlgqcp3MbAXueFxQ2m2JX28/edit?tab=t.0" TargetMode="External"/><Relationship Id="rId4" Type="http://schemas.openxmlformats.org/officeDocument/2006/relationships/hyperlink" Target="https://centurylibrary.com/shop/animals/insects-beetles-vintage-okens-naturgeschichte-artwork-1830s/" TargetMode="External"/><Relationship Id="rId9" Type="http://schemas.openxmlformats.org/officeDocument/2006/relationships/hyperlink" Target="https://tinyurl.com/4cf54u44" TargetMode="External"/><Relationship Id="rId5" Type="http://schemas.openxmlformats.org/officeDocument/2006/relationships/hyperlink" Target="https://tinyurl.com/yknbhjk6" TargetMode="External"/><Relationship Id="rId6" Type="http://schemas.openxmlformats.org/officeDocument/2006/relationships/hyperlink" Target="https://tinyurl.com/43rnnm5m" TargetMode="External"/><Relationship Id="rId7" Type="http://schemas.openxmlformats.org/officeDocument/2006/relationships/hyperlink" Target="https://tinyurl.com/2s3ema85" TargetMode="External"/><Relationship Id="rId8" Type="http://schemas.openxmlformats.org/officeDocument/2006/relationships/hyperlink" Target="https://tinyurl.com/4xz65nbu" TargetMode="External"/><Relationship Id="rId11" Type="http://schemas.openxmlformats.org/officeDocument/2006/relationships/hyperlink" Target="https://tinyurl.com/yt7jems2" TargetMode="External"/><Relationship Id="rId10" Type="http://schemas.openxmlformats.org/officeDocument/2006/relationships/hyperlink" Target="https://tinyurl.com/ykfspatk" TargetMode="External"/><Relationship Id="rId13" Type="http://schemas.openxmlformats.org/officeDocument/2006/relationships/hyperlink" Target="https://tinyurl.com/424sc6a6" TargetMode="External"/><Relationship Id="rId12" Type="http://schemas.openxmlformats.org/officeDocument/2006/relationships/hyperlink" Target="https://tinyurl.com/43p8d6hw" TargetMode="External"/><Relationship Id="rId15" Type="http://schemas.openxmlformats.org/officeDocument/2006/relationships/hyperlink" Target="https://www.jstor.org/stable/2405675" TargetMode="External"/><Relationship Id="rId14" Type="http://schemas.openxmlformats.org/officeDocument/2006/relationships/hyperlink" Target="https://tinyurl.com/242rm8xe" TargetMode="External"/><Relationship Id="rId17" Type="http://schemas.openxmlformats.org/officeDocument/2006/relationships/hyperlink" Target="https://link.springer.com/chapter/10.1007/978-94-010-1829-6_16" TargetMode="External"/><Relationship Id="rId16" Type="http://schemas.openxmlformats.org/officeDocument/2006/relationships/hyperlink" Target="https://www.cell.com/trends/ecology-evolution/fulltext/0169-5347(95)90031-4" TargetMode="External"/><Relationship Id="rId18" Type="http://schemas.openxmlformats.org/officeDocument/2006/relationships/hyperlink" Target="https://pubmed.ncbi.nlm.nih.gov/15253349/"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ph type="ctrTitle"/>
          </p:nvPr>
        </p:nvSpPr>
        <p:spPr>
          <a:xfrm>
            <a:off x="1786625" y="678500"/>
            <a:ext cx="5571000" cy="218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Macroecology and biogeography 2</a:t>
            </a:r>
            <a:endParaRPr/>
          </a:p>
        </p:txBody>
      </p:sp>
      <p:sp>
        <p:nvSpPr>
          <p:cNvPr id="299" name="Google Shape;299;p35"/>
          <p:cNvSpPr txBox="1"/>
          <p:nvPr>
            <p:ph idx="1" type="subTitle"/>
          </p:nvPr>
        </p:nvSpPr>
        <p:spPr>
          <a:xfrm>
            <a:off x="2392500" y="3711475"/>
            <a:ext cx="4359000" cy="40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many species are there on Earth?</a:t>
            </a:r>
            <a:endParaRPr/>
          </a:p>
        </p:txBody>
      </p:sp>
      <p:pic>
        <p:nvPicPr>
          <p:cNvPr id="300" name="Google Shape;300;p35"/>
          <p:cNvPicPr preferRelativeResize="0"/>
          <p:nvPr/>
        </p:nvPicPr>
        <p:blipFill>
          <a:blip r:embed="rId3">
            <a:alphaModFix/>
          </a:blip>
          <a:stretch>
            <a:fillRect/>
          </a:stretch>
        </p:blipFill>
        <p:spPr>
          <a:xfrm>
            <a:off x="7357626" y="640545"/>
            <a:ext cx="2386524" cy="302900"/>
          </a:xfrm>
          <a:prstGeom prst="rect">
            <a:avLst/>
          </a:prstGeom>
          <a:noFill/>
          <a:ln>
            <a:noFill/>
          </a:ln>
        </p:spPr>
      </p:pic>
      <p:pic>
        <p:nvPicPr>
          <p:cNvPr id="301" name="Google Shape;301;p35"/>
          <p:cNvPicPr preferRelativeResize="0"/>
          <p:nvPr/>
        </p:nvPicPr>
        <p:blipFill>
          <a:blip r:embed="rId4">
            <a:alphaModFix/>
          </a:blip>
          <a:stretch>
            <a:fillRect/>
          </a:stretch>
        </p:blipFill>
        <p:spPr>
          <a:xfrm>
            <a:off x="-483869" y="535000"/>
            <a:ext cx="2497925" cy="352325"/>
          </a:xfrm>
          <a:prstGeom prst="rect">
            <a:avLst/>
          </a:prstGeom>
          <a:noFill/>
          <a:ln>
            <a:noFill/>
          </a:ln>
        </p:spPr>
      </p:pic>
      <p:pic>
        <p:nvPicPr>
          <p:cNvPr id="302" name="Google Shape;302;p35"/>
          <p:cNvPicPr preferRelativeResize="0"/>
          <p:nvPr/>
        </p:nvPicPr>
        <p:blipFill>
          <a:blip r:embed="rId4">
            <a:alphaModFix/>
          </a:blip>
          <a:stretch>
            <a:fillRect/>
          </a:stretch>
        </p:blipFill>
        <p:spPr>
          <a:xfrm flipH="1">
            <a:off x="7755497" y="1985300"/>
            <a:ext cx="1788055" cy="252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6"/>
          <p:cNvSpPr txBox="1"/>
          <p:nvPr>
            <p:ph type="title"/>
          </p:nvPr>
        </p:nvSpPr>
        <p:spPr>
          <a:xfrm>
            <a:off x="1081775" y="1162825"/>
            <a:ext cx="6576000" cy="250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7600"/>
              <a:t>How many species?</a:t>
            </a:r>
            <a:endParaRPr sz="7600"/>
          </a:p>
        </p:txBody>
      </p:sp>
      <p:pic>
        <p:nvPicPr>
          <p:cNvPr id="308" name="Google Shape;308;p36"/>
          <p:cNvPicPr preferRelativeResize="0"/>
          <p:nvPr/>
        </p:nvPicPr>
        <p:blipFill>
          <a:blip r:embed="rId3">
            <a:alphaModFix/>
          </a:blip>
          <a:stretch>
            <a:fillRect/>
          </a:stretch>
        </p:blipFill>
        <p:spPr>
          <a:xfrm flipH="1">
            <a:off x="751075" y="3783063"/>
            <a:ext cx="992975" cy="423675"/>
          </a:xfrm>
          <a:prstGeom prst="rect">
            <a:avLst/>
          </a:prstGeom>
          <a:noFill/>
          <a:ln>
            <a:noFill/>
          </a:ln>
        </p:spPr>
      </p:pic>
      <p:pic>
        <p:nvPicPr>
          <p:cNvPr id="309" name="Google Shape;309;p36"/>
          <p:cNvPicPr preferRelativeResize="0"/>
          <p:nvPr/>
        </p:nvPicPr>
        <p:blipFill>
          <a:blip r:embed="rId4">
            <a:alphaModFix/>
          </a:blip>
          <a:stretch>
            <a:fillRect/>
          </a:stretch>
        </p:blipFill>
        <p:spPr>
          <a:xfrm flipH="1">
            <a:off x="402925" y="2829625"/>
            <a:ext cx="1942850" cy="2020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37"/>
          <p:cNvPicPr preferRelativeResize="0"/>
          <p:nvPr/>
        </p:nvPicPr>
        <p:blipFill>
          <a:blip r:embed="rId3">
            <a:alphaModFix/>
          </a:blip>
          <a:stretch>
            <a:fillRect/>
          </a:stretch>
        </p:blipFill>
        <p:spPr>
          <a:xfrm>
            <a:off x="156127" y="460500"/>
            <a:ext cx="4472899" cy="4328752"/>
          </a:xfrm>
          <a:prstGeom prst="rect">
            <a:avLst/>
          </a:prstGeom>
          <a:noFill/>
          <a:ln>
            <a:noFill/>
          </a:ln>
        </p:spPr>
      </p:pic>
      <p:pic>
        <p:nvPicPr>
          <p:cNvPr id="315" name="Google Shape;315;p37"/>
          <p:cNvPicPr preferRelativeResize="0"/>
          <p:nvPr/>
        </p:nvPicPr>
        <p:blipFill>
          <a:blip r:embed="rId4">
            <a:alphaModFix/>
          </a:blip>
          <a:stretch>
            <a:fillRect/>
          </a:stretch>
        </p:blipFill>
        <p:spPr>
          <a:xfrm>
            <a:off x="7271101" y="1493720"/>
            <a:ext cx="2386524" cy="302900"/>
          </a:xfrm>
          <a:prstGeom prst="rect">
            <a:avLst/>
          </a:prstGeom>
          <a:noFill/>
          <a:ln>
            <a:noFill/>
          </a:ln>
        </p:spPr>
      </p:pic>
      <p:pic>
        <p:nvPicPr>
          <p:cNvPr id="316" name="Google Shape;316;p37"/>
          <p:cNvPicPr preferRelativeResize="0"/>
          <p:nvPr/>
        </p:nvPicPr>
        <p:blipFill>
          <a:blip r:embed="rId5">
            <a:alphaModFix/>
          </a:blip>
          <a:stretch>
            <a:fillRect/>
          </a:stretch>
        </p:blipFill>
        <p:spPr>
          <a:xfrm>
            <a:off x="-1242552" y="1157137"/>
            <a:ext cx="2386525" cy="336601"/>
          </a:xfrm>
          <a:prstGeom prst="rect">
            <a:avLst/>
          </a:prstGeom>
          <a:noFill/>
          <a:ln>
            <a:noFill/>
          </a:ln>
        </p:spPr>
      </p:pic>
      <p:pic>
        <p:nvPicPr>
          <p:cNvPr id="317" name="Google Shape;317;p37"/>
          <p:cNvPicPr preferRelativeResize="0"/>
          <p:nvPr/>
        </p:nvPicPr>
        <p:blipFill>
          <a:blip r:embed="rId4">
            <a:alphaModFix/>
          </a:blip>
          <a:stretch>
            <a:fillRect/>
          </a:stretch>
        </p:blipFill>
        <p:spPr>
          <a:xfrm>
            <a:off x="6465530" y="409302"/>
            <a:ext cx="3435050" cy="435975"/>
          </a:xfrm>
          <a:prstGeom prst="rect">
            <a:avLst/>
          </a:prstGeom>
          <a:noFill/>
          <a:ln>
            <a:noFill/>
          </a:ln>
        </p:spPr>
      </p:pic>
      <p:pic>
        <p:nvPicPr>
          <p:cNvPr id="318" name="Google Shape;318;p37"/>
          <p:cNvPicPr preferRelativeResize="0"/>
          <p:nvPr/>
        </p:nvPicPr>
        <p:blipFill>
          <a:blip r:embed="rId6">
            <a:alphaModFix/>
          </a:blip>
          <a:stretch>
            <a:fillRect/>
          </a:stretch>
        </p:blipFill>
        <p:spPr>
          <a:xfrm>
            <a:off x="2189275" y="203074"/>
            <a:ext cx="6711450" cy="2024625"/>
          </a:xfrm>
          <a:prstGeom prst="rect">
            <a:avLst/>
          </a:prstGeom>
          <a:noFill/>
          <a:ln>
            <a:noFill/>
          </a:ln>
        </p:spPr>
      </p:pic>
      <p:pic>
        <p:nvPicPr>
          <p:cNvPr id="319" name="Google Shape;319;p37"/>
          <p:cNvPicPr preferRelativeResize="0"/>
          <p:nvPr/>
        </p:nvPicPr>
        <p:blipFill>
          <a:blip r:embed="rId7">
            <a:alphaModFix/>
          </a:blip>
          <a:stretch>
            <a:fillRect/>
          </a:stretch>
        </p:blipFill>
        <p:spPr>
          <a:xfrm>
            <a:off x="6063750" y="1447891"/>
            <a:ext cx="2715286" cy="3394108"/>
          </a:xfrm>
          <a:prstGeom prst="rect">
            <a:avLst/>
          </a:prstGeom>
          <a:noFill/>
          <a:ln>
            <a:noFill/>
          </a:ln>
        </p:spPr>
      </p:pic>
      <p:pic>
        <p:nvPicPr>
          <p:cNvPr id="320" name="Google Shape;320;p37"/>
          <p:cNvPicPr preferRelativeResize="0"/>
          <p:nvPr/>
        </p:nvPicPr>
        <p:blipFill>
          <a:blip r:embed="rId8">
            <a:alphaModFix/>
          </a:blip>
          <a:stretch>
            <a:fillRect/>
          </a:stretch>
        </p:blipFill>
        <p:spPr>
          <a:xfrm>
            <a:off x="3291275" y="1447900"/>
            <a:ext cx="2386525" cy="3537550"/>
          </a:xfrm>
          <a:prstGeom prst="rect">
            <a:avLst/>
          </a:prstGeom>
          <a:noFill/>
          <a:ln>
            <a:noFill/>
          </a:ln>
        </p:spPr>
      </p:pic>
      <p:pic>
        <p:nvPicPr>
          <p:cNvPr id="321" name="Google Shape;321;p37"/>
          <p:cNvPicPr preferRelativeResize="0"/>
          <p:nvPr/>
        </p:nvPicPr>
        <p:blipFill>
          <a:blip r:embed="rId9">
            <a:alphaModFix/>
          </a:blip>
          <a:stretch>
            <a:fillRect/>
          </a:stretch>
        </p:blipFill>
        <p:spPr>
          <a:xfrm>
            <a:off x="3756202" y="1690988"/>
            <a:ext cx="3025351" cy="3051375"/>
          </a:xfrm>
          <a:prstGeom prst="rect">
            <a:avLst/>
          </a:prstGeom>
          <a:noFill/>
          <a:ln>
            <a:noFill/>
          </a:ln>
        </p:spPr>
      </p:pic>
      <p:pic>
        <p:nvPicPr>
          <p:cNvPr id="322" name="Google Shape;322;p37"/>
          <p:cNvPicPr preferRelativeResize="0"/>
          <p:nvPr/>
        </p:nvPicPr>
        <p:blipFill>
          <a:blip r:embed="rId10">
            <a:alphaModFix/>
          </a:blip>
          <a:stretch>
            <a:fillRect/>
          </a:stretch>
        </p:blipFill>
        <p:spPr>
          <a:xfrm>
            <a:off x="1317800" y="1157114"/>
            <a:ext cx="3025350" cy="3633386"/>
          </a:xfrm>
          <a:prstGeom prst="rect">
            <a:avLst/>
          </a:prstGeom>
          <a:noFill/>
          <a:ln>
            <a:noFill/>
          </a:ln>
        </p:spPr>
      </p:pic>
      <p:pic>
        <p:nvPicPr>
          <p:cNvPr id="323" name="Google Shape;323;p37"/>
          <p:cNvPicPr preferRelativeResize="0"/>
          <p:nvPr/>
        </p:nvPicPr>
        <p:blipFill>
          <a:blip r:embed="rId11">
            <a:alphaModFix/>
          </a:blip>
          <a:stretch>
            <a:fillRect/>
          </a:stretch>
        </p:blipFill>
        <p:spPr>
          <a:xfrm>
            <a:off x="318400" y="913346"/>
            <a:ext cx="4148339" cy="3199250"/>
          </a:xfrm>
          <a:prstGeom prst="rect">
            <a:avLst/>
          </a:prstGeom>
          <a:noFill/>
          <a:ln>
            <a:noFill/>
          </a:ln>
        </p:spPr>
      </p:pic>
      <p:pic>
        <p:nvPicPr>
          <p:cNvPr id="324" name="Google Shape;324;p37"/>
          <p:cNvPicPr preferRelativeResize="0"/>
          <p:nvPr/>
        </p:nvPicPr>
        <p:blipFill>
          <a:blip r:embed="rId12">
            <a:alphaModFix/>
          </a:blip>
          <a:stretch>
            <a:fillRect/>
          </a:stretch>
        </p:blipFill>
        <p:spPr>
          <a:xfrm>
            <a:off x="3076575" y="666750"/>
            <a:ext cx="2990850" cy="3810000"/>
          </a:xfrm>
          <a:prstGeom prst="rect">
            <a:avLst/>
          </a:prstGeom>
          <a:noFill/>
          <a:ln>
            <a:noFill/>
          </a:ln>
        </p:spPr>
      </p:pic>
      <p:pic>
        <p:nvPicPr>
          <p:cNvPr id="325" name="Google Shape;325;p37"/>
          <p:cNvPicPr preferRelativeResize="0"/>
          <p:nvPr/>
        </p:nvPicPr>
        <p:blipFill>
          <a:blip r:embed="rId13">
            <a:alphaModFix/>
          </a:blip>
          <a:stretch>
            <a:fillRect/>
          </a:stretch>
        </p:blipFill>
        <p:spPr>
          <a:xfrm>
            <a:off x="753122" y="1078375"/>
            <a:ext cx="3055430" cy="3452500"/>
          </a:xfrm>
          <a:prstGeom prst="rect">
            <a:avLst/>
          </a:prstGeom>
          <a:noFill/>
          <a:ln>
            <a:noFill/>
          </a:ln>
        </p:spPr>
      </p:pic>
      <p:pic>
        <p:nvPicPr>
          <p:cNvPr id="326" name="Google Shape;326;p37" title="B-352.jpg"/>
          <p:cNvPicPr preferRelativeResize="0"/>
          <p:nvPr/>
        </p:nvPicPr>
        <p:blipFill>
          <a:blip r:embed="rId14">
            <a:alphaModFix/>
          </a:blip>
          <a:stretch>
            <a:fillRect/>
          </a:stretch>
        </p:blipFill>
        <p:spPr>
          <a:xfrm>
            <a:off x="3076575" y="93275"/>
            <a:ext cx="4066950" cy="4975601"/>
          </a:xfrm>
          <a:prstGeom prst="rect">
            <a:avLst/>
          </a:prstGeom>
          <a:noFill/>
          <a:ln>
            <a:noFill/>
          </a:ln>
        </p:spPr>
      </p:pic>
      <p:pic>
        <p:nvPicPr>
          <p:cNvPr id="327" name="Google Shape;327;p37"/>
          <p:cNvPicPr preferRelativeResize="0"/>
          <p:nvPr/>
        </p:nvPicPr>
        <p:blipFill>
          <a:blip r:embed="rId15">
            <a:alphaModFix/>
          </a:blip>
          <a:stretch>
            <a:fillRect/>
          </a:stretch>
        </p:blipFill>
        <p:spPr>
          <a:xfrm>
            <a:off x="164393" y="78626"/>
            <a:ext cx="8772825" cy="50092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8"/>
          <p:cNvSpPr txBox="1"/>
          <p:nvPr>
            <p:ph type="title"/>
          </p:nvPr>
        </p:nvSpPr>
        <p:spPr>
          <a:xfrm>
            <a:off x="1029025" y="723225"/>
            <a:ext cx="6552900" cy="2456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9300"/>
              <a:t>400 000</a:t>
            </a:r>
            <a:endParaRPr sz="9300"/>
          </a:p>
        </p:txBody>
      </p:sp>
      <p:pic>
        <p:nvPicPr>
          <p:cNvPr id="333" name="Google Shape;333;p38"/>
          <p:cNvPicPr preferRelativeResize="0"/>
          <p:nvPr/>
        </p:nvPicPr>
        <p:blipFill>
          <a:blip r:embed="rId3">
            <a:alphaModFix/>
          </a:blip>
          <a:stretch>
            <a:fillRect/>
          </a:stretch>
        </p:blipFill>
        <p:spPr>
          <a:xfrm flipH="1">
            <a:off x="751075" y="3783063"/>
            <a:ext cx="992975" cy="423675"/>
          </a:xfrm>
          <a:prstGeom prst="rect">
            <a:avLst/>
          </a:prstGeom>
          <a:noFill/>
          <a:ln>
            <a:noFill/>
          </a:ln>
        </p:spPr>
      </p:pic>
      <p:pic>
        <p:nvPicPr>
          <p:cNvPr id="334" name="Google Shape;334;p38"/>
          <p:cNvPicPr preferRelativeResize="0"/>
          <p:nvPr/>
        </p:nvPicPr>
        <p:blipFill>
          <a:blip r:embed="rId4">
            <a:alphaModFix/>
          </a:blip>
          <a:stretch>
            <a:fillRect/>
          </a:stretch>
        </p:blipFill>
        <p:spPr>
          <a:xfrm flipH="1">
            <a:off x="402925" y="2833941"/>
            <a:ext cx="1942850" cy="2020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9"/>
          <p:cNvSpPr txBox="1"/>
          <p:nvPr>
            <p:ph type="title"/>
          </p:nvPr>
        </p:nvSpPr>
        <p:spPr>
          <a:xfrm>
            <a:off x="1081775" y="1162825"/>
            <a:ext cx="6576000" cy="250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7600"/>
              <a:t>How many species?</a:t>
            </a:r>
            <a:endParaRPr sz="7600"/>
          </a:p>
        </p:txBody>
      </p:sp>
      <p:pic>
        <p:nvPicPr>
          <p:cNvPr id="340" name="Google Shape;340;p39"/>
          <p:cNvPicPr preferRelativeResize="0"/>
          <p:nvPr/>
        </p:nvPicPr>
        <p:blipFill>
          <a:blip r:embed="rId3">
            <a:alphaModFix/>
          </a:blip>
          <a:stretch>
            <a:fillRect/>
          </a:stretch>
        </p:blipFill>
        <p:spPr>
          <a:xfrm flipH="1">
            <a:off x="751075" y="3783063"/>
            <a:ext cx="992975" cy="423675"/>
          </a:xfrm>
          <a:prstGeom prst="rect">
            <a:avLst/>
          </a:prstGeom>
          <a:noFill/>
          <a:ln>
            <a:noFill/>
          </a:ln>
        </p:spPr>
      </p:pic>
      <p:pic>
        <p:nvPicPr>
          <p:cNvPr id="341" name="Google Shape;341;p39"/>
          <p:cNvPicPr preferRelativeResize="0"/>
          <p:nvPr/>
        </p:nvPicPr>
        <p:blipFill>
          <a:blip r:embed="rId4">
            <a:alphaModFix/>
          </a:blip>
          <a:stretch>
            <a:fillRect/>
          </a:stretch>
        </p:blipFill>
        <p:spPr>
          <a:xfrm flipH="1">
            <a:off x="402925" y="2829625"/>
            <a:ext cx="1942850" cy="2020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0"/>
          <p:cNvSpPr/>
          <p:nvPr/>
        </p:nvSpPr>
        <p:spPr>
          <a:xfrm>
            <a:off x="3229700" y="939211"/>
            <a:ext cx="5319300" cy="12900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47" name="Google Shape;347;p40"/>
          <p:cNvSpPr txBox="1"/>
          <p:nvPr>
            <p:ph type="title"/>
          </p:nvPr>
        </p:nvSpPr>
        <p:spPr>
          <a:xfrm>
            <a:off x="3287475" y="1111786"/>
            <a:ext cx="5123400" cy="920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Why is this question important?</a:t>
            </a:r>
            <a:endParaRPr sz="3400"/>
          </a:p>
        </p:txBody>
      </p:sp>
      <p:sp>
        <p:nvSpPr>
          <p:cNvPr id="348" name="Google Shape;348;p40"/>
          <p:cNvSpPr txBox="1"/>
          <p:nvPr>
            <p:ph idx="1" type="subTitle"/>
          </p:nvPr>
        </p:nvSpPr>
        <p:spPr>
          <a:xfrm>
            <a:off x="3443875" y="2323782"/>
            <a:ext cx="48771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-Understand population  repartition</a:t>
            </a:r>
            <a:endParaRPr/>
          </a:p>
          <a:p>
            <a:pPr indent="0" lvl="0" marL="0" rtl="0" algn="l">
              <a:spcBef>
                <a:spcPts val="1600"/>
              </a:spcBef>
              <a:spcAft>
                <a:spcPts val="1600"/>
              </a:spcAft>
              <a:buNone/>
            </a:pPr>
            <a:r>
              <a:t/>
            </a:r>
            <a:endParaRPr/>
          </a:p>
        </p:txBody>
      </p:sp>
      <p:pic>
        <p:nvPicPr>
          <p:cNvPr id="349" name="Google Shape;349;p40"/>
          <p:cNvPicPr preferRelativeResize="0"/>
          <p:nvPr/>
        </p:nvPicPr>
        <p:blipFill>
          <a:blip r:embed="rId3">
            <a:alphaModFix/>
          </a:blip>
          <a:stretch>
            <a:fillRect/>
          </a:stretch>
        </p:blipFill>
        <p:spPr>
          <a:xfrm>
            <a:off x="7421926" y="282220"/>
            <a:ext cx="2386524" cy="302900"/>
          </a:xfrm>
          <a:prstGeom prst="rect">
            <a:avLst/>
          </a:prstGeom>
          <a:noFill/>
          <a:ln>
            <a:noFill/>
          </a:ln>
        </p:spPr>
      </p:pic>
      <p:pic>
        <p:nvPicPr>
          <p:cNvPr id="350" name="Google Shape;350;p40"/>
          <p:cNvPicPr preferRelativeResize="0"/>
          <p:nvPr/>
        </p:nvPicPr>
        <p:blipFill>
          <a:blip r:embed="rId4">
            <a:alphaModFix/>
          </a:blip>
          <a:stretch>
            <a:fillRect/>
          </a:stretch>
        </p:blipFill>
        <p:spPr>
          <a:xfrm flipH="1">
            <a:off x="4438497" y="510375"/>
            <a:ext cx="1788055" cy="252200"/>
          </a:xfrm>
          <a:prstGeom prst="rect">
            <a:avLst/>
          </a:prstGeom>
          <a:noFill/>
          <a:ln>
            <a:noFill/>
          </a:ln>
        </p:spPr>
      </p:pic>
      <p:sp>
        <p:nvSpPr>
          <p:cNvPr id="351" name="Google Shape;351;p40"/>
          <p:cNvSpPr txBox="1"/>
          <p:nvPr>
            <p:ph idx="1" type="subTitle"/>
          </p:nvPr>
        </p:nvSpPr>
        <p:spPr>
          <a:xfrm>
            <a:off x="3410625" y="2690082"/>
            <a:ext cx="4877100" cy="4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-Calculate rate of threatened species</a:t>
            </a:r>
            <a:endParaRPr/>
          </a:p>
        </p:txBody>
      </p:sp>
      <p:sp>
        <p:nvSpPr>
          <p:cNvPr id="352" name="Google Shape;352;p40"/>
          <p:cNvSpPr txBox="1"/>
          <p:nvPr>
            <p:ph idx="1" type="subTitle"/>
          </p:nvPr>
        </p:nvSpPr>
        <p:spPr>
          <a:xfrm>
            <a:off x="3410625" y="3121182"/>
            <a:ext cx="48771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-Watch the evolution of </a:t>
            </a:r>
            <a:r>
              <a:rPr lang="en"/>
              <a:t>climate</a:t>
            </a:r>
            <a:r>
              <a:rPr lang="en"/>
              <a:t> change</a:t>
            </a:r>
            <a:endParaRPr/>
          </a:p>
          <a:p>
            <a:pPr indent="0" lvl="0" marL="0" rtl="0" algn="l">
              <a:spcBef>
                <a:spcPts val="1600"/>
              </a:spcBef>
              <a:spcAft>
                <a:spcPts val="1600"/>
              </a:spcAft>
              <a:buNone/>
            </a:pPr>
            <a:r>
              <a:t/>
            </a:r>
            <a:endParaRPr/>
          </a:p>
        </p:txBody>
      </p:sp>
      <p:sp>
        <p:nvSpPr>
          <p:cNvPr id="353" name="Google Shape;353;p40"/>
          <p:cNvSpPr txBox="1"/>
          <p:nvPr>
            <p:ph idx="1" type="subTitle"/>
          </p:nvPr>
        </p:nvSpPr>
        <p:spPr>
          <a:xfrm>
            <a:off x="3410625" y="3557107"/>
            <a:ext cx="48771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-Education</a:t>
            </a:r>
            <a:endParaRPr/>
          </a:p>
          <a:p>
            <a:pPr indent="0" lvl="0" marL="0" rtl="0" algn="l">
              <a:spcBef>
                <a:spcPts val="1600"/>
              </a:spcBef>
              <a:spcAft>
                <a:spcPts val="16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1"/>
          <p:cNvPicPr preferRelativeResize="0"/>
          <p:nvPr/>
        </p:nvPicPr>
        <p:blipFill>
          <a:blip r:embed="rId3">
            <a:alphaModFix/>
          </a:blip>
          <a:stretch>
            <a:fillRect/>
          </a:stretch>
        </p:blipFill>
        <p:spPr>
          <a:xfrm>
            <a:off x="609562" y="0"/>
            <a:ext cx="7939693" cy="4676951"/>
          </a:xfrm>
          <a:prstGeom prst="rect">
            <a:avLst/>
          </a:prstGeom>
          <a:noFill/>
          <a:ln>
            <a:noFill/>
          </a:ln>
        </p:spPr>
      </p:pic>
      <p:sp>
        <p:nvSpPr>
          <p:cNvPr id="359" name="Google Shape;359;p41"/>
          <p:cNvSpPr txBox="1"/>
          <p:nvPr/>
        </p:nvSpPr>
        <p:spPr>
          <a:xfrm>
            <a:off x="609548" y="4676952"/>
            <a:ext cx="8816700" cy="52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Pimm, S. L., et al. (2014).</a:t>
            </a:r>
            <a:r>
              <a:rPr lang="en" sz="1100"/>
              <a:t> </a:t>
            </a:r>
            <a:r>
              <a:rPr i="1" lang="en" sz="1100"/>
              <a:t>The biodiversity of species and their rates of extinction, distribution, and protection.</a:t>
            </a:r>
            <a:r>
              <a:rPr lang="en" sz="1100"/>
              <a:t>  </a:t>
            </a:r>
            <a:endParaRPr>
              <a:solidFill>
                <a:schemeClr val="dk1"/>
              </a:solidFill>
              <a:latin typeface="DM Sans"/>
              <a:ea typeface="DM Sans"/>
              <a:cs typeface="DM Sans"/>
              <a:sym typeface="DM Sans"/>
            </a:endParaRPr>
          </a:p>
        </p:txBody>
      </p:sp>
      <p:sp>
        <p:nvSpPr>
          <p:cNvPr id="360" name="Google Shape;360;p41"/>
          <p:cNvSpPr txBox="1"/>
          <p:nvPr/>
        </p:nvSpPr>
        <p:spPr>
          <a:xfrm>
            <a:off x="687023" y="2"/>
            <a:ext cx="8816700" cy="52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t>Fig.1 Repartition of small-ranged species and threatened species on </a:t>
            </a:r>
            <a:r>
              <a:rPr b="1" lang="en" sz="900"/>
              <a:t>different</a:t>
            </a:r>
            <a:r>
              <a:rPr b="1" lang="en" sz="900"/>
              <a:t> maps</a:t>
            </a:r>
            <a:endParaRPr sz="12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2"/>
          <p:cNvSpPr txBox="1"/>
          <p:nvPr>
            <p:ph idx="1" type="subTitle"/>
          </p:nvPr>
        </p:nvSpPr>
        <p:spPr>
          <a:xfrm>
            <a:off x="5487275" y="1499413"/>
            <a:ext cx="3376200" cy="145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50">
                <a:solidFill>
                  <a:srgbClr val="262626"/>
                </a:solidFill>
                <a:highlight>
                  <a:srgbClr val="FFFFFF"/>
                </a:highlight>
                <a:latin typeface="Roboto"/>
                <a:ea typeface="Roboto"/>
                <a:cs typeface="Roboto"/>
                <a:sym typeface="Roboto"/>
              </a:rPr>
              <a:t>(A) Spiders (85 species),</a:t>
            </a:r>
            <a:endParaRPr b="1" sz="1050">
              <a:solidFill>
                <a:srgbClr val="262626"/>
              </a:solidFill>
              <a:highlight>
                <a:srgbClr val="FFFFFF"/>
              </a:highlight>
              <a:latin typeface="Roboto"/>
              <a:ea typeface="Roboto"/>
              <a:cs typeface="Roboto"/>
              <a:sym typeface="Roboto"/>
            </a:endParaRPr>
          </a:p>
          <a:p>
            <a:pPr indent="0" lvl="0" marL="0" rtl="0" algn="l">
              <a:spcBef>
                <a:spcPts val="1600"/>
              </a:spcBef>
              <a:spcAft>
                <a:spcPts val="0"/>
              </a:spcAft>
              <a:buNone/>
            </a:pPr>
            <a:r>
              <a:rPr b="1" lang="en" sz="1050">
                <a:solidFill>
                  <a:srgbClr val="262626"/>
                </a:solidFill>
                <a:highlight>
                  <a:srgbClr val="FFFFFF"/>
                </a:highlight>
                <a:latin typeface="Roboto"/>
                <a:ea typeface="Roboto"/>
                <a:cs typeface="Roboto"/>
                <a:sym typeface="Roboto"/>
              </a:rPr>
              <a:t>(B) ground beetles (59 species),</a:t>
            </a:r>
            <a:endParaRPr b="1" sz="1050">
              <a:solidFill>
                <a:srgbClr val="262626"/>
              </a:solidFill>
              <a:highlight>
                <a:srgbClr val="FFFFFF"/>
              </a:highlight>
              <a:latin typeface="Roboto"/>
              <a:ea typeface="Roboto"/>
              <a:cs typeface="Roboto"/>
              <a:sym typeface="Roboto"/>
            </a:endParaRPr>
          </a:p>
          <a:p>
            <a:pPr indent="0" lvl="0" marL="0" rtl="0" algn="l">
              <a:spcBef>
                <a:spcPts val="1600"/>
              </a:spcBef>
              <a:spcAft>
                <a:spcPts val="0"/>
              </a:spcAft>
              <a:buNone/>
            </a:pPr>
            <a:r>
              <a:rPr b="1" lang="en" sz="1050">
                <a:solidFill>
                  <a:srgbClr val="262626"/>
                </a:solidFill>
                <a:highlight>
                  <a:srgbClr val="FFFFFF"/>
                </a:highlight>
                <a:latin typeface="Roboto"/>
                <a:ea typeface="Roboto"/>
                <a:cs typeface="Roboto"/>
                <a:sym typeface="Roboto"/>
              </a:rPr>
              <a:t>(C) butterflies (29 species)</a:t>
            </a:r>
            <a:endParaRPr b="1" sz="1050">
              <a:solidFill>
                <a:srgbClr val="262626"/>
              </a:solidFill>
              <a:highlight>
                <a:srgbClr val="FFFFFF"/>
              </a:highlight>
              <a:latin typeface="Roboto"/>
              <a:ea typeface="Roboto"/>
              <a:cs typeface="Roboto"/>
              <a:sym typeface="Roboto"/>
            </a:endParaRPr>
          </a:p>
          <a:p>
            <a:pPr indent="0" lvl="0" marL="0" rtl="0" algn="l">
              <a:spcBef>
                <a:spcPts val="1600"/>
              </a:spcBef>
              <a:spcAft>
                <a:spcPts val="1600"/>
              </a:spcAft>
              <a:buNone/>
            </a:pPr>
            <a:r>
              <a:rPr b="1" lang="en" sz="1050">
                <a:solidFill>
                  <a:srgbClr val="262626"/>
                </a:solidFill>
                <a:highlight>
                  <a:srgbClr val="FFFFFF"/>
                </a:highlight>
                <a:latin typeface="Roboto"/>
                <a:ea typeface="Roboto"/>
                <a:cs typeface="Roboto"/>
                <a:sym typeface="Roboto"/>
              </a:rPr>
              <a:t> (D) grasshoppers and allies (22 species)</a:t>
            </a:r>
            <a:r>
              <a:rPr lang="en" sz="1100">
                <a:solidFill>
                  <a:srgbClr val="000000"/>
                </a:solidFill>
                <a:latin typeface="Arial"/>
                <a:ea typeface="Arial"/>
                <a:cs typeface="Arial"/>
                <a:sym typeface="Arial"/>
              </a:rPr>
              <a:t> </a:t>
            </a:r>
            <a:endParaRPr/>
          </a:p>
        </p:txBody>
      </p:sp>
      <p:pic>
        <p:nvPicPr>
          <p:cNvPr id="366" name="Google Shape;366;p42"/>
          <p:cNvPicPr preferRelativeResize="0"/>
          <p:nvPr/>
        </p:nvPicPr>
        <p:blipFill>
          <a:blip r:embed="rId3">
            <a:alphaModFix/>
          </a:blip>
          <a:stretch>
            <a:fillRect/>
          </a:stretch>
        </p:blipFill>
        <p:spPr>
          <a:xfrm>
            <a:off x="187200" y="107250"/>
            <a:ext cx="4887950" cy="4928999"/>
          </a:xfrm>
          <a:prstGeom prst="rect">
            <a:avLst/>
          </a:prstGeom>
          <a:noFill/>
          <a:ln>
            <a:noFill/>
          </a:ln>
        </p:spPr>
      </p:pic>
      <p:sp>
        <p:nvSpPr>
          <p:cNvPr id="367" name="Google Shape;367;p42"/>
          <p:cNvSpPr txBox="1"/>
          <p:nvPr/>
        </p:nvSpPr>
        <p:spPr>
          <a:xfrm>
            <a:off x="6327900" y="4178125"/>
            <a:ext cx="2816100" cy="6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Chen, I.-C., et al. (2011).</a:t>
            </a:r>
            <a:r>
              <a:rPr lang="en" sz="1100"/>
              <a:t> </a:t>
            </a:r>
            <a:r>
              <a:rPr i="1" lang="en" sz="1100"/>
              <a:t>Rapid range shifts of species associated with high levels of climate warming.</a:t>
            </a:r>
            <a:r>
              <a:rPr lang="en" sz="1100"/>
              <a:t> </a:t>
            </a:r>
            <a:endParaRPr>
              <a:solidFill>
                <a:schemeClr val="dk1"/>
              </a:solidFill>
              <a:latin typeface="DM Sans"/>
              <a:ea typeface="DM Sans"/>
              <a:cs typeface="DM Sans"/>
              <a:sym typeface="DM Sans"/>
            </a:endParaRPr>
          </a:p>
        </p:txBody>
      </p:sp>
      <p:sp>
        <p:nvSpPr>
          <p:cNvPr id="368" name="Google Shape;368;p42"/>
          <p:cNvSpPr txBox="1"/>
          <p:nvPr/>
        </p:nvSpPr>
        <p:spPr>
          <a:xfrm>
            <a:off x="5253050" y="345100"/>
            <a:ext cx="3972900" cy="35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Fig.2: Observed range </a:t>
            </a:r>
            <a:r>
              <a:rPr lang="en">
                <a:solidFill>
                  <a:schemeClr val="dk1"/>
                </a:solidFill>
                <a:latin typeface="DM Sans"/>
                <a:ea typeface="DM Sans"/>
                <a:cs typeface="DM Sans"/>
                <a:sym typeface="DM Sans"/>
              </a:rPr>
              <a:t>shift</a:t>
            </a:r>
            <a:r>
              <a:rPr lang="en">
                <a:solidFill>
                  <a:schemeClr val="dk1"/>
                </a:solidFill>
                <a:latin typeface="DM Sans"/>
                <a:ea typeface="DM Sans"/>
                <a:cs typeface="DM Sans"/>
                <a:sym typeface="DM Sans"/>
              </a:rPr>
              <a:t> of different species</a:t>
            </a:r>
            <a:endParaRPr>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3"/>
          <p:cNvSpPr txBox="1"/>
          <p:nvPr>
            <p:ph type="title"/>
          </p:nvPr>
        </p:nvSpPr>
        <p:spPr>
          <a:xfrm>
            <a:off x="715100" y="1111525"/>
            <a:ext cx="4994400" cy="8409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What is a </a:t>
            </a:r>
            <a:r>
              <a:rPr lang="en"/>
              <a:t>specie</a:t>
            </a:r>
            <a:r>
              <a:rPr lang="en"/>
              <a:t>?</a:t>
            </a:r>
            <a:endParaRPr/>
          </a:p>
        </p:txBody>
      </p:sp>
      <p:sp>
        <p:nvSpPr>
          <p:cNvPr id="374" name="Google Shape;374;p43"/>
          <p:cNvSpPr txBox="1"/>
          <p:nvPr>
            <p:ph idx="1" type="subTitle"/>
          </p:nvPr>
        </p:nvSpPr>
        <p:spPr>
          <a:xfrm>
            <a:off x="715100" y="2297600"/>
            <a:ext cx="4505100" cy="146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Biological Species Concept (E. Mayr)</a:t>
            </a:r>
            <a:endParaRPr sz="1600"/>
          </a:p>
          <a:p>
            <a:pPr indent="-330200" lvl="0" marL="457200" rtl="0" algn="l">
              <a:spcBef>
                <a:spcPts val="0"/>
              </a:spcBef>
              <a:spcAft>
                <a:spcPts val="0"/>
              </a:spcAft>
              <a:buSzPts val="1600"/>
              <a:buChar char="-"/>
            </a:pPr>
            <a:r>
              <a:rPr lang="en" sz="1600"/>
              <a:t>Interbreeding natural population </a:t>
            </a:r>
            <a:r>
              <a:rPr lang="en" sz="1600"/>
              <a:t>reproductively</a:t>
            </a:r>
            <a:r>
              <a:rPr lang="en" sz="1600"/>
              <a:t> isolated from others</a:t>
            </a:r>
            <a:endParaRPr sz="1600"/>
          </a:p>
        </p:txBody>
      </p:sp>
      <p:pic>
        <p:nvPicPr>
          <p:cNvPr id="375" name="Google Shape;375;p43"/>
          <p:cNvPicPr preferRelativeResize="0"/>
          <p:nvPr/>
        </p:nvPicPr>
        <p:blipFill>
          <a:blip r:embed="rId3">
            <a:alphaModFix/>
          </a:blip>
          <a:stretch>
            <a:fillRect/>
          </a:stretch>
        </p:blipFill>
        <p:spPr>
          <a:xfrm flipH="1">
            <a:off x="5895150" y="0"/>
            <a:ext cx="3177576" cy="4002426"/>
          </a:xfrm>
          <a:prstGeom prst="rect">
            <a:avLst/>
          </a:prstGeom>
          <a:noFill/>
          <a:ln>
            <a:noFill/>
          </a:ln>
        </p:spPr>
      </p:pic>
      <p:pic>
        <p:nvPicPr>
          <p:cNvPr id="376" name="Google Shape;376;p43"/>
          <p:cNvPicPr preferRelativeResize="0"/>
          <p:nvPr/>
        </p:nvPicPr>
        <p:blipFill>
          <a:blip r:embed="rId4">
            <a:alphaModFix/>
          </a:blip>
          <a:stretch>
            <a:fillRect/>
          </a:stretch>
        </p:blipFill>
        <p:spPr>
          <a:xfrm flipH="1">
            <a:off x="7278625" y="3911588"/>
            <a:ext cx="992975" cy="423675"/>
          </a:xfrm>
          <a:prstGeom prst="rect">
            <a:avLst/>
          </a:prstGeom>
          <a:noFill/>
          <a:ln>
            <a:noFill/>
          </a:ln>
        </p:spPr>
      </p:pic>
      <p:sp>
        <p:nvSpPr>
          <p:cNvPr id="377" name="Google Shape;377;p43"/>
          <p:cNvSpPr txBox="1"/>
          <p:nvPr>
            <p:ph idx="1" type="subTitle"/>
          </p:nvPr>
        </p:nvSpPr>
        <p:spPr>
          <a:xfrm>
            <a:off x="5515425" y="4301675"/>
            <a:ext cx="3233700" cy="77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t>G. G. Simpson. </a:t>
            </a:r>
            <a:r>
              <a:rPr i="1" lang="en" sz="1200"/>
              <a:t>The species concept</a:t>
            </a:r>
            <a:r>
              <a:rPr lang="en" sz="1200"/>
              <a:t> (1951).</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4"/>
          <p:cNvSpPr txBox="1"/>
          <p:nvPr>
            <p:ph idx="7" type="subTitle"/>
          </p:nvPr>
        </p:nvSpPr>
        <p:spPr>
          <a:xfrm>
            <a:off x="715100" y="2082325"/>
            <a:ext cx="233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Asexual organisms</a:t>
            </a:r>
            <a:endParaRPr/>
          </a:p>
        </p:txBody>
      </p:sp>
      <p:sp>
        <p:nvSpPr>
          <p:cNvPr id="383" name="Google Shape;383;p44"/>
          <p:cNvSpPr txBox="1"/>
          <p:nvPr>
            <p:ph idx="1" type="subTitle"/>
          </p:nvPr>
        </p:nvSpPr>
        <p:spPr>
          <a:xfrm>
            <a:off x="720000" y="2576386"/>
            <a:ext cx="23364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Prokaryotes</a:t>
            </a:r>
            <a:endParaRPr/>
          </a:p>
        </p:txBody>
      </p:sp>
      <p:sp>
        <p:nvSpPr>
          <p:cNvPr id="384" name="Google Shape;384;p44"/>
          <p:cNvSpPr txBox="1"/>
          <p:nvPr>
            <p:ph type="title"/>
          </p:nvPr>
        </p:nvSpPr>
        <p:spPr>
          <a:xfrm>
            <a:off x="720000" y="64900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Limitations of BSC</a:t>
            </a:r>
            <a:endParaRPr/>
          </a:p>
        </p:txBody>
      </p:sp>
      <p:sp>
        <p:nvSpPr>
          <p:cNvPr id="385" name="Google Shape;385;p44"/>
          <p:cNvSpPr txBox="1"/>
          <p:nvPr>
            <p:ph idx="8" type="subTitle"/>
          </p:nvPr>
        </p:nvSpPr>
        <p:spPr>
          <a:xfrm>
            <a:off x="3403800" y="2082325"/>
            <a:ext cx="233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Geographic isolation</a:t>
            </a:r>
            <a:endParaRPr/>
          </a:p>
        </p:txBody>
      </p:sp>
      <p:sp>
        <p:nvSpPr>
          <p:cNvPr id="386" name="Google Shape;386;p44"/>
          <p:cNvSpPr txBox="1"/>
          <p:nvPr>
            <p:ph idx="9" type="subTitle"/>
          </p:nvPr>
        </p:nvSpPr>
        <p:spPr>
          <a:xfrm>
            <a:off x="6092500" y="1920575"/>
            <a:ext cx="233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Hybridization</a:t>
            </a:r>
            <a:endParaRPr/>
          </a:p>
        </p:txBody>
      </p:sp>
      <p:sp>
        <p:nvSpPr>
          <p:cNvPr id="387" name="Google Shape;387;p44"/>
          <p:cNvSpPr txBox="1"/>
          <p:nvPr>
            <p:ph idx="2" type="subTitle"/>
          </p:nvPr>
        </p:nvSpPr>
        <p:spPr>
          <a:xfrm>
            <a:off x="3403800" y="2576386"/>
            <a:ext cx="23364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Interbreeding in captivity</a:t>
            </a:r>
            <a:endParaRPr/>
          </a:p>
        </p:txBody>
      </p:sp>
      <p:sp>
        <p:nvSpPr>
          <p:cNvPr id="388" name="Google Shape;388;p44"/>
          <p:cNvSpPr txBox="1"/>
          <p:nvPr>
            <p:ph idx="3" type="subTitle"/>
          </p:nvPr>
        </p:nvSpPr>
        <p:spPr>
          <a:xfrm>
            <a:off x="6087600" y="2414636"/>
            <a:ext cx="23364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Plants, ducks</a:t>
            </a:r>
            <a:endParaRPr/>
          </a:p>
        </p:txBody>
      </p:sp>
      <p:sp>
        <p:nvSpPr>
          <p:cNvPr id="389" name="Google Shape;389;p44"/>
          <p:cNvSpPr txBox="1"/>
          <p:nvPr>
            <p:ph idx="3" type="subTitle"/>
          </p:nvPr>
        </p:nvSpPr>
        <p:spPr>
          <a:xfrm>
            <a:off x="6407075" y="4442911"/>
            <a:ext cx="2336400" cy="48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M. Grene at al. </a:t>
            </a:r>
            <a:r>
              <a:rPr i="1" lang="en" sz="1200"/>
              <a:t>Topics in the </a:t>
            </a:r>
            <a:r>
              <a:rPr i="1" lang="en" sz="1200"/>
              <a:t>philosophy</a:t>
            </a:r>
            <a:r>
              <a:rPr i="1" lang="en" sz="1200"/>
              <a:t> of biology </a:t>
            </a:r>
            <a:r>
              <a:rPr lang="en" sz="1200"/>
              <a:t>(1976).</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5"/>
          <p:cNvSpPr txBox="1"/>
          <p:nvPr>
            <p:ph idx="1" type="subTitle"/>
          </p:nvPr>
        </p:nvSpPr>
        <p:spPr>
          <a:xfrm>
            <a:off x="793750" y="2000325"/>
            <a:ext cx="22233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Zoology</a:t>
            </a:r>
            <a:endParaRPr/>
          </a:p>
        </p:txBody>
      </p:sp>
      <p:sp>
        <p:nvSpPr>
          <p:cNvPr id="395" name="Google Shape;395;p45"/>
          <p:cNvSpPr txBox="1"/>
          <p:nvPr>
            <p:ph idx="2" type="subTitle"/>
          </p:nvPr>
        </p:nvSpPr>
        <p:spPr>
          <a:xfrm>
            <a:off x="793750" y="2496830"/>
            <a:ext cx="2223300" cy="81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Reproductive isolation and interbreeding barriers</a:t>
            </a:r>
            <a:endParaRPr/>
          </a:p>
        </p:txBody>
      </p:sp>
      <p:sp>
        <p:nvSpPr>
          <p:cNvPr id="396" name="Google Shape;396;p45"/>
          <p:cNvSpPr txBox="1"/>
          <p:nvPr>
            <p:ph idx="3" type="subTitle"/>
          </p:nvPr>
        </p:nvSpPr>
        <p:spPr>
          <a:xfrm>
            <a:off x="3460350" y="2806330"/>
            <a:ext cx="2223300" cy="81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Hybridization</a:t>
            </a:r>
            <a:endParaRPr/>
          </a:p>
        </p:txBody>
      </p:sp>
      <p:sp>
        <p:nvSpPr>
          <p:cNvPr id="397" name="Google Shape;397;p45"/>
          <p:cNvSpPr txBox="1"/>
          <p:nvPr>
            <p:ph idx="4" type="subTitle"/>
          </p:nvPr>
        </p:nvSpPr>
        <p:spPr>
          <a:xfrm>
            <a:off x="6126950" y="2496830"/>
            <a:ext cx="2223300" cy="81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a:t>
            </a:r>
            <a:r>
              <a:rPr lang="en"/>
              <a:t>igher degree of genetic dissimilarity</a:t>
            </a:r>
            <a:endParaRPr/>
          </a:p>
        </p:txBody>
      </p:sp>
      <p:sp>
        <p:nvSpPr>
          <p:cNvPr id="398" name="Google Shape;398;p45"/>
          <p:cNvSpPr txBox="1"/>
          <p:nvPr>
            <p:ph idx="5" type="subTitle"/>
          </p:nvPr>
        </p:nvSpPr>
        <p:spPr>
          <a:xfrm>
            <a:off x="3460350" y="2309825"/>
            <a:ext cx="22233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Botany</a:t>
            </a:r>
            <a:endParaRPr/>
          </a:p>
        </p:txBody>
      </p:sp>
      <p:sp>
        <p:nvSpPr>
          <p:cNvPr id="399" name="Google Shape;399;p45"/>
          <p:cNvSpPr txBox="1"/>
          <p:nvPr>
            <p:ph idx="6" type="subTitle"/>
          </p:nvPr>
        </p:nvSpPr>
        <p:spPr>
          <a:xfrm>
            <a:off x="6126950" y="2000325"/>
            <a:ext cx="22233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Bacteriology</a:t>
            </a:r>
            <a:endParaRPr/>
          </a:p>
        </p:txBody>
      </p:sp>
      <p:sp>
        <p:nvSpPr>
          <p:cNvPr id="400" name="Google Shape;400;p45"/>
          <p:cNvSpPr txBox="1"/>
          <p:nvPr>
            <p:ph type="title"/>
          </p:nvPr>
        </p:nvSpPr>
        <p:spPr>
          <a:xfrm>
            <a:off x="872400" y="5974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Taxonomic group differences</a:t>
            </a:r>
            <a:endParaRPr/>
          </a:p>
        </p:txBody>
      </p:sp>
      <p:sp>
        <p:nvSpPr>
          <p:cNvPr id="401" name="Google Shape;401;p45"/>
          <p:cNvSpPr/>
          <p:nvPr/>
        </p:nvSpPr>
        <p:spPr>
          <a:xfrm>
            <a:off x="9387650" y="3007325"/>
            <a:ext cx="857400" cy="857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2" name="Google Shape;402;p45"/>
          <p:cNvGrpSpPr/>
          <p:nvPr/>
        </p:nvGrpSpPr>
        <p:grpSpPr>
          <a:xfrm>
            <a:off x="1603458" y="1481549"/>
            <a:ext cx="518584" cy="518955"/>
            <a:chOff x="6412503" y="2167735"/>
            <a:chExt cx="376494" cy="376764"/>
          </a:xfrm>
        </p:grpSpPr>
        <p:sp>
          <p:nvSpPr>
            <p:cNvPr id="403" name="Google Shape;403;p45"/>
            <p:cNvSpPr/>
            <p:nvPr/>
          </p:nvSpPr>
          <p:spPr>
            <a:xfrm>
              <a:off x="6412503" y="2167735"/>
              <a:ext cx="376494" cy="376764"/>
            </a:xfrm>
            <a:custGeom>
              <a:rect b="b" l="l" r="r" t="t"/>
              <a:pathLst>
                <a:path extrusionOk="0" h="13984" w="13974">
                  <a:moveTo>
                    <a:pt x="3918" y="0"/>
                  </a:moveTo>
                  <a:cubicBezTo>
                    <a:pt x="3692" y="0"/>
                    <a:pt x="3508" y="184"/>
                    <a:pt x="3508" y="410"/>
                  </a:cubicBezTo>
                  <a:cubicBezTo>
                    <a:pt x="3508" y="1150"/>
                    <a:pt x="2906" y="1752"/>
                    <a:pt x="2163" y="1755"/>
                  </a:cubicBezTo>
                  <a:cubicBezTo>
                    <a:pt x="1939" y="1755"/>
                    <a:pt x="1756" y="1936"/>
                    <a:pt x="1756" y="2163"/>
                  </a:cubicBezTo>
                  <a:cubicBezTo>
                    <a:pt x="1756" y="4150"/>
                    <a:pt x="1" y="4193"/>
                    <a:pt x="1" y="6548"/>
                  </a:cubicBezTo>
                  <a:cubicBezTo>
                    <a:pt x="1" y="6775"/>
                    <a:pt x="184" y="6958"/>
                    <a:pt x="408" y="6958"/>
                  </a:cubicBezTo>
                  <a:cubicBezTo>
                    <a:pt x="908" y="6958"/>
                    <a:pt x="1316" y="7363"/>
                    <a:pt x="1316" y="7863"/>
                  </a:cubicBezTo>
                  <a:cubicBezTo>
                    <a:pt x="1316" y="11022"/>
                    <a:pt x="6578" y="11054"/>
                    <a:pt x="6578" y="13565"/>
                  </a:cubicBezTo>
                  <a:cubicBezTo>
                    <a:pt x="6570" y="13795"/>
                    <a:pt x="6756" y="13984"/>
                    <a:pt x="6986" y="13984"/>
                  </a:cubicBezTo>
                  <a:cubicBezTo>
                    <a:pt x="7218" y="13984"/>
                    <a:pt x="7402" y="13795"/>
                    <a:pt x="7396" y="13565"/>
                  </a:cubicBezTo>
                  <a:cubicBezTo>
                    <a:pt x="7396" y="11054"/>
                    <a:pt x="12659" y="11022"/>
                    <a:pt x="12659" y="7863"/>
                  </a:cubicBezTo>
                  <a:cubicBezTo>
                    <a:pt x="12659" y="7363"/>
                    <a:pt x="13064" y="6958"/>
                    <a:pt x="13566" y="6958"/>
                  </a:cubicBezTo>
                  <a:cubicBezTo>
                    <a:pt x="13790" y="6958"/>
                    <a:pt x="13974" y="6775"/>
                    <a:pt x="13974" y="6548"/>
                  </a:cubicBezTo>
                  <a:cubicBezTo>
                    <a:pt x="13974" y="4193"/>
                    <a:pt x="12219" y="4153"/>
                    <a:pt x="12219" y="2163"/>
                  </a:cubicBezTo>
                  <a:lnTo>
                    <a:pt x="12219" y="2163"/>
                  </a:lnTo>
                  <a:lnTo>
                    <a:pt x="12221" y="2166"/>
                  </a:lnTo>
                  <a:cubicBezTo>
                    <a:pt x="12221" y="1939"/>
                    <a:pt x="12038" y="1755"/>
                    <a:pt x="11811" y="1755"/>
                  </a:cubicBezTo>
                  <a:cubicBezTo>
                    <a:pt x="11068" y="1755"/>
                    <a:pt x="10466" y="1153"/>
                    <a:pt x="10466" y="410"/>
                  </a:cubicBezTo>
                  <a:cubicBezTo>
                    <a:pt x="10466" y="184"/>
                    <a:pt x="10283" y="0"/>
                    <a:pt x="1005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5"/>
            <p:cNvSpPr/>
            <p:nvPr/>
          </p:nvSpPr>
          <p:spPr>
            <a:xfrm>
              <a:off x="6600778" y="2167735"/>
              <a:ext cx="188220" cy="376494"/>
            </a:xfrm>
            <a:custGeom>
              <a:rect b="b" l="l" r="r" t="t"/>
              <a:pathLst>
                <a:path extrusionOk="0" h="13974" w="6986">
                  <a:moveTo>
                    <a:pt x="0" y="0"/>
                  </a:moveTo>
                  <a:lnTo>
                    <a:pt x="0" y="13973"/>
                  </a:lnTo>
                  <a:cubicBezTo>
                    <a:pt x="225" y="13973"/>
                    <a:pt x="408" y="13789"/>
                    <a:pt x="408" y="13563"/>
                  </a:cubicBezTo>
                  <a:lnTo>
                    <a:pt x="408" y="13565"/>
                  </a:lnTo>
                  <a:cubicBezTo>
                    <a:pt x="408" y="11054"/>
                    <a:pt x="5671" y="11022"/>
                    <a:pt x="5671" y="7863"/>
                  </a:cubicBezTo>
                  <a:cubicBezTo>
                    <a:pt x="5671" y="7363"/>
                    <a:pt x="6076" y="6958"/>
                    <a:pt x="6578" y="6958"/>
                  </a:cubicBezTo>
                  <a:cubicBezTo>
                    <a:pt x="6802" y="6958"/>
                    <a:pt x="6986" y="6775"/>
                    <a:pt x="6986" y="6548"/>
                  </a:cubicBezTo>
                  <a:cubicBezTo>
                    <a:pt x="6986" y="4193"/>
                    <a:pt x="5231" y="4153"/>
                    <a:pt x="5231" y="2163"/>
                  </a:cubicBezTo>
                  <a:cubicBezTo>
                    <a:pt x="5231" y="1936"/>
                    <a:pt x="5047" y="1752"/>
                    <a:pt x="4823" y="1752"/>
                  </a:cubicBezTo>
                  <a:cubicBezTo>
                    <a:pt x="4080" y="1752"/>
                    <a:pt x="3481" y="1150"/>
                    <a:pt x="3478" y="410"/>
                  </a:cubicBezTo>
                  <a:cubicBezTo>
                    <a:pt x="3478" y="184"/>
                    <a:pt x="3295" y="0"/>
                    <a:pt x="3070"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5"/>
            <p:cNvSpPr/>
            <p:nvPr/>
          </p:nvSpPr>
          <p:spPr>
            <a:xfrm>
              <a:off x="6554302" y="2392220"/>
              <a:ext cx="92979" cy="57576"/>
            </a:xfrm>
            <a:custGeom>
              <a:rect b="b" l="l" r="r" t="t"/>
              <a:pathLst>
                <a:path extrusionOk="0" h="2137" w="3451">
                  <a:moveTo>
                    <a:pt x="410" y="1"/>
                  </a:moveTo>
                  <a:cubicBezTo>
                    <a:pt x="184" y="1"/>
                    <a:pt x="0" y="184"/>
                    <a:pt x="0" y="411"/>
                  </a:cubicBezTo>
                  <a:cubicBezTo>
                    <a:pt x="0" y="1364"/>
                    <a:pt x="772" y="2134"/>
                    <a:pt x="1725" y="2136"/>
                  </a:cubicBezTo>
                  <a:cubicBezTo>
                    <a:pt x="2679" y="2134"/>
                    <a:pt x="3451" y="1364"/>
                    <a:pt x="3451" y="411"/>
                  </a:cubicBezTo>
                  <a:cubicBezTo>
                    <a:pt x="3451" y="184"/>
                    <a:pt x="3267" y="1"/>
                    <a:pt x="30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5"/>
            <p:cNvSpPr/>
            <p:nvPr/>
          </p:nvSpPr>
          <p:spPr>
            <a:xfrm>
              <a:off x="6600697" y="2392220"/>
              <a:ext cx="46584" cy="57576"/>
            </a:xfrm>
            <a:custGeom>
              <a:rect b="b" l="l" r="r" t="t"/>
              <a:pathLst>
                <a:path extrusionOk="0" h="2137" w="1729">
                  <a:moveTo>
                    <a:pt x="1" y="1"/>
                  </a:moveTo>
                  <a:lnTo>
                    <a:pt x="1" y="2136"/>
                  </a:lnTo>
                  <a:cubicBezTo>
                    <a:pt x="954" y="2134"/>
                    <a:pt x="1726" y="1361"/>
                    <a:pt x="1726" y="411"/>
                  </a:cubicBezTo>
                  <a:lnTo>
                    <a:pt x="1729" y="408"/>
                  </a:lnTo>
                  <a:cubicBezTo>
                    <a:pt x="1729" y="181"/>
                    <a:pt x="1545" y="1"/>
                    <a:pt x="1318" y="1"/>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45"/>
            <p:cNvSpPr/>
            <p:nvPr/>
          </p:nvSpPr>
          <p:spPr>
            <a:xfrm>
              <a:off x="6482419" y="2238567"/>
              <a:ext cx="236744" cy="175719"/>
            </a:xfrm>
            <a:custGeom>
              <a:rect b="b" l="l" r="r" t="t"/>
              <a:pathLst>
                <a:path extrusionOk="0" h="6522" w="8787">
                  <a:moveTo>
                    <a:pt x="1761" y="1"/>
                  </a:moveTo>
                  <a:cubicBezTo>
                    <a:pt x="1607" y="1"/>
                    <a:pt x="1464" y="90"/>
                    <a:pt x="1396" y="228"/>
                  </a:cubicBezTo>
                  <a:lnTo>
                    <a:pt x="79" y="2860"/>
                  </a:lnTo>
                  <a:cubicBezTo>
                    <a:pt x="0" y="3017"/>
                    <a:pt x="30" y="3209"/>
                    <a:pt x="157" y="3333"/>
                  </a:cubicBezTo>
                  <a:lnTo>
                    <a:pt x="1350" y="4529"/>
                  </a:lnTo>
                  <a:lnTo>
                    <a:pt x="1350" y="4799"/>
                  </a:lnTo>
                  <a:cubicBezTo>
                    <a:pt x="1350" y="5523"/>
                    <a:pt x="1804" y="6168"/>
                    <a:pt x="2482" y="6416"/>
                  </a:cubicBezTo>
                  <a:cubicBezTo>
                    <a:pt x="2676" y="6487"/>
                    <a:pt x="2877" y="6522"/>
                    <a:pt x="3076" y="6522"/>
                  </a:cubicBezTo>
                  <a:cubicBezTo>
                    <a:pt x="3573" y="6522"/>
                    <a:pt x="4057" y="6307"/>
                    <a:pt x="4391" y="5911"/>
                  </a:cubicBezTo>
                  <a:cubicBezTo>
                    <a:pt x="4720" y="6300"/>
                    <a:pt x="5201" y="6522"/>
                    <a:pt x="5708" y="6522"/>
                  </a:cubicBezTo>
                  <a:lnTo>
                    <a:pt x="5711" y="6522"/>
                  </a:lnTo>
                  <a:cubicBezTo>
                    <a:pt x="6664" y="6522"/>
                    <a:pt x="7436" y="5749"/>
                    <a:pt x="7436" y="4799"/>
                  </a:cubicBezTo>
                  <a:lnTo>
                    <a:pt x="7436" y="4529"/>
                  </a:lnTo>
                  <a:lnTo>
                    <a:pt x="8633" y="3333"/>
                  </a:lnTo>
                  <a:cubicBezTo>
                    <a:pt x="8757" y="3209"/>
                    <a:pt x="8787" y="3017"/>
                    <a:pt x="8708" y="2860"/>
                  </a:cubicBezTo>
                  <a:lnTo>
                    <a:pt x="7393" y="228"/>
                  </a:lnTo>
                  <a:cubicBezTo>
                    <a:pt x="7323" y="90"/>
                    <a:pt x="7180" y="1"/>
                    <a:pt x="7026" y="1"/>
                  </a:cubicBezTo>
                  <a:lnTo>
                    <a:pt x="5271" y="1"/>
                  </a:lnTo>
                  <a:cubicBezTo>
                    <a:pt x="5206" y="1"/>
                    <a:pt x="5144" y="17"/>
                    <a:pt x="5087" y="44"/>
                  </a:cubicBezTo>
                  <a:lnTo>
                    <a:pt x="4393" y="392"/>
                  </a:lnTo>
                  <a:lnTo>
                    <a:pt x="3700" y="44"/>
                  </a:lnTo>
                  <a:cubicBezTo>
                    <a:pt x="3643" y="17"/>
                    <a:pt x="3581" y="1"/>
                    <a:pt x="3516"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5"/>
            <p:cNvSpPr/>
            <p:nvPr/>
          </p:nvSpPr>
          <p:spPr>
            <a:xfrm>
              <a:off x="6600697" y="2238567"/>
              <a:ext cx="118385" cy="175719"/>
            </a:xfrm>
            <a:custGeom>
              <a:rect b="b" l="l" r="r" t="t"/>
              <a:pathLst>
                <a:path extrusionOk="0" h="6522" w="4394">
                  <a:moveTo>
                    <a:pt x="878" y="1"/>
                  </a:moveTo>
                  <a:cubicBezTo>
                    <a:pt x="813" y="1"/>
                    <a:pt x="751" y="14"/>
                    <a:pt x="695" y="44"/>
                  </a:cubicBezTo>
                  <a:lnTo>
                    <a:pt x="1" y="390"/>
                  </a:lnTo>
                  <a:lnTo>
                    <a:pt x="1" y="5909"/>
                  </a:lnTo>
                  <a:cubicBezTo>
                    <a:pt x="327" y="6298"/>
                    <a:pt x="811" y="6519"/>
                    <a:pt x="1318" y="6519"/>
                  </a:cubicBezTo>
                  <a:lnTo>
                    <a:pt x="1318" y="6522"/>
                  </a:lnTo>
                  <a:cubicBezTo>
                    <a:pt x="2272" y="6522"/>
                    <a:pt x="3044" y="5749"/>
                    <a:pt x="3044" y="4796"/>
                  </a:cubicBezTo>
                  <a:lnTo>
                    <a:pt x="3044" y="4526"/>
                  </a:lnTo>
                  <a:lnTo>
                    <a:pt x="4240" y="3333"/>
                  </a:lnTo>
                  <a:cubicBezTo>
                    <a:pt x="4364" y="3206"/>
                    <a:pt x="4394" y="3017"/>
                    <a:pt x="4316" y="2860"/>
                  </a:cubicBezTo>
                  <a:lnTo>
                    <a:pt x="2998" y="228"/>
                  </a:lnTo>
                  <a:cubicBezTo>
                    <a:pt x="2930" y="87"/>
                    <a:pt x="2787" y="1"/>
                    <a:pt x="2633" y="1"/>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5"/>
            <p:cNvSpPr/>
            <p:nvPr/>
          </p:nvSpPr>
          <p:spPr>
            <a:xfrm>
              <a:off x="6540615" y="2285743"/>
              <a:ext cx="49574" cy="41869"/>
            </a:xfrm>
            <a:custGeom>
              <a:rect b="b" l="l" r="r" t="t"/>
              <a:pathLst>
                <a:path extrusionOk="0" h="1554" w="1840">
                  <a:moveTo>
                    <a:pt x="469" y="0"/>
                  </a:moveTo>
                  <a:cubicBezTo>
                    <a:pt x="319" y="0"/>
                    <a:pt x="175" y="83"/>
                    <a:pt x="103" y="226"/>
                  </a:cubicBezTo>
                  <a:cubicBezTo>
                    <a:pt x="0" y="432"/>
                    <a:pt x="87" y="683"/>
                    <a:pt x="295" y="780"/>
                  </a:cubicBezTo>
                  <a:lnTo>
                    <a:pt x="508" y="885"/>
                  </a:lnTo>
                  <a:lnTo>
                    <a:pt x="508" y="1072"/>
                  </a:lnTo>
                  <a:cubicBezTo>
                    <a:pt x="575" y="1367"/>
                    <a:pt x="837" y="1554"/>
                    <a:pt x="1113" y="1554"/>
                  </a:cubicBezTo>
                  <a:cubicBezTo>
                    <a:pt x="1215" y="1554"/>
                    <a:pt x="1319" y="1528"/>
                    <a:pt x="1415" y="1474"/>
                  </a:cubicBezTo>
                  <a:cubicBezTo>
                    <a:pt x="1777" y="1269"/>
                    <a:pt x="1839" y="772"/>
                    <a:pt x="1537" y="486"/>
                  </a:cubicBezTo>
                  <a:lnTo>
                    <a:pt x="1540" y="486"/>
                  </a:lnTo>
                  <a:lnTo>
                    <a:pt x="662" y="48"/>
                  </a:lnTo>
                  <a:cubicBezTo>
                    <a:pt x="600" y="16"/>
                    <a:pt x="534" y="0"/>
                    <a:pt x="4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5"/>
            <p:cNvSpPr/>
            <p:nvPr/>
          </p:nvSpPr>
          <p:spPr>
            <a:xfrm>
              <a:off x="6611393" y="2285985"/>
              <a:ext cx="48981" cy="41626"/>
            </a:xfrm>
            <a:custGeom>
              <a:rect b="b" l="l" r="r" t="t"/>
              <a:pathLst>
                <a:path extrusionOk="0" h="1545" w="1818">
                  <a:moveTo>
                    <a:pt x="1351" y="0"/>
                  </a:moveTo>
                  <a:cubicBezTo>
                    <a:pt x="1293" y="0"/>
                    <a:pt x="1234" y="13"/>
                    <a:pt x="1178" y="39"/>
                  </a:cubicBezTo>
                  <a:lnTo>
                    <a:pt x="300" y="477"/>
                  </a:lnTo>
                  <a:cubicBezTo>
                    <a:pt x="1" y="763"/>
                    <a:pt x="60" y="1260"/>
                    <a:pt x="422" y="1465"/>
                  </a:cubicBezTo>
                  <a:cubicBezTo>
                    <a:pt x="519" y="1519"/>
                    <a:pt x="624" y="1545"/>
                    <a:pt x="726" y="1545"/>
                  </a:cubicBezTo>
                  <a:cubicBezTo>
                    <a:pt x="1003" y="1545"/>
                    <a:pt x="1265" y="1358"/>
                    <a:pt x="1332" y="1063"/>
                  </a:cubicBezTo>
                  <a:lnTo>
                    <a:pt x="1332" y="876"/>
                  </a:lnTo>
                  <a:lnTo>
                    <a:pt x="1542" y="771"/>
                  </a:lnTo>
                  <a:cubicBezTo>
                    <a:pt x="1740" y="666"/>
                    <a:pt x="1818" y="425"/>
                    <a:pt x="1718" y="225"/>
                  </a:cubicBezTo>
                  <a:cubicBezTo>
                    <a:pt x="1646" y="83"/>
                    <a:pt x="1501" y="0"/>
                    <a:pt x="13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5"/>
            <p:cNvSpPr/>
            <p:nvPr/>
          </p:nvSpPr>
          <p:spPr>
            <a:xfrm>
              <a:off x="6576341" y="2350836"/>
              <a:ext cx="48820" cy="28020"/>
            </a:xfrm>
            <a:custGeom>
              <a:rect b="b" l="l" r="r" t="t"/>
              <a:pathLst>
                <a:path extrusionOk="0" h="1040" w="1812">
                  <a:moveTo>
                    <a:pt x="469" y="1"/>
                  </a:moveTo>
                  <a:cubicBezTo>
                    <a:pt x="318" y="1"/>
                    <a:pt x="174" y="83"/>
                    <a:pt x="103" y="227"/>
                  </a:cubicBezTo>
                  <a:cubicBezTo>
                    <a:pt x="0" y="429"/>
                    <a:pt x="81" y="675"/>
                    <a:pt x="284" y="775"/>
                  </a:cubicBezTo>
                  <a:lnTo>
                    <a:pt x="724" y="997"/>
                  </a:lnTo>
                  <a:cubicBezTo>
                    <a:pt x="781" y="1024"/>
                    <a:pt x="843" y="1040"/>
                    <a:pt x="907" y="1040"/>
                  </a:cubicBezTo>
                  <a:cubicBezTo>
                    <a:pt x="970" y="1040"/>
                    <a:pt x="1032" y="1024"/>
                    <a:pt x="1088" y="997"/>
                  </a:cubicBezTo>
                  <a:lnTo>
                    <a:pt x="1528" y="775"/>
                  </a:lnTo>
                  <a:cubicBezTo>
                    <a:pt x="1731" y="675"/>
                    <a:pt x="1812" y="429"/>
                    <a:pt x="1712" y="227"/>
                  </a:cubicBezTo>
                  <a:cubicBezTo>
                    <a:pt x="1639" y="83"/>
                    <a:pt x="1494" y="1"/>
                    <a:pt x="1344" y="1"/>
                  </a:cubicBezTo>
                  <a:cubicBezTo>
                    <a:pt x="1282" y="1"/>
                    <a:pt x="1220" y="14"/>
                    <a:pt x="1161" y="43"/>
                  </a:cubicBezTo>
                  <a:lnTo>
                    <a:pt x="907" y="173"/>
                  </a:lnTo>
                  <a:lnTo>
                    <a:pt x="651" y="43"/>
                  </a:lnTo>
                  <a:cubicBezTo>
                    <a:pt x="592" y="14"/>
                    <a:pt x="530" y="1"/>
                    <a:pt x="46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5"/>
            <p:cNvSpPr/>
            <p:nvPr/>
          </p:nvSpPr>
          <p:spPr>
            <a:xfrm>
              <a:off x="6600697" y="2350836"/>
              <a:ext cx="24464" cy="28020"/>
            </a:xfrm>
            <a:custGeom>
              <a:rect b="b" l="l" r="r" t="t"/>
              <a:pathLst>
                <a:path extrusionOk="0" h="1040" w="908">
                  <a:moveTo>
                    <a:pt x="440" y="1"/>
                  </a:moveTo>
                  <a:cubicBezTo>
                    <a:pt x="378" y="1"/>
                    <a:pt x="316" y="14"/>
                    <a:pt x="257" y="43"/>
                  </a:cubicBezTo>
                  <a:lnTo>
                    <a:pt x="1" y="173"/>
                  </a:lnTo>
                  <a:lnTo>
                    <a:pt x="1" y="1040"/>
                  </a:lnTo>
                  <a:cubicBezTo>
                    <a:pt x="66" y="1040"/>
                    <a:pt x="128" y="1024"/>
                    <a:pt x="184" y="997"/>
                  </a:cubicBezTo>
                  <a:lnTo>
                    <a:pt x="622" y="775"/>
                  </a:lnTo>
                  <a:cubicBezTo>
                    <a:pt x="824" y="675"/>
                    <a:pt x="908" y="429"/>
                    <a:pt x="805" y="227"/>
                  </a:cubicBezTo>
                  <a:cubicBezTo>
                    <a:pt x="734" y="83"/>
                    <a:pt x="590" y="1"/>
                    <a:pt x="440" y="1"/>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5"/>
            <p:cNvSpPr/>
            <p:nvPr/>
          </p:nvSpPr>
          <p:spPr>
            <a:xfrm>
              <a:off x="6611393" y="2285985"/>
              <a:ext cx="48981" cy="41626"/>
            </a:xfrm>
            <a:custGeom>
              <a:rect b="b" l="l" r="r" t="t"/>
              <a:pathLst>
                <a:path extrusionOk="0" h="1545" w="1818">
                  <a:moveTo>
                    <a:pt x="1351" y="0"/>
                  </a:moveTo>
                  <a:cubicBezTo>
                    <a:pt x="1293" y="0"/>
                    <a:pt x="1234" y="13"/>
                    <a:pt x="1178" y="39"/>
                  </a:cubicBezTo>
                  <a:lnTo>
                    <a:pt x="300" y="477"/>
                  </a:lnTo>
                  <a:cubicBezTo>
                    <a:pt x="1" y="763"/>
                    <a:pt x="60" y="1260"/>
                    <a:pt x="422" y="1465"/>
                  </a:cubicBezTo>
                  <a:cubicBezTo>
                    <a:pt x="519" y="1519"/>
                    <a:pt x="624" y="1545"/>
                    <a:pt x="726" y="1545"/>
                  </a:cubicBezTo>
                  <a:cubicBezTo>
                    <a:pt x="1003" y="1545"/>
                    <a:pt x="1265" y="1358"/>
                    <a:pt x="1332" y="1063"/>
                  </a:cubicBezTo>
                  <a:lnTo>
                    <a:pt x="1332" y="876"/>
                  </a:lnTo>
                  <a:lnTo>
                    <a:pt x="1542" y="771"/>
                  </a:lnTo>
                  <a:cubicBezTo>
                    <a:pt x="1740" y="666"/>
                    <a:pt x="1818" y="425"/>
                    <a:pt x="1718" y="225"/>
                  </a:cubicBezTo>
                  <a:cubicBezTo>
                    <a:pt x="1646" y="83"/>
                    <a:pt x="1501" y="0"/>
                    <a:pt x="135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45"/>
          <p:cNvGrpSpPr/>
          <p:nvPr/>
        </p:nvGrpSpPr>
        <p:grpSpPr>
          <a:xfrm>
            <a:off x="4286844" y="1801150"/>
            <a:ext cx="518583" cy="508680"/>
            <a:chOff x="6405310" y="2769064"/>
            <a:chExt cx="383823" cy="376521"/>
          </a:xfrm>
        </p:grpSpPr>
        <p:sp>
          <p:nvSpPr>
            <p:cNvPr id="415" name="Google Shape;415;p45"/>
            <p:cNvSpPr/>
            <p:nvPr/>
          </p:nvSpPr>
          <p:spPr>
            <a:xfrm>
              <a:off x="6425598" y="2981668"/>
              <a:ext cx="151848" cy="149719"/>
            </a:xfrm>
            <a:custGeom>
              <a:rect b="b" l="l" r="r" t="t"/>
              <a:pathLst>
                <a:path extrusionOk="0" h="5557" w="5636">
                  <a:moveTo>
                    <a:pt x="5187" y="1"/>
                  </a:moveTo>
                  <a:cubicBezTo>
                    <a:pt x="5082" y="1"/>
                    <a:pt x="4977" y="41"/>
                    <a:pt x="4896" y="120"/>
                  </a:cubicBezTo>
                  <a:lnTo>
                    <a:pt x="160" y="4856"/>
                  </a:lnTo>
                  <a:cubicBezTo>
                    <a:pt x="1" y="5016"/>
                    <a:pt x="1" y="5275"/>
                    <a:pt x="160" y="5437"/>
                  </a:cubicBezTo>
                  <a:cubicBezTo>
                    <a:pt x="240" y="5516"/>
                    <a:pt x="344" y="5556"/>
                    <a:pt x="449" y="5556"/>
                  </a:cubicBezTo>
                  <a:cubicBezTo>
                    <a:pt x="554" y="5556"/>
                    <a:pt x="659" y="5516"/>
                    <a:pt x="740" y="5437"/>
                  </a:cubicBezTo>
                  <a:lnTo>
                    <a:pt x="5476" y="701"/>
                  </a:lnTo>
                  <a:cubicBezTo>
                    <a:pt x="5636" y="541"/>
                    <a:pt x="5636" y="282"/>
                    <a:pt x="5476" y="123"/>
                  </a:cubicBezTo>
                  <a:lnTo>
                    <a:pt x="5476" y="120"/>
                  </a:lnTo>
                  <a:cubicBezTo>
                    <a:pt x="5397" y="41"/>
                    <a:pt x="5292" y="1"/>
                    <a:pt x="5187" y="1"/>
                  </a:cubicBezTo>
                  <a:close/>
                </a:path>
              </a:pathLst>
            </a:custGeom>
            <a:solidFill>
              <a:schemeClr val="accent2"/>
            </a:solidFill>
            <a:ln>
              <a:noFill/>
            </a:ln>
          </p:spPr>
          <p:txBody>
            <a:bodyPr anchorCtr="0" anchor="ctr" bIns="123525" lIns="123525" spcFirstLastPara="1" rIns="123525" wrap="square" tIns="123525">
              <a:noAutofit/>
            </a:bodyPr>
            <a:lstStyle/>
            <a:p>
              <a:pPr indent="0" lvl="0" marL="0" rtl="0" algn="l">
                <a:spcBef>
                  <a:spcPts val="0"/>
                </a:spcBef>
                <a:spcAft>
                  <a:spcPts val="0"/>
                </a:spcAft>
                <a:buNone/>
              </a:pPr>
              <a:r>
                <a:t/>
              </a:r>
              <a:endParaRPr/>
            </a:p>
          </p:txBody>
        </p:sp>
        <p:sp>
          <p:nvSpPr>
            <p:cNvPr id="416" name="Google Shape;416;p45"/>
            <p:cNvSpPr/>
            <p:nvPr/>
          </p:nvSpPr>
          <p:spPr>
            <a:xfrm>
              <a:off x="6405310" y="2769064"/>
              <a:ext cx="383823" cy="376521"/>
            </a:xfrm>
            <a:custGeom>
              <a:rect b="b" l="l" r="r" t="t"/>
              <a:pathLst>
                <a:path extrusionOk="0" h="13975" w="14246">
                  <a:moveTo>
                    <a:pt x="9364" y="0"/>
                  </a:moveTo>
                  <a:cubicBezTo>
                    <a:pt x="8997" y="0"/>
                    <a:pt x="8813" y="440"/>
                    <a:pt x="9073" y="699"/>
                  </a:cubicBezTo>
                  <a:lnTo>
                    <a:pt x="9510" y="1139"/>
                  </a:lnTo>
                  <a:cubicBezTo>
                    <a:pt x="9686" y="1323"/>
                    <a:pt x="9683" y="1612"/>
                    <a:pt x="9502" y="1793"/>
                  </a:cubicBezTo>
                  <a:cubicBezTo>
                    <a:pt x="9411" y="1883"/>
                    <a:pt x="9292" y="1929"/>
                    <a:pt x="9172" y="1929"/>
                  </a:cubicBezTo>
                  <a:cubicBezTo>
                    <a:pt x="9055" y="1929"/>
                    <a:pt x="8939" y="1886"/>
                    <a:pt x="8849" y="1801"/>
                  </a:cubicBezTo>
                  <a:lnTo>
                    <a:pt x="7347" y="300"/>
                  </a:lnTo>
                  <a:cubicBezTo>
                    <a:pt x="7271" y="221"/>
                    <a:pt x="7165" y="178"/>
                    <a:pt x="7057" y="178"/>
                  </a:cubicBezTo>
                  <a:cubicBezTo>
                    <a:pt x="7035" y="178"/>
                    <a:pt x="7013" y="180"/>
                    <a:pt x="6991" y="184"/>
                  </a:cubicBezTo>
                  <a:cubicBezTo>
                    <a:pt x="6297" y="297"/>
                    <a:pt x="5611" y="475"/>
                    <a:pt x="4950" y="713"/>
                  </a:cubicBezTo>
                  <a:cubicBezTo>
                    <a:pt x="4666" y="815"/>
                    <a:pt x="4585" y="1177"/>
                    <a:pt x="4798" y="1388"/>
                  </a:cubicBezTo>
                  <a:lnTo>
                    <a:pt x="5865" y="2454"/>
                  </a:lnTo>
                  <a:cubicBezTo>
                    <a:pt x="6038" y="2638"/>
                    <a:pt x="6035" y="2927"/>
                    <a:pt x="5857" y="3108"/>
                  </a:cubicBezTo>
                  <a:cubicBezTo>
                    <a:pt x="5765" y="3199"/>
                    <a:pt x="5644" y="3245"/>
                    <a:pt x="5524" y="3245"/>
                  </a:cubicBezTo>
                  <a:cubicBezTo>
                    <a:pt x="5409" y="3245"/>
                    <a:pt x="5293" y="3202"/>
                    <a:pt x="5203" y="3116"/>
                  </a:cubicBezTo>
                  <a:lnTo>
                    <a:pt x="3694" y="1607"/>
                  </a:lnTo>
                  <a:cubicBezTo>
                    <a:pt x="3615" y="1528"/>
                    <a:pt x="3509" y="1486"/>
                    <a:pt x="3403" y="1486"/>
                  </a:cubicBezTo>
                  <a:cubicBezTo>
                    <a:pt x="3331" y="1486"/>
                    <a:pt x="3259" y="1505"/>
                    <a:pt x="3194" y="1545"/>
                  </a:cubicBezTo>
                  <a:cubicBezTo>
                    <a:pt x="2663" y="1863"/>
                    <a:pt x="2163" y="2233"/>
                    <a:pt x="1704" y="2646"/>
                  </a:cubicBezTo>
                  <a:cubicBezTo>
                    <a:pt x="1531" y="2803"/>
                    <a:pt x="1523" y="3075"/>
                    <a:pt x="1691" y="3240"/>
                  </a:cubicBezTo>
                  <a:lnTo>
                    <a:pt x="3095" y="4647"/>
                  </a:lnTo>
                  <a:cubicBezTo>
                    <a:pt x="3270" y="4831"/>
                    <a:pt x="3267" y="5119"/>
                    <a:pt x="3086" y="5300"/>
                  </a:cubicBezTo>
                  <a:cubicBezTo>
                    <a:pt x="2996" y="5391"/>
                    <a:pt x="2875" y="5437"/>
                    <a:pt x="2755" y="5437"/>
                  </a:cubicBezTo>
                  <a:cubicBezTo>
                    <a:pt x="2639" y="5437"/>
                    <a:pt x="2523" y="5395"/>
                    <a:pt x="2433" y="5308"/>
                  </a:cubicBezTo>
                  <a:lnTo>
                    <a:pt x="1207" y="4080"/>
                  </a:lnTo>
                  <a:cubicBezTo>
                    <a:pt x="1125" y="3998"/>
                    <a:pt x="1020" y="3959"/>
                    <a:pt x="917" y="3959"/>
                  </a:cubicBezTo>
                  <a:cubicBezTo>
                    <a:pt x="758" y="3959"/>
                    <a:pt x="603" y="4050"/>
                    <a:pt x="538" y="4215"/>
                  </a:cubicBezTo>
                  <a:cubicBezTo>
                    <a:pt x="0" y="5549"/>
                    <a:pt x="281" y="7074"/>
                    <a:pt x="1261" y="8127"/>
                  </a:cubicBezTo>
                  <a:cubicBezTo>
                    <a:pt x="1975" y="8894"/>
                    <a:pt x="2964" y="9310"/>
                    <a:pt x="3977" y="9310"/>
                  </a:cubicBezTo>
                  <a:cubicBezTo>
                    <a:pt x="4357" y="9310"/>
                    <a:pt x="4739" y="9252"/>
                    <a:pt x="5112" y="9132"/>
                  </a:cubicBezTo>
                  <a:lnTo>
                    <a:pt x="5112" y="9132"/>
                  </a:lnTo>
                  <a:cubicBezTo>
                    <a:pt x="4671" y="10501"/>
                    <a:pt x="5063" y="11999"/>
                    <a:pt x="6116" y="12979"/>
                  </a:cubicBezTo>
                  <a:cubicBezTo>
                    <a:pt x="6815" y="13630"/>
                    <a:pt x="7722" y="13974"/>
                    <a:pt x="8643" y="13974"/>
                  </a:cubicBezTo>
                  <a:cubicBezTo>
                    <a:pt x="9109" y="13974"/>
                    <a:pt x="9578" y="13886"/>
                    <a:pt x="10026" y="13706"/>
                  </a:cubicBezTo>
                  <a:cubicBezTo>
                    <a:pt x="10298" y="13595"/>
                    <a:pt x="10371" y="13244"/>
                    <a:pt x="10163" y="13036"/>
                  </a:cubicBezTo>
                  <a:lnTo>
                    <a:pt x="8935" y="11808"/>
                  </a:lnTo>
                  <a:cubicBezTo>
                    <a:pt x="8759" y="11624"/>
                    <a:pt x="8762" y="11335"/>
                    <a:pt x="8943" y="11154"/>
                  </a:cubicBezTo>
                  <a:cubicBezTo>
                    <a:pt x="9034" y="11063"/>
                    <a:pt x="9154" y="11017"/>
                    <a:pt x="9274" y="11017"/>
                  </a:cubicBezTo>
                  <a:cubicBezTo>
                    <a:pt x="9390" y="11017"/>
                    <a:pt x="9506" y="11060"/>
                    <a:pt x="9596" y="11146"/>
                  </a:cubicBezTo>
                  <a:lnTo>
                    <a:pt x="11003" y="12553"/>
                  </a:lnTo>
                  <a:cubicBezTo>
                    <a:pt x="11083" y="12633"/>
                    <a:pt x="11188" y="12673"/>
                    <a:pt x="11293" y="12673"/>
                  </a:cubicBezTo>
                  <a:cubicBezTo>
                    <a:pt x="11404" y="12673"/>
                    <a:pt x="11514" y="12628"/>
                    <a:pt x="11595" y="12539"/>
                  </a:cubicBezTo>
                  <a:cubicBezTo>
                    <a:pt x="12010" y="12078"/>
                    <a:pt x="12380" y="11581"/>
                    <a:pt x="12699" y="11049"/>
                  </a:cubicBezTo>
                  <a:cubicBezTo>
                    <a:pt x="12796" y="10887"/>
                    <a:pt x="12769" y="10682"/>
                    <a:pt x="12637" y="10549"/>
                  </a:cubicBezTo>
                  <a:lnTo>
                    <a:pt x="11127" y="9040"/>
                  </a:lnTo>
                  <a:cubicBezTo>
                    <a:pt x="10941" y="8859"/>
                    <a:pt x="10941" y="8559"/>
                    <a:pt x="11125" y="8376"/>
                  </a:cubicBezTo>
                  <a:cubicBezTo>
                    <a:pt x="11216" y="8284"/>
                    <a:pt x="11336" y="8238"/>
                    <a:pt x="11457" y="8238"/>
                  </a:cubicBezTo>
                  <a:cubicBezTo>
                    <a:pt x="11577" y="8238"/>
                    <a:pt x="11698" y="8285"/>
                    <a:pt x="11789" y="8378"/>
                  </a:cubicBezTo>
                  <a:lnTo>
                    <a:pt x="12855" y="9445"/>
                  </a:lnTo>
                  <a:cubicBezTo>
                    <a:pt x="12937" y="9526"/>
                    <a:pt x="13041" y="9565"/>
                    <a:pt x="13143" y="9565"/>
                  </a:cubicBezTo>
                  <a:cubicBezTo>
                    <a:pt x="13307" y="9565"/>
                    <a:pt x="13468" y="9468"/>
                    <a:pt x="13531" y="9294"/>
                  </a:cubicBezTo>
                  <a:cubicBezTo>
                    <a:pt x="13768" y="8630"/>
                    <a:pt x="13944" y="7946"/>
                    <a:pt x="14060" y="7253"/>
                  </a:cubicBezTo>
                  <a:cubicBezTo>
                    <a:pt x="14079" y="7120"/>
                    <a:pt x="14038" y="6988"/>
                    <a:pt x="13944" y="6896"/>
                  </a:cubicBezTo>
                  <a:lnTo>
                    <a:pt x="12442" y="5395"/>
                  </a:lnTo>
                  <a:cubicBezTo>
                    <a:pt x="12253" y="5214"/>
                    <a:pt x="12251" y="4912"/>
                    <a:pt x="12434" y="4725"/>
                  </a:cubicBezTo>
                  <a:cubicBezTo>
                    <a:pt x="12526" y="4633"/>
                    <a:pt x="12646" y="4587"/>
                    <a:pt x="12766" y="4587"/>
                  </a:cubicBezTo>
                  <a:cubicBezTo>
                    <a:pt x="12889" y="4587"/>
                    <a:pt x="13012" y="4636"/>
                    <a:pt x="13104" y="4733"/>
                  </a:cubicBezTo>
                  <a:lnTo>
                    <a:pt x="13544" y="5173"/>
                  </a:lnTo>
                  <a:cubicBezTo>
                    <a:pt x="13627" y="5256"/>
                    <a:pt x="13730" y="5293"/>
                    <a:pt x="13830" y="5293"/>
                  </a:cubicBezTo>
                  <a:cubicBezTo>
                    <a:pt x="14042" y="5293"/>
                    <a:pt x="14245" y="5129"/>
                    <a:pt x="14243" y="4882"/>
                  </a:cubicBezTo>
                  <a:lnTo>
                    <a:pt x="14241" y="4879"/>
                  </a:lnTo>
                  <a:cubicBezTo>
                    <a:pt x="14230" y="2589"/>
                    <a:pt x="13720" y="886"/>
                    <a:pt x="13698" y="813"/>
                  </a:cubicBezTo>
                  <a:cubicBezTo>
                    <a:pt x="13660" y="683"/>
                    <a:pt x="13558" y="583"/>
                    <a:pt x="13428" y="543"/>
                  </a:cubicBezTo>
                  <a:cubicBezTo>
                    <a:pt x="13358" y="521"/>
                    <a:pt x="11654" y="11"/>
                    <a:pt x="9364" y="0"/>
                  </a:cubicBezTo>
                  <a:close/>
                </a:path>
              </a:pathLst>
            </a:custGeom>
            <a:solidFill>
              <a:schemeClr val="accent3"/>
            </a:solidFill>
            <a:ln>
              <a:noFill/>
            </a:ln>
          </p:spPr>
          <p:txBody>
            <a:bodyPr anchorCtr="0" anchor="ctr" bIns="123525" lIns="123525" spcFirstLastPara="1" rIns="123525" wrap="square" tIns="123525">
              <a:noAutofit/>
            </a:bodyPr>
            <a:lstStyle/>
            <a:p>
              <a:pPr indent="0" lvl="0" marL="0" rtl="0" algn="l">
                <a:spcBef>
                  <a:spcPts val="0"/>
                </a:spcBef>
                <a:spcAft>
                  <a:spcPts val="0"/>
                </a:spcAft>
                <a:buNone/>
              </a:pPr>
              <a:r>
                <a:t/>
              </a:r>
              <a:endParaRPr/>
            </a:p>
          </p:txBody>
        </p:sp>
        <p:sp>
          <p:nvSpPr>
            <p:cNvPr id="417" name="Google Shape;417;p45"/>
            <p:cNvSpPr/>
            <p:nvPr/>
          </p:nvSpPr>
          <p:spPr>
            <a:xfrm>
              <a:off x="6531589" y="2786523"/>
              <a:ext cx="257489" cy="359063"/>
            </a:xfrm>
            <a:custGeom>
              <a:rect b="b" l="l" r="r" t="t"/>
              <a:pathLst>
                <a:path extrusionOk="0" h="13327" w="9557">
                  <a:moveTo>
                    <a:pt x="8911" y="0"/>
                  </a:moveTo>
                  <a:lnTo>
                    <a:pt x="425" y="8486"/>
                  </a:lnTo>
                  <a:cubicBezTo>
                    <a:pt x="1" y="9807"/>
                    <a:pt x="352" y="11257"/>
                    <a:pt x="1332" y="12240"/>
                  </a:cubicBezTo>
                  <a:cubicBezTo>
                    <a:pt x="2040" y="12950"/>
                    <a:pt x="2988" y="13327"/>
                    <a:pt x="3953" y="13327"/>
                  </a:cubicBezTo>
                  <a:cubicBezTo>
                    <a:pt x="4419" y="13327"/>
                    <a:pt x="4889" y="13239"/>
                    <a:pt x="5339" y="13058"/>
                  </a:cubicBezTo>
                  <a:cubicBezTo>
                    <a:pt x="5611" y="12950"/>
                    <a:pt x="5684" y="12596"/>
                    <a:pt x="5476" y="12388"/>
                  </a:cubicBezTo>
                  <a:lnTo>
                    <a:pt x="4248" y="11160"/>
                  </a:lnTo>
                  <a:cubicBezTo>
                    <a:pt x="4064" y="10979"/>
                    <a:pt x="4064" y="10682"/>
                    <a:pt x="4248" y="10501"/>
                  </a:cubicBezTo>
                  <a:cubicBezTo>
                    <a:pt x="4338" y="10409"/>
                    <a:pt x="4458" y="10363"/>
                    <a:pt x="4578" y="10363"/>
                  </a:cubicBezTo>
                  <a:cubicBezTo>
                    <a:pt x="4697" y="10363"/>
                    <a:pt x="4818" y="10409"/>
                    <a:pt x="4909" y="10501"/>
                  </a:cubicBezTo>
                  <a:lnTo>
                    <a:pt x="6316" y="11905"/>
                  </a:lnTo>
                  <a:cubicBezTo>
                    <a:pt x="6396" y="11986"/>
                    <a:pt x="6500" y="12026"/>
                    <a:pt x="6605" y="12026"/>
                  </a:cubicBezTo>
                  <a:cubicBezTo>
                    <a:pt x="6716" y="12026"/>
                    <a:pt x="6827" y="11980"/>
                    <a:pt x="6908" y="11891"/>
                  </a:cubicBezTo>
                  <a:cubicBezTo>
                    <a:pt x="7323" y="11432"/>
                    <a:pt x="7693" y="10933"/>
                    <a:pt x="8012" y="10401"/>
                  </a:cubicBezTo>
                  <a:cubicBezTo>
                    <a:pt x="8106" y="10242"/>
                    <a:pt x="8082" y="10034"/>
                    <a:pt x="7950" y="9901"/>
                  </a:cubicBezTo>
                  <a:lnTo>
                    <a:pt x="6440" y="8392"/>
                  </a:lnTo>
                  <a:cubicBezTo>
                    <a:pt x="6249" y="8211"/>
                    <a:pt x="6246" y="7909"/>
                    <a:pt x="6432" y="7722"/>
                  </a:cubicBezTo>
                  <a:cubicBezTo>
                    <a:pt x="6524" y="7631"/>
                    <a:pt x="6643" y="7586"/>
                    <a:pt x="6763" y="7586"/>
                  </a:cubicBezTo>
                  <a:cubicBezTo>
                    <a:pt x="6886" y="7586"/>
                    <a:pt x="7010" y="7634"/>
                    <a:pt x="7102" y="7730"/>
                  </a:cubicBezTo>
                  <a:lnTo>
                    <a:pt x="8168" y="8797"/>
                  </a:lnTo>
                  <a:cubicBezTo>
                    <a:pt x="8250" y="8878"/>
                    <a:pt x="8354" y="8917"/>
                    <a:pt x="8456" y="8917"/>
                  </a:cubicBezTo>
                  <a:cubicBezTo>
                    <a:pt x="8620" y="8917"/>
                    <a:pt x="8781" y="8820"/>
                    <a:pt x="8844" y="8646"/>
                  </a:cubicBezTo>
                  <a:cubicBezTo>
                    <a:pt x="9081" y="7984"/>
                    <a:pt x="9257" y="7298"/>
                    <a:pt x="9370" y="6605"/>
                  </a:cubicBezTo>
                  <a:cubicBezTo>
                    <a:pt x="9392" y="6472"/>
                    <a:pt x="9351" y="6340"/>
                    <a:pt x="9257" y="6248"/>
                  </a:cubicBezTo>
                  <a:lnTo>
                    <a:pt x="7755" y="4747"/>
                  </a:lnTo>
                  <a:cubicBezTo>
                    <a:pt x="7566" y="4566"/>
                    <a:pt x="7561" y="4264"/>
                    <a:pt x="7747" y="4077"/>
                  </a:cubicBezTo>
                  <a:cubicBezTo>
                    <a:pt x="7839" y="3985"/>
                    <a:pt x="7959" y="3939"/>
                    <a:pt x="8079" y="3939"/>
                  </a:cubicBezTo>
                  <a:cubicBezTo>
                    <a:pt x="8202" y="3939"/>
                    <a:pt x="8325" y="3988"/>
                    <a:pt x="8417" y="4085"/>
                  </a:cubicBezTo>
                  <a:lnTo>
                    <a:pt x="8857" y="4525"/>
                  </a:lnTo>
                  <a:cubicBezTo>
                    <a:pt x="8940" y="4608"/>
                    <a:pt x="9043" y="4645"/>
                    <a:pt x="9143" y="4645"/>
                  </a:cubicBezTo>
                  <a:cubicBezTo>
                    <a:pt x="9354" y="4645"/>
                    <a:pt x="9556" y="4481"/>
                    <a:pt x="9556" y="4234"/>
                  </a:cubicBezTo>
                  <a:cubicBezTo>
                    <a:pt x="9546" y="1941"/>
                    <a:pt x="9035" y="240"/>
                    <a:pt x="9014" y="167"/>
                  </a:cubicBezTo>
                  <a:cubicBezTo>
                    <a:pt x="8992" y="103"/>
                    <a:pt x="8957" y="46"/>
                    <a:pt x="8911" y="0"/>
                  </a:cubicBezTo>
                  <a:close/>
                </a:path>
              </a:pathLst>
            </a:custGeom>
            <a:solidFill>
              <a:srgbClr val="373579">
                <a:alpha val="14040"/>
              </a:srgbClr>
            </a:solidFill>
            <a:ln>
              <a:noFill/>
            </a:ln>
          </p:spPr>
          <p:txBody>
            <a:bodyPr anchorCtr="0" anchor="ctr" bIns="123525" lIns="123525" spcFirstLastPara="1" rIns="123525" wrap="square" tIns="123525">
              <a:noAutofit/>
            </a:bodyPr>
            <a:lstStyle/>
            <a:p>
              <a:pPr indent="0" lvl="0" marL="0" rtl="0" algn="l">
                <a:spcBef>
                  <a:spcPts val="0"/>
                </a:spcBef>
                <a:spcAft>
                  <a:spcPts val="0"/>
                </a:spcAft>
                <a:buNone/>
              </a:pPr>
              <a:r>
                <a:t/>
              </a:r>
              <a:endParaRPr/>
            </a:p>
          </p:txBody>
        </p:sp>
      </p:grpSp>
      <p:pic>
        <p:nvPicPr>
          <p:cNvPr id="418" name="Google Shape;418;p45"/>
          <p:cNvPicPr preferRelativeResize="0"/>
          <p:nvPr/>
        </p:nvPicPr>
        <p:blipFill>
          <a:blip r:embed="rId3">
            <a:alphaModFix/>
          </a:blip>
          <a:stretch>
            <a:fillRect/>
          </a:stretch>
        </p:blipFill>
        <p:spPr>
          <a:xfrm>
            <a:off x="6970213" y="1435688"/>
            <a:ext cx="610675" cy="610675"/>
          </a:xfrm>
          <a:prstGeom prst="rect">
            <a:avLst/>
          </a:prstGeom>
          <a:noFill/>
          <a:ln>
            <a:noFill/>
          </a:ln>
        </p:spPr>
      </p:pic>
      <p:sp>
        <p:nvSpPr>
          <p:cNvPr id="419" name="Google Shape;419;p45"/>
          <p:cNvSpPr txBox="1"/>
          <p:nvPr>
            <p:ph idx="5" type="subTitle"/>
          </p:nvPr>
        </p:nvSpPr>
        <p:spPr>
          <a:xfrm>
            <a:off x="5430747" y="4069000"/>
            <a:ext cx="3233700" cy="778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200">
                <a:latin typeface="DM Sans"/>
                <a:ea typeface="DM Sans"/>
                <a:cs typeface="DM Sans"/>
                <a:sym typeface="DM Sans"/>
              </a:rPr>
              <a:t>G. G. Simpson. </a:t>
            </a:r>
            <a:r>
              <a:rPr i="1" lang="en" sz="1200">
                <a:latin typeface="DM Sans"/>
                <a:ea typeface="DM Sans"/>
                <a:cs typeface="DM Sans"/>
                <a:sym typeface="DM Sans"/>
              </a:rPr>
              <a:t>The species concept</a:t>
            </a:r>
            <a:r>
              <a:rPr lang="en" sz="1200">
                <a:latin typeface="DM Sans"/>
                <a:ea typeface="DM Sans"/>
                <a:cs typeface="DM Sans"/>
                <a:sym typeface="DM Sans"/>
              </a:rPr>
              <a:t> (1951).</a:t>
            </a:r>
            <a:endParaRPr sz="1200">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46"/>
          <p:cNvPicPr preferRelativeResize="0"/>
          <p:nvPr/>
        </p:nvPicPr>
        <p:blipFill rotWithShape="1">
          <a:blip r:embed="rId3">
            <a:alphaModFix/>
          </a:blip>
          <a:srcRect b="0" l="32651" r="0" t="0"/>
          <a:stretch/>
        </p:blipFill>
        <p:spPr>
          <a:xfrm flipH="1">
            <a:off x="7077252" y="2192832"/>
            <a:ext cx="2066749" cy="2275299"/>
          </a:xfrm>
          <a:prstGeom prst="rect">
            <a:avLst/>
          </a:prstGeom>
          <a:noFill/>
          <a:ln>
            <a:noFill/>
          </a:ln>
        </p:spPr>
      </p:pic>
      <p:cxnSp>
        <p:nvCxnSpPr>
          <p:cNvPr id="425" name="Google Shape;425;p46"/>
          <p:cNvCxnSpPr>
            <a:stCxn id="426" idx="0"/>
            <a:endCxn id="426" idx="0"/>
          </p:cNvCxnSpPr>
          <p:nvPr/>
        </p:nvCxnSpPr>
        <p:spPr>
          <a:xfrm flipH="1" rot="-5400000">
            <a:off x="3613850" y="3457888"/>
            <a:ext cx="600" cy="600"/>
          </a:xfrm>
          <a:prstGeom prst="bentConnector3">
            <a:avLst>
              <a:gd fmla="val -39687500" name="adj1"/>
            </a:avLst>
          </a:prstGeom>
          <a:noFill/>
          <a:ln cap="flat" cmpd="sng" w="19050">
            <a:solidFill>
              <a:schemeClr val="dk1"/>
            </a:solidFill>
            <a:prstDash val="solid"/>
            <a:round/>
            <a:headEnd len="med" w="med" type="none"/>
            <a:tailEnd len="med" w="med" type="none"/>
          </a:ln>
        </p:spPr>
      </p:cxnSp>
      <p:cxnSp>
        <p:nvCxnSpPr>
          <p:cNvPr id="427" name="Google Shape;427;p46"/>
          <p:cNvCxnSpPr>
            <a:stCxn id="428" idx="2"/>
            <a:endCxn id="429" idx="0"/>
          </p:cNvCxnSpPr>
          <p:nvPr/>
        </p:nvCxnSpPr>
        <p:spPr>
          <a:xfrm flipH="1" rot="-5400000">
            <a:off x="5333037" y="3250290"/>
            <a:ext cx="414300" cy="600"/>
          </a:xfrm>
          <a:prstGeom prst="bentConnector3">
            <a:avLst>
              <a:gd fmla="val 50018" name="adj1"/>
            </a:avLst>
          </a:prstGeom>
          <a:noFill/>
          <a:ln cap="flat" cmpd="sng" w="19050">
            <a:solidFill>
              <a:schemeClr val="dk1"/>
            </a:solidFill>
            <a:prstDash val="solid"/>
            <a:round/>
            <a:headEnd len="med" w="med" type="none"/>
            <a:tailEnd len="med" w="med" type="none"/>
          </a:ln>
        </p:spPr>
      </p:cxnSp>
      <p:cxnSp>
        <p:nvCxnSpPr>
          <p:cNvPr id="430" name="Google Shape;430;p46"/>
          <p:cNvCxnSpPr>
            <a:endCxn id="431" idx="0"/>
          </p:cNvCxnSpPr>
          <p:nvPr/>
        </p:nvCxnSpPr>
        <p:spPr>
          <a:xfrm rot="5400000">
            <a:off x="7381775" y="3367738"/>
            <a:ext cx="174300" cy="6000"/>
          </a:xfrm>
          <a:prstGeom prst="bentConnector3">
            <a:avLst>
              <a:gd fmla="val 50000" name="adj1"/>
            </a:avLst>
          </a:prstGeom>
          <a:noFill/>
          <a:ln cap="flat" cmpd="sng" w="19050">
            <a:solidFill>
              <a:schemeClr val="dk1"/>
            </a:solidFill>
            <a:prstDash val="solid"/>
            <a:round/>
            <a:headEnd len="med" w="med" type="none"/>
            <a:tailEnd len="med" w="med" type="none"/>
          </a:ln>
        </p:spPr>
      </p:cxnSp>
      <p:sp>
        <p:nvSpPr>
          <p:cNvPr id="432" name="Google Shape;432;p4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Timeline</a:t>
            </a:r>
            <a:endParaRPr/>
          </a:p>
        </p:txBody>
      </p:sp>
      <p:sp>
        <p:nvSpPr>
          <p:cNvPr id="428" name="Google Shape;428;p46"/>
          <p:cNvSpPr txBox="1"/>
          <p:nvPr/>
        </p:nvSpPr>
        <p:spPr>
          <a:xfrm>
            <a:off x="4576887" y="2408040"/>
            <a:ext cx="1926000" cy="6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73579"/>
                </a:solidFill>
                <a:latin typeface="DM Sans"/>
                <a:ea typeface="DM Sans"/>
                <a:cs typeface="DM Sans"/>
                <a:sym typeface="DM Sans"/>
              </a:rPr>
              <a:t>Population </a:t>
            </a:r>
            <a:endParaRPr>
              <a:solidFill>
                <a:srgbClr val="373579"/>
              </a:solidFill>
              <a:latin typeface="DM Sans"/>
              <a:ea typeface="DM Sans"/>
              <a:cs typeface="DM Sans"/>
              <a:sym typeface="DM Sans"/>
            </a:endParaRPr>
          </a:p>
          <a:p>
            <a:pPr indent="0" lvl="0" marL="0" rtl="0" algn="ctr">
              <a:spcBef>
                <a:spcPts val="0"/>
              </a:spcBef>
              <a:spcAft>
                <a:spcPts val="0"/>
              </a:spcAft>
              <a:buNone/>
            </a:pPr>
            <a:r>
              <a:rPr lang="en">
                <a:solidFill>
                  <a:srgbClr val="373579"/>
                </a:solidFill>
                <a:latin typeface="DM Sans"/>
                <a:ea typeface="DM Sans"/>
                <a:cs typeface="DM Sans"/>
                <a:sym typeface="DM Sans"/>
              </a:rPr>
              <a:t>thinking</a:t>
            </a:r>
            <a:endParaRPr>
              <a:solidFill>
                <a:srgbClr val="373579"/>
              </a:solidFill>
              <a:latin typeface="DM Sans"/>
              <a:ea typeface="DM Sans"/>
              <a:cs typeface="DM Sans"/>
              <a:sym typeface="DM Sans"/>
            </a:endParaRPr>
          </a:p>
        </p:txBody>
      </p:sp>
      <p:sp>
        <p:nvSpPr>
          <p:cNvPr id="433" name="Google Shape;433;p46"/>
          <p:cNvSpPr txBox="1"/>
          <p:nvPr/>
        </p:nvSpPr>
        <p:spPr>
          <a:xfrm>
            <a:off x="2650900" y="1911538"/>
            <a:ext cx="19260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200">
                <a:solidFill>
                  <a:srgbClr val="373579"/>
                </a:solidFill>
                <a:latin typeface="Reggae One"/>
                <a:ea typeface="Reggae One"/>
                <a:cs typeface="Reggae One"/>
                <a:sym typeface="Reggae One"/>
              </a:rPr>
              <a:t>Darwin</a:t>
            </a:r>
            <a:endParaRPr sz="2200">
              <a:solidFill>
                <a:srgbClr val="373579"/>
              </a:solidFill>
              <a:latin typeface="Reggae One"/>
              <a:ea typeface="Reggae One"/>
              <a:cs typeface="Reggae One"/>
              <a:sym typeface="Reggae One"/>
            </a:endParaRPr>
          </a:p>
        </p:txBody>
      </p:sp>
      <p:sp>
        <p:nvSpPr>
          <p:cNvPr id="434" name="Google Shape;434;p46"/>
          <p:cNvSpPr txBox="1"/>
          <p:nvPr/>
        </p:nvSpPr>
        <p:spPr>
          <a:xfrm>
            <a:off x="2650893" y="2363715"/>
            <a:ext cx="1926000" cy="6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73579"/>
                </a:solidFill>
                <a:latin typeface="DM Sans"/>
                <a:ea typeface="DM Sans"/>
                <a:cs typeface="DM Sans"/>
                <a:sym typeface="DM Sans"/>
              </a:rPr>
              <a:t>Avoids the mechanism of multiplication</a:t>
            </a:r>
            <a:endParaRPr>
              <a:solidFill>
                <a:srgbClr val="373579"/>
              </a:solidFill>
              <a:latin typeface="DM Sans"/>
              <a:ea typeface="DM Sans"/>
              <a:cs typeface="DM Sans"/>
              <a:sym typeface="DM Sans"/>
            </a:endParaRPr>
          </a:p>
        </p:txBody>
      </p:sp>
      <p:sp>
        <p:nvSpPr>
          <p:cNvPr id="435" name="Google Shape;435;p46"/>
          <p:cNvSpPr txBox="1"/>
          <p:nvPr/>
        </p:nvSpPr>
        <p:spPr>
          <a:xfrm>
            <a:off x="6502900" y="2408056"/>
            <a:ext cx="1926000" cy="6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73579"/>
                </a:solidFill>
                <a:latin typeface="DM Sans"/>
                <a:ea typeface="DM Sans"/>
                <a:cs typeface="DM Sans"/>
                <a:sym typeface="DM Sans"/>
              </a:rPr>
              <a:t>DNA and mathematical </a:t>
            </a:r>
            <a:r>
              <a:rPr lang="en">
                <a:solidFill>
                  <a:srgbClr val="373579"/>
                </a:solidFill>
                <a:latin typeface="DM Sans"/>
                <a:ea typeface="DM Sans"/>
                <a:cs typeface="DM Sans"/>
                <a:sym typeface="DM Sans"/>
              </a:rPr>
              <a:t>scaling</a:t>
            </a:r>
            <a:endParaRPr>
              <a:solidFill>
                <a:srgbClr val="373579"/>
              </a:solidFill>
              <a:latin typeface="DM Sans"/>
              <a:ea typeface="DM Sans"/>
              <a:cs typeface="DM Sans"/>
              <a:sym typeface="DM Sans"/>
            </a:endParaRPr>
          </a:p>
        </p:txBody>
      </p:sp>
      <p:sp>
        <p:nvSpPr>
          <p:cNvPr id="436" name="Google Shape;436;p46"/>
          <p:cNvSpPr txBox="1"/>
          <p:nvPr/>
        </p:nvSpPr>
        <p:spPr>
          <a:xfrm>
            <a:off x="4576901" y="1911538"/>
            <a:ext cx="19260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200">
                <a:solidFill>
                  <a:srgbClr val="373579"/>
                </a:solidFill>
                <a:latin typeface="Reggae One"/>
                <a:ea typeface="Reggae One"/>
                <a:cs typeface="Reggae One"/>
                <a:sym typeface="Reggae One"/>
              </a:rPr>
              <a:t>BSC</a:t>
            </a:r>
            <a:endParaRPr sz="2200">
              <a:solidFill>
                <a:srgbClr val="373579"/>
              </a:solidFill>
              <a:latin typeface="Reggae One"/>
              <a:ea typeface="Reggae One"/>
              <a:cs typeface="Reggae One"/>
              <a:sym typeface="Reggae One"/>
            </a:endParaRPr>
          </a:p>
        </p:txBody>
      </p:sp>
      <p:sp>
        <p:nvSpPr>
          <p:cNvPr id="437" name="Google Shape;437;p46"/>
          <p:cNvSpPr txBox="1"/>
          <p:nvPr/>
        </p:nvSpPr>
        <p:spPr>
          <a:xfrm>
            <a:off x="6317950" y="1912638"/>
            <a:ext cx="22959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200">
                <a:solidFill>
                  <a:srgbClr val="373579"/>
                </a:solidFill>
                <a:latin typeface="Reggae One"/>
                <a:ea typeface="Reggae One"/>
                <a:cs typeface="Reggae One"/>
                <a:sym typeface="Reggae One"/>
              </a:rPr>
              <a:t>Molecular era</a:t>
            </a:r>
            <a:endParaRPr sz="2200">
              <a:solidFill>
                <a:srgbClr val="373579"/>
              </a:solidFill>
              <a:latin typeface="Reggae One"/>
              <a:ea typeface="Reggae One"/>
              <a:cs typeface="Reggae One"/>
              <a:sym typeface="Reggae One"/>
            </a:endParaRPr>
          </a:p>
        </p:txBody>
      </p:sp>
      <p:cxnSp>
        <p:nvCxnSpPr>
          <p:cNvPr id="438" name="Google Shape;438;p46"/>
          <p:cNvCxnSpPr>
            <a:stCxn id="439" idx="2"/>
            <a:endCxn id="440" idx="0"/>
          </p:cNvCxnSpPr>
          <p:nvPr/>
        </p:nvCxnSpPr>
        <p:spPr>
          <a:xfrm flipH="1" rot="-5400000">
            <a:off x="1481050" y="3250306"/>
            <a:ext cx="414300" cy="600"/>
          </a:xfrm>
          <a:prstGeom prst="bentConnector3">
            <a:avLst>
              <a:gd fmla="val 50016" name="adj1"/>
            </a:avLst>
          </a:prstGeom>
          <a:noFill/>
          <a:ln cap="flat" cmpd="sng" w="19050">
            <a:solidFill>
              <a:schemeClr val="dk1"/>
            </a:solidFill>
            <a:prstDash val="solid"/>
            <a:round/>
            <a:headEnd len="med" w="med" type="none"/>
            <a:tailEnd len="med" w="med" type="none"/>
          </a:ln>
        </p:spPr>
      </p:cxnSp>
      <p:sp>
        <p:nvSpPr>
          <p:cNvPr id="441" name="Google Shape;441;p46"/>
          <p:cNvSpPr/>
          <p:nvPr/>
        </p:nvSpPr>
        <p:spPr>
          <a:xfrm>
            <a:off x="2831825" y="3380238"/>
            <a:ext cx="1564138" cy="572678"/>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442" name="Google Shape;442;p46"/>
          <p:cNvSpPr/>
          <p:nvPr/>
        </p:nvSpPr>
        <p:spPr>
          <a:xfrm>
            <a:off x="4757825" y="3380238"/>
            <a:ext cx="1564138" cy="572678"/>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443" name="Google Shape;443;p46"/>
          <p:cNvSpPr/>
          <p:nvPr/>
        </p:nvSpPr>
        <p:spPr>
          <a:xfrm>
            <a:off x="6683825" y="3380238"/>
            <a:ext cx="1564138" cy="572678"/>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426" name="Google Shape;426;p46"/>
          <p:cNvSpPr txBox="1"/>
          <p:nvPr/>
        </p:nvSpPr>
        <p:spPr>
          <a:xfrm>
            <a:off x="3072050" y="3457888"/>
            <a:ext cx="1083600" cy="41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eggae One"/>
                <a:ea typeface="Reggae One"/>
                <a:cs typeface="Reggae One"/>
                <a:sym typeface="Reggae One"/>
              </a:rPr>
              <a:t>1859</a:t>
            </a:r>
            <a:endParaRPr sz="2200">
              <a:solidFill>
                <a:schemeClr val="lt1"/>
              </a:solidFill>
              <a:latin typeface="Reggae One"/>
              <a:ea typeface="Reggae One"/>
              <a:cs typeface="Reggae One"/>
              <a:sym typeface="Reggae One"/>
            </a:endParaRPr>
          </a:p>
        </p:txBody>
      </p:sp>
      <p:sp>
        <p:nvSpPr>
          <p:cNvPr id="444" name="Google Shape;444;p46"/>
          <p:cNvSpPr/>
          <p:nvPr/>
        </p:nvSpPr>
        <p:spPr>
          <a:xfrm>
            <a:off x="905825" y="3380238"/>
            <a:ext cx="1564138" cy="572678"/>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445" name="Google Shape;445;p46"/>
          <p:cNvSpPr txBox="1"/>
          <p:nvPr/>
        </p:nvSpPr>
        <p:spPr>
          <a:xfrm>
            <a:off x="724899" y="1911550"/>
            <a:ext cx="1926000" cy="57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2200">
                <a:solidFill>
                  <a:srgbClr val="373579"/>
                </a:solidFill>
                <a:latin typeface="Reggae One"/>
                <a:ea typeface="Reggae One"/>
                <a:cs typeface="Reggae One"/>
                <a:sym typeface="Reggae One"/>
              </a:rPr>
              <a:t>Linnaeus</a:t>
            </a:r>
            <a:endParaRPr sz="2200">
              <a:solidFill>
                <a:srgbClr val="373579"/>
              </a:solidFill>
              <a:latin typeface="Reggae One"/>
              <a:ea typeface="Reggae One"/>
              <a:cs typeface="Reggae One"/>
              <a:sym typeface="Reggae One"/>
            </a:endParaRPr>
          </a:p>
        </p:txBody>
      </p:sp>
      <p:sp>
        <p:nvSpPr>
          <p:cNvPr id="439" name="Google Shape;439;p46"/>
          <p:cNvSpPr txBox="1"/>
          <p:nvPr/>
        </p:nvSpPr>
        <p:spPr>
          <a:xfrm>
            <a:off x="724900" y="2408056"/>
            <a:ext cx="1926000" cy="6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373579"/>
                </a:solidFill>
                <a:latin typeface="DM Sans"/>
                <a:ea typeface="DM Sans"/>
                <a:cs typeface="DM Sans"/>
                <a:sym typeface="DM Sans"/>
              </a:rPr>
              <a:t>Species</a:t>
            </a:r>
            <a:r>
              <a:rPr lang="en">
                <a:solidFill>
                  <a:srgbClr val="373579"/>
                </a:solidFill>
                <a:latin typeface="DM Sans"/>
                <a:ea typeface="DM Sans"/>
                <a:cs typeface="DM Sans"/>
                <a:sym typeface="DM Sans"/>
              </a:rPr>
              <a:t> separated by </a:t>
            </a:r>
            <a:r>
              <a:rPr lang="en">
                <a:solidFill>
                  <a:srgbClr val="373579"/>
                </a:solidFill>
                <a:latin typeface="DM Sans"/>
                <a:ea typeface="DM Sans"/>
                <a:cs typeface="DM Sans"/>
                <a:sym typeface="DM Sans"/>
              </a:rPr>
              <a:t>distinct</a:t>
            </a:r>
            <a:r>
              <a:rPr lang="en">
                <a:solidFill>
                  <a:srgbClr val="373579"/>
                </a:solidFill>
                <a:latin typeface="DM Sans"/>
                <a:ea typeface="DM Sans"/>
                <a:cs typeface="DM Sans"/>
                <a:sym typeface="DM Sans"/>
              </a:rPr>
              <a:t> gaps</a:t>
            </a:r>
            <a:endParaRPr>
              <a:solidFill>
                <a:srgbClr val="373579"/>
              </a:solidFill>
              <a:latin typeface="DM Sans"/>
              <a:ea typeface="DM Sans"/>
              <a:cs typeface="DM Sans"/>
              <a:sym typeface="DM Sans"/>
            </a:endParaRPr>
          </a:p>
        </p:txBody>
      </p:sp>
      <p:sp>
        <p:nvSpPr>
          <p:cNvPr id="429" name="Google Shape;429;p46"/>
          <p:cNvSpPr txBox="1"/>
          <p:nvPr/>
        </p:nvSpPr>
        <p:spPr>
          <a:xfrm>
            <a:off x="4998087" y="3457888"/>
            <a:ext cx="1083600" cy="41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eggae One"/>
                <a:ea typeface="Reggae One"/>
                <a:cs typeface="Reggae One"/>
                <a:sym typeface="Reggae One"/>
              </a:rPr>
              <a:t>1950</a:t>
            </a:r>
            <a:endParaRPr sz="2200">
              <a:solidFill>
                <a:schemeClr val="lt1"/>
              </a:solidFill>
              <a:latin typeface="Reggae One"/>
              <a:ea typeface="Reggae One"/>
              <a:cs typeface="Reggae One"/>
              <a:sym typeface="Reggae One"/>
            </a:endParaRPr>
          </a:p>
        </p:txBody>
      </p:sp>
      <p:sp>
        <p:nvSpPr>
          <p:cNvPr id="431" name="Google Shape;431;p46"/>
          <p:cNvSpPr txBox="1"/>
          <p:nvPr/>
        </p:nvSpPr>
        <p:spPr>
          <a:xfrm>
            <a:off x="6924125" y="3457888"/>
            <a:ext cx="1083600" cy="41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eggae One"/>
                <a:ea typeface="Reggae One"/>
                <a:cs typeface="Reggae One"/>
                <a:sym typeface="Reggae One"/>
              </a:rPr>
              <a:t>2011</a:t>
            </a:r>
            <a:endParaRPr sz="2200">
              <a:solidFill>
                <a:schemeClr val="lt1"/>
              </a:solidFill>
              <a:latin typeface="Reggae One"/>
              <a:ea typeface="Reggae One"/>
              <a:cs typeface="Reggae One"/>
              <a:sym typeface="Reggae One"/>
            </a:endParaRPr>
          </a:p>
        </p:txBody>
      </p:sp>
      <p:pic>
        <p:nvPicPr>
          <p:cNvPr id="446" name="Google Shape;446;p46"/>
          <p:cNvPicPr preferRelativeResize="0"/>
          <p:nvPr/>
        </p:nvPicPr>
        <p:blipFill>
          <a:blip r:embed="rId4">
            <a:alphaModFix/>
          </a:blip>
          <a:stretch>
            <a:fillRect/>
          </a:stretch>
        </p:blipFill>
        <p:spPr>
          <a:xfrm flipH="1" rot="-9673375">
            <a:off x="8029303" y="106207"/>
            <a:ext cx="1074093" cy="1342938"/>
          </a:xfrm>
          <a:prstGeom prst="rect">
            <a:avLst/>
          </a:prstGeom>
          <a:noFill/>
          <a:ln>
            <a:noFill/>
          </a:ln>
        </p:spPr>
      </p:pic>
      <p:grpSp>
        <p:nvGrpSpPr>
          <p:cNvPr id="447" name="Google Shape;447;p46"/>
          <p:cNvGrpSpPr/>
          <p:nvPr/>
        </p:nvGrpSpPr>
        <p:grpSpPr>
          <a:xfrm>
            <a:off x="5335566" y="1376696"/>
            <a:ext cx="432274" cy="429806"/>
            <a:chOff x="5598086" y="2167735"/>
            <a:chExt cx="378623" cy="376494"/>
          </a:xfrm>
        </p:grpSpPr>
        <p:sp>
          <p:nvSpPr>
            <p:cNvPr id="448" name="Google Shape;448;p46"/>
            <p:cNvSpPr/>
            <p:nvPr/>
          </p:nvSpPr>
          <p:spPr>
            <a:xfrm>
              <a:off x="5670049" y="2167735"/>
              <a:ext cx="234696" cy="352839"/>
            </a:xfrm>
            <a:custGeom>
              <a:rect b="b" l="l" r="r" t="t"/>
              <a:pathLst>
                <a:path extrusionOk="0" h="13096" w="8711">
                  <a:moveTo>
                    <a:pt x="408" y="0"/>
                  </a:moveTo>
                  <a:cubicBezTo>
                    <a:pt x="181" y="0"/>
                    <a:pt x="0" y="184"/>
                    <a:pt x="0" y="410"/>
                  </a:cubicBezTo>
                  <a:lnTo>
                    <a:pt x="0" y="8740"/>
                  </a:lnTo>
                  <a:cubicBezTo>
                    <a:pt x="0" y="11143"/>
                    <a:pt x="1952" y="13096"/>
                    <a:pt x="4356" y="13096"/>
                  </a:cubicBezTo>
                  <a:cubicBezTo>
                    <a:pt x="6759" y="13093"/>
                    <a:pt x="8708" y="11146"/>
                    <a:pt x="8711" y="8740"/>
                  </a:cubicBezTo>
                  <a:lnTo>
                    <a:pt x="8711" y="410"/>
                  </a:lnTo>
                  <a:cubicBezTo>
                    <a:pt x="8711" y="184"/>
                    <a:pt x="8527" y="0"/>
                    <a:pt x="8300" y="0"/>
                  </a:cubicBezTo>
                  <a:cubicBezTo>
                    <a:pt x="8076" y="0"/>
                    <a:pt x="7893" y="184"/>
                    <a:pt x="7893" y="410"/>
                  </a:cubicBezTo>
                  <a:lnTo>
                    <a:pt x="7893" y="8740"/>
                  </a:lnTo>
                  <a:cubicBezTo>
                    <a:pt x="7912" y="10709"/>
                    <a:pt x="6321" y="12312"/>
                    <a:pt x="4356" y="12312"/>
                  </a:cubicBezTo>
                  <a:cubicBezTo>
                    <a:pt x="2387" y="12312"/>
                    <a:pt x="799" y="10709"/>
                    <a:pt x="818" y="8740"/>
                  </a:cubicBezTo>
                  <a:lnTo>
                    <a:pt x="818" y="410"/>
                  </a:lnTo>
                  <a:cubicBezTo>
                    <a:pt x="818" y="184"/>
                    <a:pt x="635" y="0"/>
                    <a:pt x="40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6"/>
            <p:cNvSpPr/>
            <p:nvPr/>
          </p:nvSpPr>
          <p:spPr>
            <a:xfrm>
              <a:off x="5656012" y="2472023"/>
              <a:ext cx="72179" cy="72206"/>
            </a:xfrm>
            <a:custGeom>
              <a:rect b="b" l="l" r="r" t="t"/>
              <a:pathLst>
                <a:path extrusionOk="0" h="2680" w="2679">
                  <a:moveTo>
                    <a:pt x="1504" y="1"/>
                  </a:moveTo>
                  <a:cubicBezTo>
                    <a:pt x="672" y="1"/>
                    <a:pt x="0" y="676"/>
                    <a:pt x="0" y="1507"/>
                  </a:cubicBezTo>
                  <a:lnTo>
                    <a:pt x="0" y="2271"/>
                  </a:lnTo>
                  <a:cubicBezTo>
                    <a:pt x="0" y="2495"/>
                    <a:pt x="184" y="2679"/>
                    <a:pt x="408" y="2679"/>
                  </a:cubicBezTo>
                  <a:lnTo>
                    <a:pt x="1172" y="2679"/>
                  </a:lnTo>
                  <a:cubicBezTo>
                    <a:pt x="2004" y="2679"/>
                    <a:pt x="2679" y="2004"/>
                    <a:pt x="2679" y="1175"/>
                  </a:cubicBezTo>
                  <a:lnTo>
                    <a:pt x="2679" y="411"/>
                  </a:lnTo>
                  <a:cubicBezTo>
                    <a:pt x="2679" y="184"/>
                    <a:pt x="2495" y="1"/>
                    <a:pt x="22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6"/>
            <p:cNvSpPr/>
            <p:nvPr/>
          </p:nvSpPr>
          <p:spPr>
            <a:xfrm>
              <a:off x="5659191" y="2475229"/>
              <a:ext cx="69000" cy="69000"/>
            </a:xfrm>
            <a:custGeom>
              <a:rect b="b" l="l" r="r" t="t"/>
              <a:pathLst>
                <a:path extrusionOk="0" h="2561" w="2561">
                  <a:moveTo>
                    <a:pt x="2442" y="0"/>
                  </a:moveTo>
                  <a:lnTo>
                    <a:pt x="1" y="2441"/>
                  </a:lnTo>
                  <a:cubicBezTo>
                    <a:pt x="77" y="2517"/>
                    <a:pt x="182" y="2560"/>
                    <a:pt x="290" y="2560"/>
                  </a:cubicBezTo>
                  <a:lnTo>
                    <a:pt x="1054" y="2560"/>
                  </a:lnTo>
                  <a:cubicBezTo>
                    <a:pt x="1886" y="2560"/>
                    <a:pt x="2561" y="1885"/>
                    <a:pt x="2561" y="1056"/>
                  </a:cubicBezTo>
                  <a:lnTo>
                    <a:pt x="2561" y="292"/>
                  </a:lnTo>
                  <a:cubicBezTo>
                    <a:pt x="2561" y="181"/>
                    <a:pt x="2517" y="79"/>
                    <a:pt x="2442"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6"/>
            <p:cNvSpPr/>
            <p:nvPr/>
          </p:nvSpPr>
          <p:spPr>
            <a:xfrm>
              <a:off x="5668944" y="2368968"/>
              <a:ext cx="95107" cy="68488"/>
            </a:xfrm>
            <a:custGeom>
              <a:rect b="b" l="l" r="r" t="t"/>
              <a:pathLst>
                <a:path extrusionOk="0" h="2542" w="3530">
                  <a:moveTo>
                    <a:pt x="1765" y="1"/>
                  </a:moveTo>
                  <a:cubicBezTo>
                    <a:pt x="1380" y="1"/>
                    <a:pt x="994" y="148"/>
                    <a:pt x="700" y="442"/>
                  </a:cubicBezTo>
                  <a:lnTo>
                    <a:pt x="160" y="982"/>
                  </a:lnTo>
                  <a:cubicBezTo>
                    <a:pt x="1" y="1142"/>
                    <a:pt x="1" y="1401"/>
                    <a:pt x="160" y="1560"/>
                  </a:cubicBezTo>
                  <a:lnTo>
                    <a:pt x="700" y="2100"/>
                  </a:lnTo>
                  <a:cubicBezTo>
                    <a:pt x="994" y="2394"/>
                    <a:pt x="1380" y="2542"/>
                    <a:pt x="1765" y="2542"/>
                  </a:cubicBezTo>
                  <a:cubicBezTo>
                    <a:pt x="2151" y="2542"/>
                    <a:pt x="2536" y="2394"/>
                    <a:pt x="2830" y="2100"/>
                  </a:cubicBezTo>
                  <a:lnTo>
                    <a:pt x="3370" y="1560"/>
                  </a:lnTo>
                  <a:cubicBezTo>
                    <a:pt x="3530" y="1401"/>
                    <a:pt x="3530" y="1142"/>
                    <a:pt x="3370" y="982"/>
                  </a:cubicBezTo>
                  <a:lnTo>
                    <a:pt x="2830" y="442"/>
                  </a:lnTo>
                  <a:cubicBezTo>
                    <a:pt x="2536" y="148"/>
                    <a:pt x="2151" y="1"/>
                    <a:pt x="1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46"/>
            <p:cNvSpPr/>
            <p:nvPr/>
          </p:nvSpPr>
          <p:spPr>
            <a:xfrm>
              <a:off x="5669968" y="2403212"/>
              <a:ext cx="93006" cy="34244"/>
            </a:xfrm>
            <a:custGeom>
              <a:rect b="b" l="l" r="r" t="t"/>
              <a:pathLst>
                <a:path extrusionOk="0" h="1271" w="3452">
                  <a:moveTo>
                    <a:pt x="3" y="0"/>
                  </a:moveTo>
                  <a:cubicBezTo>
                    <a:pt x="1" y="108"/>
                    <a:pt x="44" y="214"/>
                    <a:pt x="122" y="289"/>
                  </a:cubicBezTo>
                  <a:lnTo>
                    <a:pt x="662" y="829"/>
                  </a:lnTo>
                  <a:cubicBezTo>
                    <a:pt x="956" y="1123"/>
                    <a:pt x="1342" y="1271"/>
                    <a:pt x="1727" y="1271"/>
                  </a:cubicBezTo>
                  <a:cubicBezTo>
                    <a:pt x="2113" y="1271"/>
                    <a:pt x="2498" y="1123"/>
                    <a:pt x="2792" y="829"/>
                  </a:cubicBezTo>
                  <a:lnTo>
                    <a:pt x="3332" y="289"/>
                  </a:lnTo>
                  <a:cubicBezTo>
                    <a:pt x="3408" y="214"/>
                    <a:pt x="3451" y="108"/>
                    <a:pt x="345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46"/>
            <p:cNvSpPr/>
            <p:nvPr/>
          </p:nvSpPr>
          <p:spPr>
            <a:xfrm>
              <a:off x="5598086" y="2268365"/>
              <a:ext cx="95107" cy="68488"/>
            </a:xfrm>
            <a:custGeom>
              <a:rect b="b" l="l" r="r" t="t"/>
              <a:pathLst>
                <a:path extrusionOk="0" h="2542" w="3530">
                  <a:moveTo>
                    <a:pt x="1764" y="1"/>
                  </a:moveTo>
                  <a:cubicBezTo>
                    <a:pt x="1379" y="1"/>
                    <a:pt x="994" y="148"/>
                    <a:pt x="700" y="442"/>
                  </a:cubicBezTo>
                  <a:lnTo>
                    <a:pt x="160" y="982"/>
                  </a:lnTo>
                  <a:cubicBezTo>
                    <a:pt x="1" y="1141"/>
                    <a:pt x="1" y="1401"/>
                    <a:pt x="160" y="1560"/>
                  </a:cubicBezTo>
                  <a:lnTo>
                    <a:pt x="700" y="2100"/>
                  </a:lnTo>
                  <a:cubicBezTo>
                    <a:pt x="994" y="2394"/>
                    <a:pt x="1380" y="2541"/>
                    <a:pt x="1765" y="2541"/>
                  </a:cubicBezTo>
                  <a:cubicBezTo>
                    <a:pt x="2151" y="2541"/>
                    <a:pt x="2536" y="2394"/>
                    <a:pt x="2831" y="2100"/>
                  </a:cubicBezTo>
                  <a:lnTo>
                    <a:pt x="3371" y="1560"/>
                  </a:lnTo>
                  <a:cubicBezTo>
                    <a:pt x="3530" y="1401"/>
                    <a:pt x="3530" y="1141"/>
                    <a:pt x="3371" y="982"/>
                  </a:cubicBezTo>
                  <a:lnTo>
                    <a:pt x="3368" y="982"/>
                  </a:lnTo>
                  <a:lnTo>
                    <a:pt x="2828" y="442"/>
                  </a:lnTo>
                  <a:cubicBezTo>
                    <a:pt x="2534" y="148"/>
                    <a:pt x="2149" y="1"/>
                    <a:pt x="176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46"/>
            <p:cNvSpPr/>
            <p:nvPr/>
          </p:nvSpPr>
          <p:spPr>
            <a:xfrm>
              <a:off x="5599109" y="2302609"/>
              <a:ext cx="93006" cy="34190"/>
            </a:xfrm>
            <a:custGeom>
              <a:rect b="b" l="l" r="r" t="t"/>
              <a:pathLst>
                <a:path extrusionOk="0" h="1269" w="3452">
                  <a:moveTo>
                    <a:pt x="1" y="0"/>
                  </a:moveTo>
                  <a:cubicBezTo>
                    <a:pt x="1" y="108"/>
                    <a:pt x="44" y="213"/>
                    <a:pt x="122" y="289"/>
                  </a:cubicBezTo>
                  <a:lnTo>
                    <a:pt x="662" y="829"/>
                  </a:lnTo>
                  <a:cubicBezTo>
                    <a:pt x="955" y="1122"/>
                    <a:pt x="1340" y="1268"/>
                    <a:pt x="1725" y="1268"/>
                  </a:cubicBezTo>
                  <a:cubicBezTo>
                    <a:pt x="2110" y="1268"/>
                    <a:pt x="2496" y="1122"/>
                    <a:pt x="2790" y="829"/>
                  </a:cubicBezTo>
                  <a:lnTo>
                    <a:pt x="3330" y="289"/>
                  </a:lnTo>
                  <a:cubicBezTo>
                    <a:pt x="3408" y="213"/>
                    <a:pt x="3451" y="108"/>
                    <a:pt x="345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46"/>
            <p:cNvSpPr/>
            <p:nvPr/>
          </p:nvSpPr>
          <p:spPr>
            <a:xfrm>
              <a:off x="5668944" y="2167735"/>
              <a:ext cx="95107" cy="68461"/>
            </a:xfrm>
            <a:custGeom>
              <a:rect b="b" l="l" r="r" t="t"/>
              <a:pathLst>
                <a:path extrusionOk="0" h="2541" w="3530">
                  <a:moveTo>
                    <a:pt x="1765" y="1"/>
                  </a:moveTo>
                  <a:cubicBezTo>
                    <a:pt x="1380" y="1"/>
                    <a:pt x="994" y="147"/>
                    <a:pt x="700" y="440"/>
                  </a:cubicBezTo>
                  <a:lnTo>
                    <a:pt x="160" y="980"/>
                  </a:lnTo>
                  <a:cubicBezTo>
                    <a:pt x="1" y="1139"/>
                    <a:pt x="1" y="1399"/>
                    <a:pt x="160" y="1561"/>
                  </a:cubicBezTo>
                  <a:lnTo>
                    <a:pt x="700" y="2101"/>
                  </a:lnTo>
                  <a:cubicBezTo>
                    <a:pt x="994" y="2394"/>
                    <a:pt x="1380" y="2540"/>
                    <a:pt x="1765" y="2540"/>
                  </a:cubicBezTo>
                  <a:cubicBezTo>
                    <a:pt x="2151" y="2540"/>
                    <a:pt x="2536" y="2394"/>
                    <a:pt x="2830" y="2101"/>
                  </a:cubicBezTo>
                  <a:lnTo>
                    <a:pt x="3370" y="1561"/>
                  </a:lnTo>
                  <a:cubicBezTo>
                    <a:pt x="3530" y="1399"/>
                    <a:pt x="3530" y="1139"/>
                    <a:pt x="3370" y="980"/>
                  </a:cubicBezTo>
                  <a:lnTo>
                    <a:pt x="2830" y="440"/>
                  </a:lnTo>
                  <a:cubicBezTo>
                    <a:pt x="2536" y="147"/>
                    <a:pt x="2151" y="1"/>
                    <a:pt x="1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46"/>
            <p:cNvSpPr/>
            <p:nvPr/>
          </p:nvSpPr>
          <p:spPr>
            <a:xfrm>
              <a:off x="5669968" y="2201925"/>
              <a:ext cx="93006" cy="34271"/>
            </a:xfrm>
            <a:custGeom>
              <a:rect b="b" l="l" r="r" t="t"/>
              <a:pathLst>
                <a:path extrusionOk="0" h="1272" w="3452">
                  <a:moveTo>
                    <a:pt x="3" y="0"/>
                  </a:moveTo>
                  <a:cubicBezTo>
                    <a:pt x="1" y="111"/>
                    <a:pt x="44" y="213"/>
                    <a:pt x="122" y="292"/>
                  </a:cubicBezTo>
                  <a:lnTo>
                    <a:pt x="662" y="832"/>
                  </a:lnTo>
                  <a:cubicBezTo>
                    <a:pt x="956" y="1125"/>
                    <a:pt x="1342" y="1271"/>
                    <a:pt x="1727" y="1271"/>
                  </a:cubicBezTo>
                  <a:cubicBezTo>
                    <a:pt x="2113" y="1271"/>
                    <a:pt x="2498" y="1125"/>
                    <a:pt x="2792" y="832"/>
                  </a:cubicBezTo>
                  <a:lnTo>
                    <a:pt x="3332" y="292"/>
                  </a:lnTo>
                  <a:cubicBezTo>
                    <a:pt x="3408" y="213"/>
                    <a:pt x="3451" y="108"/>
                    <a:pt x="345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6"/>
            <p:cNvSpPr/>
            <p:nvPr/>
          </p:nvSpPr>
          <p:spPr>
            <a:xfrm>
              <a:off x="5881602" y="2368968"/>
              <a:ext cx="95107" cy="68488"/>
            </a:xfrm>
            <a:custGeom>
              <a:rect b="b" l="l" r="r" t="t"/>
              <a:pathLst>
                <a:path extrusionOk="0" h="2542" w="3530">
                  <a:moveTo>
                    <a:pt x="1765" y="1"/>
                  </a:moveTo>
                  <a:cubicBezTo>
                    <a:pt x="1379" y="1"/>
                    <a:pt x="994" y="148"/>
                    <a:pt x="699" y="442"/>
                  </a:cubicBezTo>
                  <a:lnTo>
                    <a:pt x="159" y="982"/>
                  </a:lnTo>
                  <a:cubicBezTo>
                    <a:pt x="0" y="1142"/>
                    <a:pt x="0" y="1401"/>
                    <a:pt x="159" y="1560"/>
                  </a:cubicBezTo>
                  <a:lnTo>
                    <a:pt x="699" y="2100"/>
                  </a:lnTo>
                  <a:cubicBezTo>
                    <a:pt x="994" y="2394"/>
                    <a:pt x="1379" y="2542"/>
                    <a:pt x="1765" y="2542"/>
                  </a:cubicBezTo>
                  <a:cubicBezTo>
                    <a:pt x="2150" y="2542"/>
                    <a:pt x="2536" y="2394"/>
                    <a:pt x="2830" y="2100"/>
                  </a:cubicBezTo>
                  <a:lnTo>
                    <a:pt x="3370" y="1560"/>
                  </a:lnTo>
                  <a:cubicBezTo>
                    <a:pt x="3529" y="1401"/>
                    <a:pt x="3529" y="1142"/>
                    <a:pt x="3370" y="982"/>
                  </a:cubicBezTo>
                  <a:lnTo>
                    <a:pt x="2830" y="442"/>
                  </a:lnTo>
                  <a:cubicBezTo>
                    <a:pt x="2536" y="148"/>
                    <a:pt x="2150" y="1"/>
                    <a:pt x="1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6"/>
            <p:cNvSpPr/>
            <p:nvPr/>
          </p:nvSpPr>
          <p:spPr>
            <a:xfrm>
              <a:off x="5882679" y="2403212"/>
              <a:ext cx="92925" cy="34244"/>
            </a:xfrm>
            <a:custGeom>
              <a:rect b="b" l="l" r="r" t="t"/>
              <a:pathLst>
                <a:path extrusionOk="0" h="1271" w="3449">
                  <a:moveTo>
                    <a:pt x="1" y="0"/>
                  </a:moveTo>
                  <a:cubicBezTo>
                    <a:pt x="1" y="108"/>
                    <a:pt x="44" y="214"/>
                    <a:pt x="119" y="289"/>
                  </a:cubicBezTo>
                  <a:lnTo>
                    <a:pt x="659" y="829"/>
                  </a:lnTo>
                  <a:cubicBezTo>
                    <a:pt x="954" y="1123"/>
                    <a:pt x="1339" y="1271"/>
                    <a:pt x="1725" y="1271"/>
                  </a:cubicBezTo>
                  <a:cubicBezTo>
                    <a:pt x="2110" y="1271"/>
                    <a:pt x="2496" y="1123"/>
                    <a:pt x="2790" y="829"/>
                  </a:cubicBezTo>
                  <a:lnTo>
                    <a:pt x="3330" y="289"/>
                  </a:lnTo>
                  <a:cubicBezTo>
                    <a:pt x="3405" y="214"/>
                    <a:pt x="3449" y="108"/>
                    <a:pt x="3449"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6"/>
            <p:cNvSpPr/>
            <p:nvPr/>
          </p:nvSpPr>
          <p:spPr>
            <a:xfrm>
              <a:off x="5881602" y="2167735"/>
              <a:ext cx="95107" cy="68461"/>
            </a:xfrm>
            <a:custGeom>
              <a:rect b="b" l="l" r="r" t="t"/>
              <a:pathLst>
                <a:path extrusionOk="0" h="2541" w="3530">
                  <a:moveTo>
                    <a:pt x="1765" y="1"/>
                  </a:moveTo>
                  <a:cubicBezTo>
                    <a:pt x="1379" y="1"/>
                    <a:pt x="994" y="147"/>
                    <a:pt x="699" y="440"/>
                  </a:cubicBezTo>
                  <a:lnTo>
                    <a:pt x="159" y="980"/>
                  </a:lnTo>
                  <a:cubicBezTo>
                    <a:pt x="0" y="1139"/>
                    <a:pt x="0" y="1399"/>
                    <a:pt x="159" y="1561"/>
                  </a:cubicBezTo>
                  <a:lnTo>
                    <a:pt x="699" y="2101"/>
                  </a:lnTo>
                  <a:cubicBezTo>
                    <a:pt x="994" y="2394"/>
                    <a:pt x="1379" y="2540"/>
                    <a:pt x="1765" y="2540"/>
                  </a:cubicBezTo>
                  <a:cubicBezTo>
                    <a:pt x="2150" y="2540"/>
                    <a:pt x="2536" y="2394"/>
                    <a:pt x="2830" y="2101"/>
                  </a:cubicBezTo>
                  <a:lnTo>
                    <a:pt x="3370" y="1561"/>
                  </a:lnTo>
                  <a:cubicBezTo>
                    <a:pt x="3529" y="1399"/>
                    <a:pt x="3529" y="1139"/>
                    <a:pt x="3370" y="980"/>
                  </a:cubicBezTo>
                  <a:lnTo>
                    <a:pt x="2830" y="440"/>
                  </a:lnTo>
                  <a:cubicBezTo>
                    <a:pt x="2536" y="147"/>
                    <a:pt x="2150" y="1"/>
                    <a:pt x="1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6"/>
            <p:cNvSpPr/>
            <p:nvPr/>
          </p:nvSpPr>
          <p:spPr>
            <a:xfrm>
              <a:off x="5882679" y="2201925"/>
              <a:ext cx="92925" cy="34271"/>
            </a:xfrm>
            <a:custGeom>
              <a:rect b="b" l="l" r="r" t="t"/>
              <a:pathLst>
                <a:path extrusionOk="0" h="1272" w="3449">
                  <a:moveTo>
                    <a:pt x="1" y="0"/>
                  </a:moveTo>
                  <a:cubicBezTo>
                    <a:pt x="1" y="111"/>
                    <a:pt x="44" y="213"/>
                    <a:pt x="119" y="292"/>
                  </a:cubicBezTo>
                  <a:lnTo>
                    <a:pt x="659" y="832"/>
                  </a:lnTo>
                  <a:cubicBezTo>
                    <a:pt x="954" y="1125"/>
                    <a:pt x="1339" y="1271"/>
                    <a:pt x="1725" y="1271"/>
                  </a:cubicBezTo>
                  <a:cubicBezTo>
                    <a:pt x="2110" y="1271"/>
                    <a:pt x="2496" y="1125"/>
                    <a:pt x="2790" y="832"/>
                  </a:cubicBezTo>
                  <a:lnTo>
                    <a:pt x="3330" y="292"/>
                  </a:lnTo>
                  <a:cubicBezTo>
                    <a:pt x="3405" y="213"/>
                    <a:pt x="3449" y="108"/>
                    <a:pt x="3449"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6"/>
            <p:cNvSpPr/>
            <p:nvPr/>
          </p:nvSpPr>
          <p:spPr>
            <a:xfrm>
              <a:off x="5810743" y="2268365"/>
              <a:ext cx="95107" cy="68434"/>
            </a:xfrm>
            <a:custGeom>
              <a:rect b="b" l="l" r="r" t="t"/>
              <a:pathLst>
                <a:path extrusionOk="0" h="2540" w="3530">
                  <a:moveTo>
                    <a:pt x="1765" y="1"/>
                  </a:moveTo>
                  <a:cubicBezTo>
                    <a:pt x="1379" y="1"/>
                    <a:pt x="994" y="148"/>
                    <a:pt x="700" y="442"/>
                  </a:cubicBezTo>
                  <a:lnTo>
                    <a:pt x="160" y="982"/>
                  </a:lnTo>
                  <a:cubicBezTo>
                    <a:pt x="0" y="1141"/>
                    <a:pt x="0" y="1401"/>
                    <a:pt x="160" y="1560"/>
                  </a:cubicBezTo>
                  <a:lnTo>
                    <a:pt x="700" y="2100"/>
                  </a:lnTo>
                  <a:cubicBezTo>
                    <a:pt x="994" y="2393"/>
                    <a:pt x="1379" y="2539"/>
                    <a:pt x="1765" y="2539"/>
                  </a:cubicBezTo>
                  <a:cubicBezTo>
                    <a:pt x="2150" y="2539"/>
                    <a:pt x="2536" y="2393"/>
                    <a:pt x="2830" y="2100"/>
                  </a:cubicBezTo>
                  <a:lnTo>
                    <a:pt x="3370" y="1560"/>
                  </a:lnTo>
                  <a:cubicBezTo>
                    <a:pt x="3529" y="1401"/>
                    <a:pt x="3529" y="1141"/>
                    <a:pt x="3370" y="982"/>
                  </a:cubicBezTo>
                  <a:lnTo>
                    <a:pt x="2830" y="442"/>
                  </a:lnTo>
                  <a:cubicBezTo>
                    <a:pt x="2536" y="148"/>
                    <a:pt x="2150" y="1"/>
                    <a:pt x="17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6"/>
            <p:cNvSpPr/>
            <p:nvPr/>
          </p:nvSpPr>
          <p:spPr>
            <a:xfrm>
              <a:off x="5811767" y="2302609"/>
              <a:ext cx="92979" cy="34190"/>
            </a:xfrm>
            <a:custGeom>
              <a:rect b="b" l="l" r="r" t="t"/>
              <a:pathLst>
                <a:path extrusionOk="0" h="1269" w="3451">
                  <a:moveTo>
                    <a:pt x="0" y="0"/>
                  </a:moveTo>
                  <a:cubicBezTo>
                    <a:pt x="0" y="108"/>
                    <a:pt x="43" y="213"/>
                    <a:pt x="122" y="289"/>
                  </a:cubicBezTo>
                  <a:lnTo>
                    <a:pt x="662" y="829"/>
                  </a:lnTo>
                  <a:cubicBezTo>
                    <a:pt x="956" y="1122"/>
                    <a:pt x="1341" y="1268"/>
                    <a:pt x="1725" y="1268"/>
                  </a:cubicBezTo>
                  <a:cubicBezTo>
                    <a:pt x="2110" y="1268"/>
                    <a:pt x="2495" y="1122"/>
                    <a:pt x="2789" y="829"/>
                  </a:cubicBezTo>
                  <a:lnTo>
                    <a:pt x="3329" y="289"/>
                  </a:lnTo>
                  <a:cubicBezTo>
                    <a:pt x="3408" y="213"/>
                    <a:pt x="3451" y="108"/>
                    <a:pt x="345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6"/>
            <p:cNvSpPr/>
            <p:nvPr/>
          </p:nvSpPr>
          <p:spPr>
            <a:xfrm>
              <a:off x="5846522" y="2472023"/>
              <a:ext cx="72260" cy="72206"/>
            </a:xfrm>
            <a:custGeom>
              <a:rect b="b" l="l" r="r" t="t"/>
              <a:pathLst>
                <a:path extrusionOk="0" h="2680" w="2682">
                  <a:moveTo>
                    <a:pt x="411" y="1"/>
                  </a:moveTo>
                  <a:cubicBezTo>
                    <a:pt x="184" y="1"/>
                    <a:pt x="1" y="184"/>
                    <a:pt x="1" y="411"/>
                  </a:cubicBezTo>
                  <a:lnTo>
                    <a:pt x="1" y="1175"/>
                  </a:lnTo>
                  <a:cubicBezTo>
                    <a:pt x="3" y="2004"/>
                    <a:pt x="676" y="2679"/>
                    <a:pt x="1507" y="2679"/>
                  </a:cubicBezTo>
                  <a:lnTo>
                    <a:pt x="2271" y="2679"/>
                  </a:lnTo>
                  <a:cubicBezTo>
                    <a:pt x="2498" y="2679"/>
                    <a:pt x="2682" y="2495"/>
                    <a:pt x="2682" y="2271"/>
                  </a:cubicBezTo>
                  <a:lnTo>
                    <a:pt x="2682" y="1507"/>
                  </a:lnTo>
                  <a:cubicBezTo>
                    <a:pt x="2679" y="676"/>
                    <a:pt x="2007" y="1"/>
                    <a:pt x="11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46"/>
            <p:cNvSpPr/>
            <p:nvPr/>
          </p:nvSpPr>
          <p:spPr>
            <a:xfrm>
              <a:off x="5849809" y="2472023"/>
              <a:ext cx="68973" cy="69000"/>
            </a:xfrm>
            <a:custGeom>
              <a:rect b="b" l="l" r="r" t="t"/>
              <a:pathLst>
                <a:path extrusionOk="0" h="2561" w="2560">
                  <a:moveTo>
                    <a:pt x="289" y="1"/>
                  </a:moveTo>
                  <a:cubicBezTo>
                    <a:pt x="181" y="1"/>
                    <a:pt x="76" y="44"/>
                    <a:pt x="0" y="119"/>
                  </a:cubicBezTo>
                  <a:lnTo>
                    <a:pt x="2438" y="2560"/>
                  </a:lnTo>
                  <a:cubicBezTo>
                    <a:pt x="2517" y="2482"/>
                    <a:pt x="2560" y="2379"/>
                    <a:pt x="2560" y="2271"/>
                  </a:cubicBezTo>
                  <a:lnTo>
                    <a:pt x="2560" y="1507"/>
                  </a:lnTo>
                  <a:cubicBezTo>
                    <a:pt x="2557" y="676"/>
                    <a:pt x="1885" y="1"/>
                    <a:pt x="1053" y="1"/>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0" name="Google Shape;440;p46"/>
          <p:cNvSpPr txBox="1"/>
          <p:nvPr/>
        </p:nvSpPr>
        <p:spPr>
          <a:xfrm>
            <a:off x="1146075" y="3457888"/>
            <a:ext cx="1083600" cy="41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latin typeface="Reggae One"/>
                <a:ea typeface="Reggae One"/>
                <a:cs typeface="Reggae One"/>
                <a:sym typeface="Reggae One"/>
              </a:rPr>
              <a:t>1750</a:t>
            </a:r>
            <a:endParaRPr sz="2200">
              <a:solidFill>
                <a:schemeClr val="lt1"/>
              </a:solidFill>
              <a:latin typeface="Reggae One"/>
              <a:ea typeface="Reggae One"/>
              <a:cs typeface="Reggae One"/>
              <a:sym typeface="Reggae One"/>
            </a:endParaRPr>
          </a:p>
        </p:txBody>
      </p:sp>
      <p:pic>
        <p:nvPicPr>
          <p:cNvPr id="465" name="Google Shape;465;p46" title="linnaeus_icon.jpeg"/>
          <p:cNvPicPr preferRelativeResize="0"/>
          <p:nvPr/>
        </p:nvPicPr>
        <p:blipFill rotWithShape="1">
          <a:blip r:embed="rId5">
            <a:alphaModFix/>
          </a:blip>
          <a:srcRect b="0" l="0" r="0" t="0"/>
          <a:stretch/>
        </p:blipFill>
        <p:spPr>
          <a:xfrm>
            <a:off x="1188099" y="1158450"/>
            <a:ext cx="912773" cy="912799"/>
          </a:xfrm>
          <a:prstGeom prst="rect">
            <a:avLst/>
          </a:prstGeom>
          <a:noFill/>
          <a:ln>
            <a:noFill/>
          </a:ln>
        </p:spPr>
      </p:pic>
      <p:pic>
        <p:nvPicPr>
          <p:cNvPr id="466" name="Google Shape;466;p46" title="darwin_icon.jpeg"/>
          <p:cNvPicPr preferRelativeResize="0"/>
          <p:nvPr/>
        </p:nvPicPr>
        <p:blipFill>
          <a:blip r:embed="rId6">
            <a:alphaModFix/>
          </a:blip>
          <a:stretch>
            <a:fillRect/>
          </a:stretch>
        </p:blipFill>
        <p:spPr>
          <a:xfrm>
            <a:off x="3165725" y="1166699"/>
            <a:ext cx="896325" cy="896325"/>
          </a:xfrm>
          <a:prstGeom prst="rect">
            <a:avLst/>
          </a:prstGeom>
          <a:noFill/>
          <a:ln>
            <a:noFill/>
          </a:ln>
        </p:spPr>
      </p:pic>
      <p:grpSp>
        <p:nvGrpSpPr>
          <p:cNvPr id="467" name="Google Shape;467;p46"/>
          <p:cNvGrpSpPr/>
          <p:nvPr/>
        </p:nvGrpSpPr>
        <p:grpSpPr>
          <a:xfrm>
            <a:off x="7287124" y="1386569"/>
            <a:ext cx="431689" cy="410060"/>
            <a:chOff x="4784907" y="1575054"/>
            <a:chExt cx="378111" cy="359197"/>
          </a:xfrm>
        </p:grpSpPr>
        <p:sp>
          <p:nvSpPr>
            <p:cNvPr id="468" name="Google Shape;468;p46"/>
            <p:cNvSpPr/>
            <p:nvPr/>
          </p:nvSpPr>
          <p:spPr>
            <a:xfrm>
              <a:off x="4784907" y="1668409"/>
              <a:ext cx="189109" cy="136922"/>
            </a:xfrm>
            <a:custGeom>
              <a:rect b="b" l="l" r="r" t="t"/>
              <a:pathLst>
                <a:path extrusionOk="0" h="5082" w="7019">
                  <a:moveTo>
                    <a:pt x="3219" y="0"/>
                  </a:moveTo>
                  <a:cubicBezTo>
                    <a:pt x="2139" y="0"/>
                    <a:pt x="730" y="991"/>
                    <a:pt x="193" y="1398"/>
                  </a:cubicBezTo>
                  <a:cubicBezTo>
                    <a:pt x="58" y="1503"/>
                    <a:pt x="1" y="1679"/>
                    <a:pt x="50" y="1841"/>
                  </a:cubicBezTo>
                  <a:cubicBezTo>
                    <a:pt x="271" y="2578"/>
                    <a:pt x="965" y="4601"/>
                    <a:pt x="2067" y="4957"/>
                  </a:cubicBezTo>
                  <a:cubicBezTo>
                    <a:pt x="2322" y="5040"/>
                    <a:pt x="2587" y="5081"/>
                    <a:pt x="2853" y="5081"/>
                  </a:cubicBezTo>
                  <a:cubicBezTo>
                    <a:pt x="3122" y="5081"/>
                    <a:pt x="3392" y="5039"/>
                    <a:pt x="3652" y="4954"/>
                  </a:cubicBezTo>
                  <a:lnTo>
                    <a:pt x="7019" y="3861"/>
                  </a:lnTo>
                  <a:lnTo>
                    <a:pt x="4937" y="999"/>
                  </a:lnTo>
                  <a:cubicBezTo>
                    <a:pt x="4618" y="558"/>
                    <a:pt x="4167" y="232"/>
                    <a:pt x="3652" y="64"/>
                  </a:cubicBezTo>
                  <a:lnTo>
                    <a:pt x="3654" y="64"/>
                  </a:lnTo>
                  <a:cubicBezTo>
                    <a:pt x="3518" y="20"/>
                    <a:pt x="3372" y="0"/>
                    <a:pt x="321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6"/>
            <p:cNvSpPr/>
            <p:nvPr/>
          </p:nvSpPr>
          <p:spPr>
            <a:xfrm>
              <a:off x="4830305" y="1575054"/>
              <a:ext cx="287315" cy="359197"/>
            </a:xfrm>
            <a:custGeom>
              <a:rect b="b" l="l" r="r" t="t"/>
              <a:pathLst>
                <a:path extrusionOk="0" h="13332" w="10664">
                  <a:moveTo>
                    <a:pt x="5334" y="0"/>
                  </a:moveTo>
                  <a:cubicBezTo>
                    <a:pt x="5253" y="0"/>
                    <a:pt x="5172" y="25"/>
                    <a:pt x="5101" y="73"/>
                  </a:cubicBezTo>
                  <a:cubicBezTo>
                    <a:pt x="4470" y="511"/>
                    <a:pt x="2760" y="1796"/>
                    <a:pt x="2760" y="2952"/>
                  </a:cubicBezTo>
                  <a:cubicBezTo>
                    <a:pt x="2760" y="3494"/>
                    <a:pt x="2933" y="4023"/>
                    <a:pt x="3252" y="4464"/>
                  </a:cubicBezTo>
                  <a:lnTo>
                    <a:pt x="1967" y="8419"/>
                  </a:lnTo>
                  <a:cubicBezTo>
                    <a:pt x="1451" y="8587"/>
                    <a:pt x="1000" y="8913"/>
                    <a:pt x="681" y="9351"/>
                  </a:cubicBezTo>
                  <a:cubicBezTo>
                    <a:pt x="1" y="10285"/>
                    <a:pt x="625" y="12329"/>
                    <a:pt x="878" y="13055"/>
                  </a:cubicBezTo>
                  <a:cubicBezTo>
                    <a:pt x="935" y="13215"/>
                    <a:pt x="1086" y="13325"/>
                    <a:pt x="1256" y="13328"/>
                  </a:cubicBezTo>
                  <a:cubicBezTo>
                    <a:pt x="1332" y="13330"/>
                    <a:pt x="1421" y="13331"/>
                    <a:pt x="1521" y="13331"/>
                  </a:cubicBezTo>
                  <a:cubicBezTo>
                    <a:pt x="2431" y="13331"/>
                    <a:pt x="4229" y="13219"/>
                    <a:pt x="4842" y="12375"/>
                  </a:cubicBezTo>
                  <a:cubicBezTo>
                    <a:pt x="5161" y="11937"/>
                    <a:pt x="5334" y="11408"/>
                    <a:pt x="5334" y="10866"/>
                  </a:cubicBezTo>
                  <a:cubicBezTo>
                    <a:pt x="5334" y="11408"/>
                    <a:pt x="5504" y="11935"/>
                    <a:pt x="5822" y="12375"/>
                  </a:cubicBezTo>
                  <a:cubicBezTo>
                    <a:pt x="6436" y="13219"/>
                    <a:pt x="8234" y="13331"/>
                    <a:pt x="9146" y="13331"/>
                  </a:cubicBezTo>
                  <a:cubicBezTo>
                    <a:pt x="9246" y="13331"/>
                    <a:pt x="9335" y="13330"/>
                    <a:pt x="9411" y="13328"/>
                  </a:cubicBezTo>
                  <a:cubicBezTo>
                    <a:pt x="9581" y="13325"/>
                    <a:pt x="9729" y="13215"/>
                    <a:pt x="9786" y="13055"/>
                  </a:cubicBezTo>
                  <a:cubicBezTo>
                    <a:pt x="10040" y="12329"/>
                    <a:pt x="10664" y="10288"/>
                    <a:pt x="9983" y="9351"/>
                  </a:cubicBezTo>
                  <a:cubicBezTo>
                    <a:pt x="9665" y="8913"/>
                    <a:pt x="9214" y="8587"/>
                    <a:pt x="8698" y="8419"/>
                  </a:cubicBezTo>
                  <a:lnTo>
                    <a:pt x="7413" y="4464"/>
                  </a:lnTo>
                  <a:cubicBezTo>
                    <a:pt x="7731" y="4023"/>
                    <a:pt x="7904" y="3494"/>
                    <a:pt x="7904" y="2952"/>
                  </a:cubicBezTo>
                  <a:cubicBezTo>
                    <a:pt x="7904" y="1796"/>
                    <a:pt x="6200" y="511"/>
                    <a:pt x="5566" y="73"/>
                  </a:cubicBezTo>
                  <a:cubicBezTo>
                    <a:pt x="5496" y="25"/>
                    <a:pt x="5415" y="0"/>
                    <a:pt x="533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6"/>
            <p:cNvSpPr/>
            <p:nvPr/>
          </p:nvSpPr>
          <p:spPr>
            <a:xfrm>
              <a:off x="4973990" y="1575054"/>
              <a:ext cx="143630" cy="359197"/>
            </a:xfrm>
            <a:custGeom>
              <a:rect b="b" l="l" r="r" t="t"/>
              <a:pathLst>
                <a:path extrusionOk="0" h="13332" w="5331">
                  <a:moveTo>
                    <a:pt x="1" y="0"/>
                  </a:moveTo>
                  <a:lnTo>
                    <a:pt x="1" y="10866"/>
                  </a:lnTo>
                  <a:cubicBezTo>
                    <a:pt x="1" y="11408"/>
                    <a:pt x="171" y="11935"/>
                    <a:pt x="489" y="12375"/>
                  </a:cubicBezTo>
                  <a:cubicBezTo>
                    <a:pt x="1103" y="13219"/>
                    <a:pt x="2901" y="13331"/>
                    <a:pt x="3813" y="13331"/>
                  </a:cubicBezTo>
                  <a:cubicBezTo>
                    <a:pt x="3913" y="13331"/>
                    <a:pt x="4002" y="13330"/>
                    <a:pt x="4078" y="13328"/>
                  </a:cubicBezTo>
                  <a:cubicBezTo>
                    <a:pt x="4248" y="13325"/>
                    <a:pt x="4396" y="13215"/>
                    <a:pt x="4453" y="13055"/>
                  </a:cubicBezTo>
                  <a:cubicBezTo>
                    <a:pt x="4707" y="12329"/>
                    <a:pt x="5331" y="10288"/>
                    <a:pt x="4650" y="9351"/>
                  </a:cubicBezTo>
                  <a:cubicBezTo>
                    <a:pt x="4332" y="8913"/>
                    <a:pt x="3881" y="8587"/>
                    <a:pt x="3365" y="8419"/>
                  </a:cubicBezTo>
                  <a:lnTo>
                    <a:pt x="2080" y="4464"/>
                  </a:lnTo>
                  <a:cubicBezTo>
                    <a:pt x="2398" y="4023"/>
                    <a:pt x="2571" y="3494"/>
                    <a:pt x="2571" y="2952"/>
                  </a:cubicBezTo>
                  <a:cubicBezTo>
                    <a:pt x="2571" y="1796"/>
                    <a:pt x="867" y="511"/>
                    <a:pt x="233" y="73"/>
                  </a:cubicBezTo>
                  <a:cubicBezTo>
                    <a:pt x="165" y="25"/>
                    <a:pt x="84"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6"/>
            <p:cNvSpPr/>
            <p:nvPr/>
          </p:nvSpPr>
          <p:spPr>
            <a:xfrm>
              <a:off x="4973990" y="1668409"/>
              <a:ext cx="189029" cy="136922"/>
            </a:xfrm>
            <a:custGeom>
              <a:rect b="b" l="l" r="r" t="t"/>
              <a:pathLst>
                <a:path extrusionOk="0" h="5082" w="7016">
                  <a:moveTo>
                    <a:pt x="3800" y="0"/>
                  </a:moveTo>
                  <a:cubicBezTo>
                    <a:pt x="3648" y="0"/>
                    <a:pt x="3501" y="20"/>
                    <a:pt x="3365" y="64"/>
                  </a:cubicBezTo>
                  <a:cubicBezTo>
                    <a:pt x="2849" y="232"/>
                    <a:pt x="2398" y="558"/>
                    <a:pt x="2080" y="999"/>
                  </a:cubicBezTo>
                  <a:lnTo>
                    <a:pt x="1" y="3861"/>
                  </a:lnTo>
                  <a:lnTo>
                    <a:pt x="3365" y="4954"/>
                  </a:lnTo>
                  <a:cubicBezTo>
                    <a:pt x="3625" y="5039"/>
                    <a:pt x="3895" y="5081"/>
                    <a:pt x="4165" y="5081"/>
                  </a:cubicBezTo>
                  <a:cubicBezTo>
                    <a:pt x="4431" y="5081"/>
                    <a:pt x="4697" y="5040"/>
                    <a:pt x="4953" y="4957"/>
                  </a:cubicBezTo>
                  <a:cubicBezTo>
                    <a:pt x="6052" y="4601"/>
                    <a:pt x="6748" y="2578"/>
                    <a:pt x="6967" y="1841"/>
                  </a:cubicBezTo>
                  <a:cubicBezTo>
                    <a:pt x="7015" y="1679"/>
                    <a:pt x="6959" y="1503"/>
                    <a:pt x="6824" y="1398"/>
                  </a:cubicBezTo>
                  <a:lnTo>
                    <a:pt x="6826" y="1398"/>
                  </a:lnTo>
                  <a:cubicBezTo>
                    <a:pt x="6290" y="991"/>
                    <a:pt x="4880" y="0"/>
                    <a:pt x="3800"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6"/>
            <p:cNvSpPr/>
            <p:nvPr/>
          </p:nvSpPr>
          <p:spPr>
            <a:xfrm>
              <a:off x="4973990" y="1668409"/>
              <a:ext cx="189029" cy="136922"/>
            </a:xfrm>
            <a:custGeom>
              <a:rect b="b" l="l" r="r" t="t"/>
              <a:pathLst>
                <a:path extrusionOk="0" h="5082" w="7016">
                  <a:moveTo>
                    <a:pt x="3800" y="0"/>
                  </a:moveTo>
                  <a:cubicBezTo>
                    <a:pt x="3648" y="0"/>
                    <a:pt x="3501" y="20"/>
                    <a:pt x="3365" y="64"/>
                  </a:cubicBezTo>
                  <a:cubicBezTo>
                    <a:pt x="2849" y="232"/>
                    <a:pt x="2398" y="558"/>
                    <a:pt x="2080" y="999"/>
                  </a:cubicBezTo>
                  <a:lnTo>
                    <a:pt x="1" y="3861"/>
                  </a:lnTo>
                  <a:lnTo>
                    <a:pt x="3365" y="4954"/>
                  </a:lnTo>
                  <a:cubicBezTo>
                    <a:pt x="3625" y="5039"/>
                    <a:pt x="3895" y="5081"/>
                    <a:pt x="4165" y="5081"/>
                  </a:cubicBezTo>
                  <a:cubicBezTo>
                    <a:pt x="4431" y="5081"/>
                    <a:pt x="4697" y="5040"/>
                    <a:pt x="4953" y="4957"/>
                  </a:cubicBezTo>
                  <a:cubicBezTo>
                    <a:pt x="6052" y="4601"/>
                    <a:pt x="6748" y="2578"/>
                    <a:pt x="6967" y="1841"/>
                  </a:cubicBezTo>
                  <a:cubicBezTo>
                    <a:pt x="7015" y="1679"/>
                    <a:pt x="6959" y="1503"/>
                    <a:pt x="6824" y="1398"/>
                  </a:cubicBezTo>
                  <a:lnTo>
                    <a:pt x="6826" y="1398"/>
                  </a:lnTo>
                  <a:cubicBezTo>
                    <a:pt x="6290" y="991"/>
                    <a:pt x="4880" y="0"/>
                    <a:pt x="3800"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3" name="Google Shape;473;p46"/>
          <p:cNvSpPr txBox="1"/>
          <p:nvPr>
            <p:ph idx="4294967295" type="subTitle"/>
          </p:nvPr>
        </p:nvSpPr>
        <p:spPr>
          <a:xfrm>
            <a:off x="6407075" y="4442911"/>
            <a:ext cx="2336400" cy="484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lt1"/>
                </a:solidFill>
              </a:rPr>
              <a:t>M. Grene at al. </a:t>
            </a:r>
            <a:r>
              <a:rPr i="1" lang="en" sz="1200">
                <a:solidFill>
                  <a:schemeClr val="lt1"/>
                </a:solidFill>
              </a:rPr>
              <a:t>Topics in the philosophy of biology </a:t>
            </a:r>
            <a:r>
              <a:rPr lang="en" sz="1200">
                <a:solidFill>
                  <a:schemeClr val="lt1"/>
                </a:solidFill>
              </a:rPr>
              <a:t>(1976).</a:t>
            </a:r>
            <a:br>
              <a:rPr lang="en" sz="1200">
                <a:solidFill>
                  <a:schemeClr val="lt1"/>
                </a:solidFill>
              </a:rPr>
            </a:br>
            <a:r>
              <a:rPr lang="en" sz="1200">
                <a:solidFill>
                  <a:schemeClr val="lt1"/>
                </a:solidFill>
              </a:rPr>
              <a:t>Mora et al (2011)</a:t>
            </a:r>
            <a:endParaRPr sz="1200">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47"/>
          <p:cNvPicPr preferRelativeResize="0"/>
          <p:nvPr/>
        </p:nvPicPr>
        <p:blipFill rotWithShape="1">
          <a:blip r:embed="rId3">
            <a:alphaModFix/>
          </a:blip>
          <a:srcRect b="6516" l="5589" r="0" t="0"/>
          <a:stretch/>
        </p:blipFill>
        <p:spPr>
          <a:xfrm flipH="1">
            <a:off x="7305168" y="535000"/>
            <a:ext cx="1838832" cy="3549151"/>
          </a:xfrm>
          <a:prstGeom prst="rect">
            <a:avLst/>
          </a:prstGeom>
          <a:noFill/>
          <a:ln>
            <a:noFill/>
          </a:ln>
        </p:spPr>
      </p:pic>
      <p:pic>
        <p:nvPicPr>
          <p:cNvPr id="479" name="Google Shape;479;p47"/>
          <p:cNvPicPr preferRelativeResize="0"/>
          <p:nvPr/>
        </p:nvPicPr>
        <p:blipFill rotWithShape="1">
          <a:blip r:embed="rId4">
            <a:alphaModFix/>
          </a:blip>
          <a:srcRect b="63875" l="0" r="19936" t="0"/>
          <a:stretch/>
        </p:blipFill>
        <p:spPr>
          <a:xfrm>
            <a:off x="1507800" y="4014825"/>
            <a:ext cx="7636200" cy="1128675"/>
          </a:xfrm>
          <a:prstGeom prst="rect">
            <a:avLst/>
          </a:prstGeom>
          <a:noFill/>
          <a:ln>
            <a:noFill/>
          </a:ln>
        </p:spPr>
      </p:pic>
      <p:pic>
        <p:nvPicPr>
          <p:cNvPr id="480" name="Google Shape;480;p47"/>
          <p:cNvPicPr preferRelativeResize="0"/>
          <p:nvPr/>
        </p:nvPicPr>
        <p:blipFill rotWithShape="1">
          <a:blip r:embed="rId5">
            <a:alphaModFix/>
          </a:blip>
          <a:srcRect b="10754" l="27756" r="0" t="0"/>
          <a:stretch/>
        </p:blipFill>
        <p:spPr>
          <a:xfrm>
            <a:off x="0" y="1570175"/>
            <a:ext cx="3901174" cy="3573324"/>
          </a:xfrm>
          <a:prstGeom prst="rect">
            <a:avLst/>
          </a:prstGeom>
          <a:noFill/>
          <a:ln>
            <a:noFill/>
          </a:ln>
        </p:spPr>
      </p:pic>
      <p:pic>
        <p:nvPicPr>
          <p:cNvPr id="481" name="Google Shape;481;p47"/>
          <p:cNvPicPr preferRelativeResize="0"/>
          <p:nvPr/>
        </p:nvPicPr>
        <p:blipFill>
          <a:blip r:embed="rId6">
            <a:alphaModFix/>
          </a:blip>
          <a:stretch>
            <a:fillRect/>
          </a:stretch>
        </p:blipFill>
        <p:spPr>
          <a:xfrm>
            <a:off x="123250" y="3936775"/>
            <a:ext cx="1040625" cy="1288850"/>
          </a:xfrm>
          <a:prstGeom prst="rect">
            <a:avLst/>
          </a:prstGeom>
          <a:noFill/>
          <a:ln>
            <a:noFill/>
          </a:ln>
        </p:spPr>
      </p:pic>
      <p:sp>
        <p:nvSpPr>
          <p:cNvPr id="482" name="Google Shape;482;p47"/>
          <p:cNvSpPr txBox="1"/>
          <p:nvPr>
            <p:ph type="title"/>
          </p:nvPr>
        </p:nvSpPr>
        <p:spPr>
          <a:xfrm>
            <a:off x="720000" y="62656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Body size frequency distribution</a:t>
            </a:r>
            <a:endParaRPr/>
          </a:p>
        </p:txBody>
      </p:sp>
      <p:sp>
        <p:nvSpPr>
          <p:cNvPr id="483" name="Google Shape;483;p47"/>
          <p:cNvSpPr txBox="1"/>
          <p:nvPr>
            <p:ph idx="3" type="subTitle"/>
          </p:nvPr>
        </p:nvSpPr>
        <p:spPr>
          <a:xfrm>
            <a:off x="1329775" y="268997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Robert May concluded 10-50 million animals</a:t>
            </a:r>
            <a:endParaRPr/>
          </a:p>
          <a:p>
            <a:pPr indent="0" lvl="0" marL="457200" rtl="0" algn="l">
              <a:spcBef>
                <a:spcPts val="0"/>
              </a:spcBef>
              <a:spcAft>
                <a:spcPts val="0"/>
              </a:spcAft>
              <a:buNone/>
            </a:pPr>
            <a:r>
              <a:rPr lang="en"/>
              <a:t>-</a:t>
            </a:r>
            <a:r>
              <a:rPr lang="en" u="sng">
                <a:solidFill>
                  <a:schemeClr val="hlink"/>
                </a:solidFill>
                <a:hlinkClick r:id="rId7"/>
              </a:rPr>
              <a:t>Study</a:t>
            </a:r>
            <a:r>
              <a:rPr lang="en"/>
              <a:t> by Robert May</a:t>
            </a:r>
            <a:endParaRPr/>
          </a:p>
        </p:txBody>
      </p:sp>
      <p:sp>
        <p:nvSpPr>
          <p:cNvPr id="484" name="Google Shape;484;p47"/>
          <p:cNvSpPr txBox="1"/>
          <p:nvPr>
            <p:ph idx="1" type="subTitle"/>
          </p:nvPr>
        </p:nvSpPr>
        <p:spPr>
          <a:xfrm>
            <a:off x="1329775" y="211727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485" name="Google Shape;485;p47"/>
          <p:cNvSpPr txBox="1"/>
          <p:nvPr>
            <p:ph idx="2" type="subTitle"/>
          </p:nvPr>
        </p:nvSpPr>
        <p:spPr>
          <a:xfrm>
            <a:off x="4976225" y="210572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Limitation</a:t>
            </a:r>
            <a:endParaRPr/>
          </a:p>
        </p:txBody>
      </p:sp>
      <p:sp>
        <p:nvSpPr>
          <p:cNvPr id="486" name="Google Shape;486;p47"/>
          <p:cNvSpPr txBox="1"/>
          <p:nvPr>
            <p:ph idx="4" type="subTitle"/>
          </p:nvPr>
        </p:nvSpPr>
        <p:spPr>
          <a:xfrm>
            <a:off x="4976225" y="267842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Species do not follow a universal scaling law </a:t>
            </a:r>
            <a:r>
              <a:rPr lang="en"/>
              <a:t>across body size or taxa</a:t>
            </a:r>
            <a:endParaRPr/>
          </a:p>
        </p:txBody>
      </p:sp>
      <p:grpSp>
        <p:nvGrpSpPr>
          <p:cNvPr id="487" name="Google Shape;487;p47"/>
          <p:cNvGrpSpPr/>
          <p:nvPr/>
        </p:nvGrpSpPr>
        <p:grpSpPr>
          <a:xfrm>
            <a:off x="6129553" y="1511248"/>
            <a:ext cx="531326" cy="521256"/>
            <a:chOff x="6405310" y="2769064"/>
            <a:chExt cx="383823" cy="376521"/>
          </a:xfrm>
        </p:grpSpPr>
        <p:sp>
          <p:nvSpPr>
            <p:cNvPr id="488" name="Google Shape;488;p47"/>
            <p:cNvSpPr/>
            <p:nvPr/>
          </p:nvSpPr>
          <p:spPr>
            <a:xfrm>
              <a:off x="6425598" y="2981668"/>
              <a:ext cx="151848" cy="149719"/>
            </a:xfrm>
            <a:custGeom>
              <a:rect b="b" l="l" r="r" t="t"/>
              <a:pathLst>
                <a:path extrusionOk="0" h="5557" w="5636">
                  <a:moveTo>
                    <a:pt x="5187" y="1"/>
                  </a:moveTo>
                  <a:cubicBezTo>
                    <a:pt x="5082" y="1"/>
                    <a:pt x="4977" y="41"/>
                    <a:pt x="4896" y="120"/>
                  </a:cubicBezTo>
                  <a:lnTo>
                    <a:pt x="160" y="4856"/>
                  </a:lnTo>
                  <a:cubicBezTo>
                    <a:pt x="1" y="5016"/>
                    <a:pt x="1" y="5275"/>
                    <a:pt x="160" y="5437"/>
                  </a:cubicBezTo>
                  <a:cubicBezTo>
                    <a:pt x="240" y="5516"/>
                    <a:pt x="344" y="5556"/>
                    <a:pt x="449" y="5556"/>
                  </a:cubicBezTo>
                  <a:cubicBezTo>
                    <a:pt x="554" y="5556"/>
                    <a:pt x="659" y="5516"/>
                    <a:pt x="740" y="5437"/>
                  </a:cubicBezTo>
                  <a:lnTo>
                    <a:pt x="5476" y="701"/>
                  </a:lnTo>
                  <a:cubicBezTo>
                    <a:pt x="5636" y="541"/>
                    <a:pt x="5636" y="282"/>
                    <a:pt x="5476" y="123"/>
                  </a:cubicBezTo>
                  <a:lnTo>
                    <a:pt x="5476" y="120"/>
                  </a:lnTo>
                  <a:cubicBezTo>
                    <a:pt x="5397" y="41"/>
                    <a:pt x="5292" y="1"/>
                    <a:pt x="51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7"/>
            <p:cNvSpPr/>
            <p:nvPr/>
          </p:nvSpPr>
          <p:spPr>
            <a:xfrm>
              <a:off x="6405310" y="2769064"/>
              <a:ext cx="383823" cy="376521"/>
            </a:xfrm>
            <a:custGeom>
              <a:rect b="b" l="l" r="r" t="t"/>
              <a:pathLst>
                <a:path extrusionOk="0" h="13975" w="14246">
                  <a:moveTo>
                    <a:pt x="9364" y="0"/>
                  </a:moveTo>
                  <a:cubicBezTo>
                    <a:pt x="8997" y="0"/>
                    <a:pt x="8813" y="440"/>
                    <a:pt x="9073" y="699"/>
                  </a:cubicBezTo>
                  <a:lnTo>
                    <a:pt x="9510" y="1139"/>
                  </a:lnTo>
                  <a:cubicBezTo>
                    <a:pt x="9686" y="1323"/>
                    <a:pt x="9683" y="1612"/>
                    <a:pt x="9502" y="1793"/>
                  </a:cubicBezTo>
                  <a:cubicBezTo>
                    <a:pt x="9411" y="1883"/>
                    <a:pt x="9292" y="1929"/>
                    <a:pt x="9172" y="1929"/>
                  </a:cubicBezTo>
                  <a:cubicBezTo>
                    <a:pt x="9055" y="1929"/>
                    <a:pt x="8939" y="1886"/>
                    <a:pt x="8849" y="1801"/>
                  </a:cubicBezTo>
                  <a:lnTo>
                    <a:pt x="7347" y="300"/>
                  </a:lnTo>
                  <a:cubicBezTo>
                    <a:pt x="7271" y="221"/>
                    <a:pt x="7165" y="178"/>
                    <a:pt x="7057" y="178"/>
                  </a:cubicBezTo>
                  <a:cubicBezTo>
                    <a:pt x="7035" y="178"/>
                    <a:pt x="7013" y="180"/>
                    <a:pt x="6991" y="184"/>
                  </a:cubicBezTo>
                  <a:cubicBezTo>
                    <a:pt x="6297" y="297"/>
                    <a:pt x="5611" y="475"/>
                    <a:pt x="4950" y="713"/>
                  </a:cubicBezTo>
                  <a:cubicBezTo>
                    <a:pt x="4666" y="815"/>
                    <a:pt x="4585" y="1177"/>
                    <a:pt x="4798" y="1388"/>
                  </a:cubicBezTo>
                  <a:lnTo>
                    <a:pt x="5865" y="2454"/>
                  </a:lnTo>
                  <a:cubicBezTo>
                    <a:pt x="6038" y="2638"/>
                    <a:pt x="6035" y="2927"/>
                    <a:pt x="5857" y="3108"/>
                  </a:cubicBezTo>
                  <a:cubicBezTo>
                    <a:pt x="5765" y="3199"/>
                    <a:pt x="5644" y="3245"/>
                    <a:pt x="5524" y="3245"/>
                  </a:cubicBezTo>
                  <a:cubicBezTo>
                    <a:pt x="5409" y="3245"/>
                    <a:pt x="5293" y="3202"/>
                    <a:pt x="5203" y="3116"/>
                  </a:cubicBezTo>
                  <a:lnTo>
                    <a:pt x="3694" y="1607"/>
                  </a:lnTo>
                  <a:cubicBezTo>
                    <a:pt x="3615" y="1528"/>
                    <a:pt x="3509" y="1486"/>
                    <a:pt x="3403" y="1486"/>
                  </a:cubicBezTo>
                  <a:cubicBezTo>
                    <a:pt x="3331" y="1486"/>
                    <a:pt x="3259" y="1505"/>
                    <a:pt x="3194" y="1545"/>
                  </a:cubicBezTo>
                  <a:cubicBezTo>
                    <a:pt x="2663" y="1863"/>
                    <a:pt x="2163" y="2233"/>
                    <a:pt x="1704" y="2646"/>
                  </a:cubicBezTo>
                  <a:cubicBezTo>
                    <a:pt x="1531" y="2803"/>
                    <a:pt x="1523" y="3075"/>
                    <a:pt x="1691" y="3240"/>
                  </a:cubicBezTo>
                  <a:lnTo>
                    <a:pt x="3095" y="4647"/>
                  </a:lnTo>
                  <a:cubicBezTo>
                    <a:pt x="3270" y="4831"/>
                    <a:pt x="3267" y="5119"/>
                    <a:pt x="3086" y="5300"/>
                  </a:cubicBezTo>
                  <a:cubicBezTo>
                    <a:pt x="2996" y="5391"/>
                    <a:pt x="2875" y="5437"/>
                    <a:pt x="2755" y="5437"/>
                  </a:cubicBezTo>
                  <a:cubicBezTo>
                    <a:pt x="2639" y="5437"/>
                    <a:pt x="2523" y="5395"/>
                    <a:pt x="2433" y="5308"/>
                  </a:cubicBezTo>
                  <a:lnTo>
                    <a:pt x="1207" y="4080"/>
                  </a:lnTo>
                  <a:cubicBezTo>
                    <a:pt x="1125" y="3998"/>
                    <a:pt x="1020" y="3959"/>
                    <a:pt x="917" y="3959"/>
                  </a:cubicBezTo>
                  <a:cubicBezTo>
                    <a:pt x="758" y="3959"/>
                    <a:pt x="603" y="4050"/>
                    <a:pt x="538" y="4215"/>
                  </a:cubicBezTo>
                  <a:cubicBezTo>
                    <a:pt x="0" y="5549"/>
                    <a:pt x="281" y="7074"/>
                    <a:pt x="1261" y="8127"/>
                  </a:cubicBezTo>
                  <a:cubicBezTo>
                    <a:pt x="1975" y="8894"/>
                    <a:pt x="2964" y="9310"/>
                    <a:pt x="3977" y="9310"/>
                  </a:cubicBezTo>
                  <a:cubicBezTo>
                    <a:pt x="4357" y="9310"/>
                    <a:pt x="4739" y="9252"/>
                    <a:pt x="5112" y="9132"/>
                  </a:cubicBezTo>
                  <a:lnTo>
                    <a:pt x="5112" y="9132"/>
                  </a:lnTo>
                  <a:cubicBezTo>
                    <a:pt x="4671" y="10501"/>
                    <a:pt x="5063" y="11999"/>
                    <a:pt x="6116" y="12979"/>
                  </a:cubicBezTo>
                  <a:cubicBezTo>
                    <a:pt x="6815" y="13630"/>
                    <a:pt x="7722" y="13974"/>
                    <a:pt x="8643" y="13974"/>
                  </a:cubicBezTo>
                  <a:cubicBezTo>
                    <a:pt x="9109" y="13974"/>
                    <a:pt x="9578" y="13886"/>
                    <a:pt x="10026" y="13706"/>
                  </a:cubicBezTo>
                  <a:cubicBezTo>
                    <a:pt x="10298" y="13595"/>
                    <a:pt x="10371" y="13244"/>
                    <a:pt x="10163" y="13036"/>
                  </a:cubicBezTo>
                  <a:lnTo>
                    <a:pt x="8935" y="11808"/>
                  </a:lnTo>
                  <a:cubicBezTo>
                    <a:pt x="8759" y="11624"/>
                    <a:pt x="8762" y="11335"/>
                    <a:pt x="8943" y="11154"/>
                  </a:cubicBezTo>
                  <a:cubicBezTo>
                    <a:pt x="9034" y="11063"/>
                    <a:pt x="9154" y="11017"/>
                    <a:pt x="9274" y="11017"/>
                  </a:cubicBezTo>
                  <a:cubicBezTo>
                    <a:pt x="9390" y="11017"/>
                    <a:pt x="9506" y="11060"/>
                    <a:pt x="9596" y="11146"/>
                  </a:cubicBezTo>
                  <a:lnTo>
                    <a:pt x="11003" y="12553"/>
                  </a:lnTo>
                  <a:cubicBezTo>
                    <a:pt x="11083" y="12633"/>
                    <a:pt x="11188" y="12673"/>
                    <a:pt x="11293" y="12673"/>
                  </a:cubicBezTo>
                  <a:cubicBezTo>
                    <a:pt x="11404" y="12673"/>
                    <a:pt x="11514" y="12628"/>
                    <a:pt x="11595" y="12539"/>
                  </a:cubicBezTo>
                  <a:cubicBezTo>
                    <a:pt x="12010" y="12078"/>
                    <a:pt x="12380" y="11581"/>
                    <a:pt x="12699" y="11049"/>
                  </a:cubicBezTo>
                  <a:cubicBezTo>
                    <a:pt x="12796" y="10887"/>
                    <a:pt x="12769" y="10682"/>
                    <a:pt x="12637" y="10549"/>
                  </a:cubicBezTo>
                  <a:lnTo>
                    <a:pt x="11127" y="9040"/>
                  </a:lnTo>
                  <a:cubicBezTo>
                    <a:pt x="10941" y="8859"/>
                    <a:pt x="10941" y="8559"/>
                    <a:pt x="11125" y="8376"/>
                  </a:cubicBezTo>
                  <a:cubicBezTo>
                    <a:pt x="11216" y="8284"/>
                    <a:pt x="11336" y="8238"/>
                    <a:pt x="11457" y="8238"/>
                  </a:cubicBezTo>
                  <a:cubicBezTo>
                    <a:pt x="11577" y="8238"/>
                    <a:pt x="11698" y="8285"/>
                    <a:pt x="11789" y="8378"/>
                  </a:cubicBezTo>
                  <a:lnTo>
                    <a:pt x="12855" y="9445"/>
                  </a:lnTo>
                  <a:cubicBezTo>
                    <a:pt x="12937" y="9526"/>
                    <a:pt x="13041" y="9565"/>
                    <a:pt x="13143" y="9565"/>
                  </a:cubicBezTo>
                  <a:cubicBezTo>
                    <a:pt x="13307" y="9565"/>
                    <a:pt x="13468" y="9468"/>
                    <a:pt x="13531" y="9294"/>
                  </a:cubicBezTo>
                  <a:cubicBezTo>
                    <a:pt x="13768" y="8630"/>
                    <a:pt x="13944" y="7946"/>
                    <a:pt x="14060" y="7253"/>
                  </a:cubicBezTo>
                  <a:cubicBezTo>
                    <a:pt x="14079" y="7120"/>
                    <a:pt x="14038" y="6988"/>
                    <a:pt x="13944" y="6896"/>
                  </a:cubicBezTo>
                  <a:lnTo>
                    <a:pt x="12442" y="5395"/>
                  </a:lnTo>
                  <a:cubicBezTo>
                    <a:pt x="12253" y="5214"/>
                    <a:pt x="12251" y="4912"/>
                    <a:pt x="12434" y="4725"/>
                  </a:cubicBezTo>
                  <a:cubicBezTo>
                    <a:pt x="12526" y="4633"/>
                    <a:pt x="12646" y="4587"/>
                    <a:pt x="12766" y="4587"/>
                  </a:cubicBezTo>
                  <a:cubicBezTo>
                    <a:pt x="12889" y="4587"/>
                    <a:pt x="13012" y="4636"/>
                    <a:pt x="13104" y="4733"/>
                  </a:cubicBezTo>
                  <a:lnTo>
                    <a:pt x="13544" y="5173"/>
                  </a:lnTo>
                  <a:cubicBezTo>
                    <a:pt x="13627" y="5256"/>
                    <a:pt x="13730" y="5293"/>
                    <a:pt x="13830" y="5293"/>
                  </a:cubicBezTo>
                  <a:cubicBezTo>
                    <a:pt x="14042" y="5293"/>
                    <a:pt x="14245" y="5129"/>
                    <a:pt x="14243" y="4882"/>
                  </a:cubicBezTo>
                  <a:lnTo>
                    <a:pt x="14241" y="4879"/>
                  </a:lnTo>
                  <a:cubicBezTo>
                    <a:pt x="14230" y="2589"/>
                    <a:pt x="13720" y="886"/>
                    <a:pt x="13698" y="813"/>
                  </a:cubicBezTo>
                  <a:cubicBezTo>
                    <a:pt x="13660" y="683"/>
                    <a:pt x="13558" y="583"/>
                    <a:pt x="13428" y="543"/>
                  </a:cubicBezTo>
                  <a:cubicBezTo>
                    <a:pt x="13358" y="521"/>
                    <a:pt x="11654" y="11"/>
                    <a:pt x="93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47"/>
            <p:cNvSpPr/>
            <p:nvPr/>
          </p:nvSpPr>
          <p:spPr>
            <a:xfrm>
              <a:off x="6531589" y="2786523"/>
              <a:ext cx="257489" cy="359063"/>
            </a:xfrm>
            <a:custGeom>
              <a:rect b="b" l="l" r="r" t="t"/>
              <a:pathLst>
                <a:path extrusionOk="0" h="13327" w="9557">
                  <a:moveTo>
                    <a:pt x="8911" y="0"/>
                  </a:moveTo>
                  <a:lnTo>
                    <a:pt x="425" y="8486"/>
                  </a:lnTo>
                  <a:cubicBezTo>
                    <a:pt x="1" y="9807"/>
                    <a:pt x="352" y="11257"/>
                    <a:pt x="1332" y="12240"/>
                  </a:cubicBezTo>
                  <a:cubicBezTo>
                    <a:pt x="2040" y="12950"/>
                    <a:pt x="2988" y="13327"/>
                    <a:pt x="3953" y="13327"/>
                  </a:cubicBezTo>
                  <a:cubicBezTo>
                    <a:pt x="4419" y="13327"/>
                    <a:pt x="4889" y="13239"/>
                    <a:pt x="5339" y="13058"/>
                  </a:cubicBezTo>
                  <a:cubicBezTo>
                    <a:pt x="5611" y="12950"/>
                    <a:pt x="5684" y="12596"/>
                    <a:pt x="5476" y="12388"/>
                  </a:cubicBezTo>
                  <a:lnTo>
                    <a:pt x="4248" y="11160"/>
                  </a:lnTo>
                  <a:cubicBezTo>
                    <a:pt x="4064" y="10979"/>
                    <a:pt x="4064" y="10682"/>
                    <a:pt x="4248" y="10501"/>
                  </a:cubicBezTo>
                  <a:cubicBezTo>
                    <a:pt x="4338" y="10409"/>
                    <a:pt x="4458" y="10363"/>
                    <a:pt x="4578" y="10363"/>
                  </a:cubicBezTo>
                  <a:cubicBezTo>
                    <a:pt x="4697" y="10363"/>
                    <a:pt x="4818" y="10409"/>
                    <a:pt x="4909" y="10501"/>
                  </a:cubicBezTo>
                  <a:lnTo>
                    <a:pt x="6316" y="11905"/>
                  </a:lnTo>
                  <a:cubicBezTo>
                    <a:pt x="6396" y="11986"/>
                    <a:pt x="6500" y="12026"/>
                    <a:pt x="6605" y="12026"/>
                  </a:cubicBezTo>
                  <a:cubicBezTo>
                    <a:pt x="6716" y="12026"/>
                    <a:pt x="6827" y="11980"/>
                    <a:pt x="6908" y="11891"/>
                  </a:cubicBezTo>
                  <a:cubicBezTo>
                    <a:pt x="7323" y="11432"/>
                    <a:pt x="7693" y="10933"/>
                    <a:pt x="8012" y="10401"/>
                  </a:cubicBezTo>
                  <a:cubicBezTo>
                    <a:pt x="8106" y="10242"/>
                    <a:pt x="8082" y="10034"/>
                    <a:pt x="7950" y="9901"/>
                  </a:cubicBezTo>
                  <a:lnTo>
                    <a:pt x="6440" y="8392"/>
                  </a:lnTo>
                  <a:cubicBezTo>
                    <a:pt x="6249" y="8211"/>
                    <a:pt x="6246" y="7909"/>
                    <a:pt x="6432" y="7722"/>
                  </a:cubicBezTo>
                  <a:cubicBezTo>
                    <a:pt x="6524" y="7631"/>
                    <a:pt x="6643" y="7586"/>
                    <a:pt x="6763" y="7586"/>
                  </a:cubicBezTo>
                  <a:cubicBezTo>
                    <a:pt x="6886" y="7586"/>
                    <a:pt x="7010" y="7634"/>
                    <a:pt x="7102" y="7730"/>
                  </a:cubicBezTo>
                  <a:lnTo>
                    <a:pt x="8168" y="8797"/>
                  </a:lnTo>
                  <a:cubicBezTo>
                    <a:pt x="8250" y="8878"/>
                    <a:pt x="8354" y="8917"/>
                    <a:pt x="8456" y="8917"/>
                  </a:cubicBezTo>
                  <a:cubicBezTo>
                    <a:pt x="8620" y="8917"/>
                    <a:pt x="8781" y="8820"/>
                    <a:pt x="8844" y="8646"/>
                  </a:cubicBezTo>
                  <a:cubicBezTo>
                    <a:pt x="9081" y="7984"/>
                    <a:pt x="9257" y="7298"/>
                    <a:pt x="9370" y="6605"/>
                  </a:cubicBezTo>
                  <a:cubicBezTo>
                    <a:pt x="9392" y="6472"/>
                    <a:pt x="9351" y="6340"/>
                    <a:pt x="9257" y="6248"/>
                  </a:cubicBezTo>
                  <a:lnTo>
                    <a:pt x="7755" y="4747"/>
                  </a:lnTo>
                  <a:cubicBezTo>
                    <a:pt x="7566" y="4566"/>
                    <a:pt x="7561" y="4264"/>
                    <a:pt x="7747" y="4077"/>
                  </a:cubicBezTo>
                  <a:cubicBezTo>
                    <a:pt x="7839" y="3985"/>
                    <a:pt x="7959" y="3939"/>
                    <a:pt x="8079" y="3939"/>
                  </a:cubicBezTo>
                  <a:cubicBezTo>
                    <a:pt x="8202" y="3939"/>
                    <a:pt x="8325" y="3988"/>
                    <a:pt x="8417" y="4085"/>
                  </a:cubicBezTo>
                  <a:lnTo>
                    <a:pt x="8857" y="4525"/>
                  </a:lnTo>
                  <a:cubicBezTo>
                    <a:pt x="8940" y="4608"/>
                    <a:pt x="9043" y="4645"/>
                    <a:pt x="9143" y="4645"/>
                  </a:cubicBezTo>
                  <a:cubicBezTo>
                    <a:pt x="9354" y="4645"/>
                    <a:pt x="9556" y="4481"/>
                    <a:pt x="9556" y="4234"/>
                  </a:cubicBezTo>
                  <a:cubicBezTo>
                    <a:pt x="9546" y="1941"/>
                    <a:pt x="9035" y="240"/>
                    <a:pt x="9014" y="167"/>
                  </a:cubicBezTo>
                  <a:cubicBezTo>
                    <a:pt x="8992" y="103"/>
                    <a:pt x="8957" y="46"/>
                    <a:pt x="891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47"/>
          <p:cNvGrpSpPr/>
          <p:nvPr/>
        </p:nvGrpSpPr>
        <p:grpSpPr>
          <a:xfrm>
            <a:off x="2520912" y="1517034"/>
            <a:ext cx="455726" cy="521219"/>
            <a:chOff x="2369269" y="2167735"/>
            <a:chExt cx="329210" cy="376494"/>
          </a:xfrm>
        </p:grpSpPr>
        <p:sp>
          <p:nvSpPr>
            <p:cNvPr id="492" name="Google Shape;492;p47"/>
            <p:cNvSpPr/>
            <p:nvPr/>
          </p:nvSpPr>
          <p:spPr>
            <a:xfrm>
              <a:off x="2496411" y="2167735"/>
              <a:ext cx="72071" cy="69296"/>
            </a:xfrm>
            <a:custGeom>
              <a:rect b="b" l="l" r="r" t="t"/>
              <a:pathLst>
                <a:path extrusionOk="0" h="2572" w="2675">
                  <a:moveTo>
                    <a:pt x="1384" y="818"/>
                  </a:moveTo>
                  <a:cubicBezTo>
                    <a:pt x="1625" y="818"/>
                    <a:pt x="1856" y="1005"/>
                    <a:pt x="1856" y="1288"/>
                  </a:cubicBezTo>
                  <a:cubicBezTo>
                    <a:pt x="1856" y="1547"/>
                    <a:pt x="1645" y="1755"/>
                    <a:pt x="1389" y="1755"/>
                  </a:cubicBezTo>
                  <a:cubicBezTo>
                    <a:pt x="970" y="1755"/>
                    <a:pt x="762" y="1250"/>
                    <a:pt x="1057" y="956"/>
                  </a:cubicBezTo>
                  <a:cubicBezTo>
                    <a:pt x="1152" y="861"/>
                    <a:pt x="1269" y="818"/>
                    <a:pt x="1384" y="818"/>
                  </a:cubicBezTo>
                  <a:close/>
                  <a:moveTo>
                    <a:pt x="1389" y="0"/>
                  </a:moveTo>
                  <a:cubicBezTo>
                    <a:pt x="868" y="0"/>
                    <a:pt x="398" y="313"/>
                    <a:pt x="201" y="794"/>
                  </a:cubicBezTo>
                  <a:cubicBezTo>
                    <a:pt x="1" y="1274"/>
                    <a:pt x="112" y="1828"/>
                    <a:pt x="479" y="2195"/>
                  </a:cubicBezTo>
                  <a:cubicBezTo>
                    <a:pt x="724" y="2441"/>
                    <a:pt x="1053" y="2572"/>
                    <a:pt x="1388" y="2572"/>
                  </a:cubicBezTo>
                  <a:cubicBezTo>
                    <a:pt x="1554" y="2572"/>
                    <a:pt x="1721" y="2540"/>
                    <a:pt x="1880" y="2473"/>
                  </a:cubicBezTo>
                  <a:cubicBezTo>
                    <a:pt x="2361" y="2276"/>
                    <a:pt x="2674" y="1806"/>
                    <a:pt x="2674" y="1285"/>
                  </a:cubicBezTo>
                  <a:cubicBezTo>
                    <a:pt x="2674" y="575"/>
                    <a:pt x="2099" y="0"/>
                    <a:pt x="1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7"/>
            <p:cNvSpPr/>
            <p:nvPr/>
          </p:nvSpPr>
          <p:spPr>
            <a:xfrm>
              <a:off x="2533807" y="2167735"/>
              <a:ext cx="34675" cy="69350"/>
            </a:xfrm>
            <a:custGeom>
              <a:rect b="b" l="l" r="r" t="t"/>
              <a:pathLst>
                <a:path extrusionOk="0" h="2574" w="1287">
                  <a:moveTo>
                    <a:pt x="1" y="0"/>
                  </a:moveTo>
                  <a:lnTo>
                    <a:pt x="1" y="818"/>
                  </a:lnTo>
                  <a:cubicBezTo>
                    <a:pt x="4" y="818"/>
                    <a:pt x="7" y="818"/>
                    <a:pt x="11" y="818"/>
                  </a:cubicBezTo>
                  <a:cubicBezTo>
                    <a:pt x="268" y="818"/>
                    <a:pt x="481" y="1027"/>
                    <a:pt x="481" y="1285"/>
                  </a:cubicBezTo>
                  <a:cubicBezTo>
                    <a:pt x="481" y="1547"/>
                    <a:pt x="268" y="1755"/>
                    <a:pt x="11" y="1755"/>
                  </a:cubicBezTo>
                  <a:cubicBezTo>
                    <a:pt x="7" y="1755"/>
                    <a:pt x="4" y="1755"/>
                    <a:pt x="1" y="1755"/>
                  </a:cubicBezTo>
                  <a:lnTo>
                    <a:pt x="1" y="2573"/>
                  </a:lnTo>
                  <a:cubicBezTo>
                    <a:pt x="711" y="2573"/>
                    <a:pt x="1286" y="1995"/>
                    <a:pt x="1286" y="1285"/>
                  </a:cubicBezTo>
                  <a:cubicBezTo>
                    <a:pt x="1286" y="575"/>
                    <a:pt x="711"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47"/>
            <p:cNvSpPr/>
            <p:nvPr/>
          </p:nvSpPr>
          <p:spPr>
            <a:xfrm>
              <a:off x="2369269" y="2215019"/>
              <a:ext cx="329210" cy="329210"/>
            </a:xfrm>
            <a:custGeom>
              <a:rect b="b" l="l" r="r" t="t"/>
              <a:pathLst>
                <a:path extrusionOk="0" h="12219" w="12219">
                  <a:moveTo>
                    <a:pt x="6108" y="0"/>
                  </a:moveTo>
                  <a:cubicBezTo>
                    <a:pt x="2735" y="0"/>
                    <a:pt x="0" y="2733"/>
                    <a:pt x="0" y="6108"/>
                  </a:cubicBezTo>
                  <a:cubicBezTo>
                    <a:pt x="0" y="9483"/>
                    <a:pt x="2733" y="12218"/>
                    <a:pt x="6108" y="12218"/>
                  </a:cubicBezTo>
                  <a:cubicBezTo>
                    <a:pt x="9480" y="12218"/>
                    <a:pt x="12218" y="9483"/>
                    <a:pt x="12218" y="6108"/>
                  </a:cubicBezTo>
                  <a:cubicBezTo>
                    <a:pt x="12218" y="2735"/>
                    <a:pt x="9483" y="0"/>
                    <a:pt x="6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47"/>
            <p:cNvSpPr/>
            <p:nvPr/>
          </p:nvSpPr>
          <p:spPr>
            <a:xfrm>
              <a:off x="2533807" y="2215019"/>
              <a:ext cx="164592" cy="329210"/>
            </a:xfrm>
            <a:custGeom>
              <a:rect b="b" l="l" r="r" t="t"/>
              <a:pathLst>
                <a:path extrusionOk="0" h="12219" w="6109">
                  <a:moveTo>
                    <a:pt x="1" y="0"/>
                  </a:moveTo>
                  <a:lnTo>
                    <a:pt x="1" y="12218"/>
                  </a:lnTo>
                  <a:cubicBezTo>
                    <a:pt x="3368" y="12218"/>
                    <a:pt x="6108" y="9475"/>
                    <a:pt x="6108" y="6108"/>
                  </a:cubicBezTo>
                  <a:cubicBezTo>
                    <a:pt x="6108" y="2741"/>
                    <a:pt x="3368"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7"/>
            <p:cNvSpPr/>
            <p:nvPr/>
          </p:nvSpPr>
          <p:spPr>
            <a:xfrm>
              <a:off x="2407231" y="2262222"/>
              <a:ext cx="243964" cy="234723"/>
            </a:xfrm>
            <a:custGeom>
              <a:rect b="b" l="l" r="r" t="t"/>
              <a:pathLst>
                <a:path extrusionOk="0" h="8712" w="9055">
                  <a:moveTo>
                    <a:pt x="4699" y="0"/>
                  </a:moveTo>
                  <a:cubicBezTo>
                    <a:pt x="2936" y="0"/>
                    <a:pt x="1348" y="1062"/>
                    <a:pt x="673" y="2690"/>
                  </a:cubicBezTo>
                  <a:cubicBezTo>
                    <a:pt x="1" y="4318"/>
                    <a:pt x="373" y="6192"/>
                    <a:pt x="1618" y="7437"/>
                  </a:cubicBezTo>
                  <a:cubicBezTo>
                    <a:pt x="2451" y="8270"/>
                    <a:pt x="3566" y="8712"/>
                    <a:pt x="4700" y="8712"/>
                  </a:cubicBezTo>
                  <a:cubicBezTo>
                    <a:pt x="5261" y="8712"/>
                    <a:pt x="5826" y="8604"/>
                    <a:pt x="6365" y="8382"/>
                  </a:cubicBezTo>
                  <a:cubicBezTo>
                    <a:pt x="7993" y="7707"/>
                    <a:pt x="9054" y="6119"/>
                    <a:pt x="9054" y="4356"/>
                  </a:cubicBezTo>
                  <a:cubicBezTo>
                    <a:pt x="9054" y="1950"/>
                    <a:pt x="7105" y="0"/>
                    <a:pt x="46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7"/>
            <p:cNvSpPr/>
            <p:nvPr/>
          </p:nvSpPr>
          <p:spPr>
            <a:xfrm>
              <a:off x="2533807" y="2262222"/>
              <a:ext cx="117388" cy="234777"/>
            </a:xfrm>
            <a:custGeom>
              <a:rect b="b" l="l" r="r" t="t"/>
              <a:pathLst>
                <a:path extrusionOk="0" h="8714" w="4357">
                  <a:moveTo>
                    <a:pt x="1" y="0"/>
                  </a:moveTo>
                  <a:lnTo>
                    <a:pt x="1" y="8714"/>
                  </a:lnTo>
                  <a:cubicBezTo>
                    <a:pt x="2407" y="8714"/>
                    <a:pt x="4356" y="6762"/>
                    <a:pt x="4356" y="4356"/>
                  </a:cubicBezTo>
                  <a:cubicBezTo>
                    <a:pt x="4356" y="1950"/>
                    <a:pt x="2407" y="0"/>
                    <a:pt x="1" y="0"/>
                  </a:cubicBezTo>
                  <a:close/>
                </a:path>
              </a:pathLst>
            </a:custGeom>
            <a:solidFill>
              <a:srgbClr val="EFE9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7"/>
            <p:cNvSpPr/>
            <p:nvPr/>
          </p:nvSpPr>
          <p:spPr>
            <a:xfrm>
              <a:off x="2485446" y="2368510"/>
              <a:ext cx="96697" cy="128489"/>
            </a:xfrm>
            <a:custGeom>
              <a:rect b="b" l="l" r="r" t="t"/>
              <a:pathLst>
                <a:path extrusionOk="0" h="4769" w="3589">
                  <a:moveTo>
                    <a:pt x="478" y="0"/>
                  </a:moveTo>
                  <a:cubicBezTo>
                    <a:pt x="197" y="0"/>
                    <a:pt x="0" y="276"/>
                    <a:pt x="89" y="540"/>
                  </a:cubicBezTo>
                  <a:lnTo>
                    <a:pt x="1407" y="4488"/>
                  </a:lnTo>
                  <a:cubicBezTo>
                    <a:pt x="1461" y="4655"/>
                    <a:pt x="1617" y="4768"/>
                    <a:pt x="1794" y="4769"/>
                  </a:cubicBezTo>
                  <a:lnTo>
                    <a:pt x="1794" y="4769"/>
                  </a:lnTo>
                  <a:cubicBezTo>
                    <a:pt x="1969" y="4768"/>
                    <a:pt x="2125" y="4655"/>
                    <a:pt x="2182" y="4488"/>
                  </a:cubicBezTo>
                  <a:lnTo>
                    <a:pt x="3500" y="540"/>
                  </a:lnTo>
                  <a:cubicBezTo>
                    <a:pt x="3589" y="276"/>
                    <a:pt x="3389" y="0"/>
                    <a:pt x="3111" y="0"/>
                  </a:cubicBezTo>
                  <a:close/>
                  <a:moveTo>
                    <a:pt x="1794" y="4769"/>
                  </a:moveTo>
                  <a:cubicBezTo>
                    <a:pt x="1794" y="4769"/>
                    <a:pt x="1794" y="4769"/>
                    <a:pt x="1793" y="4769"/>
                  </a:cubicBezTo>
                  <a:lnTo>
                    <a:pt x="1796" y="4769"/>
                  </a:lnTo>
                  <a:cubicBezTo>
                    <a:pt x="1795" y="4769"/>
                    <a:pt x="1795" y="4769"/>
                    <a:pt x="1794" y="476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7"/>
            <p:cNvSpPr/>
            <p:nvPr/>
          </p:nvSpPr>
          <p:spPr>
            <a:xfrm>
              <a:off x="2533753" y="2368510"/>
              <a:ext cx="48389" cy="128489"/>
            </a:xfrm>
            <a:custGeom>
              <a:rect b="b" l="l" r="r" t="t"/>
              <a:pathLst>
                <a:path extrusionOk="0" h="4769" w="1796">
                  <a:moveTo>
                    <a:pt x="1318" y="0"/>
                  </a:moveTo>
                  <a:lnTo>
                    <a:pt x="1318" y="3"/>
                  </a:lnTo>
                  <a:lnTo>
                    <a:pt x="0" y="3"/>
                  </a:lnTo>
                  <a:lnTo>
                    <a:pt x="0" y="4769"/>
                  </a:lnTo>
                  <a:cubicBezTo>
                    <a:pt x="178" y="4769"/>
                    <a:pt x="335" y="4655"/>
                    <a:pt x="389" y="4488"/>
                  </a:cubicBezTo>
                  <a:lnTo>
                    <a:pt x="1707" y="540"/>
                  </a:lnTo>
                  <a:cubicBezTo>
                    <a:pt x="1796" y="276"/>
                    <a:pt x="1599" y="0"/>
                    <a:pt x="1318"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7"/>
            <p:cNvSpPr/>
            <p:nvPr/>
          </p:nvSpPr>
          <p:spPr>
            <a:xfrm>
              <a:off x="2487331" y="2262249"/>
              <a:ext cx="92925" cy="117335"/>
            </a:xfrm>
            <a:custGeom>
              <a:rect b="b" l="l" r="r" t="t"/>
              <a:pathLst>
                <a:path extrusionOk="0" h="4355" w="3449">
                  <a:moveTo>
                    <a:pt x="1724" y="1"/>
                  </a:moveTo>
                  <a:cubicBezTo>
                    <a:pt x="1562" y="1"/>
                    <a:pt x="1399" y="94"/>
                    <a:pt x="1337" y="280"/>
                  </a:cubicBezTo>
                  <a:lnTo>
                    <a:pt x="19" y="4225"/>
                  </a:lnTo>
                  <a:cubicBezTo>
                    <a:pt x="6" y="4268"/>
                    <a:pt x="0" y="4312"/>
                    <a:pt x="0" y="4355"/>
                  </a:cubicBezTo>
                  <a:lnTo>
                    <a:pt x="3448" y="4355"/>
                  </a:lnTo>
                  <a:cubicBezTo>
                    <a:pt x="3448" y="4312"/>
                    <a:pt x="3443" y="4268"/>
                    <a:pt x="3430" y="4225"/>
                  </a:cubicBezTo>
                  <a:lnTo>
                    <a:pt x="2112" y="280"/>
                  </a:lnTo>
                  <a:cubicBezTo>
                    <a:pt x="2050" y="94"/>
                    <a:pt x="1887" y="1"/>
                    <a:pt x="17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7"/>
            <p:cNvSpPr/>
            <p:nvPr/>
          </p:nvSpPr>
          <p:spPr>
            <a:xfrm>
              <a:off x="2533753" y="2262222"/>
              <a:ext cx="46503" cy="117362"/>
            </a:xfrm>
            <a:custGeom>
              <a:rect b="b" l="l" r="r" t="t"/>
              <a:pathLst>
                <a:path extrusionOk="0" h="4356" w="1726">
                  <a:moveTo>
                    <a:pt x="0" y="0"/>
                  </a:moveTo>
                  <a:lnTo>
                    <a:pt x="0" y="4356"/>
                  </a:lnTo>
                  <a:lnTo>
                    <a:pt x="1725" y="4356"/>
                  </a:lnTo>
                  <a:cubicBezTo>
                    <a:pt x="1725" y="4313"/>
                    <a:pt x="1720" y="4269"/>
                    <a:pt x="1707" y="4226"/>
                  </a:cubicBezTo>
                  <a:lnTo>
                    <a:pt x="389" y="281"/>
                  </a:lnTo>
                  <a:cubicBezTo>
                    <a:pt x="335" y="114"/>
                    <a:pt x="178" y="0"/>
                    <a:pt x="0"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48"/>
          <p:cNvPicPr preferRelativeResize="0"/>
          <p:nvPr/>
        </p:nvPicPr>
        <p:blipFill rotWithShape="1">
          <a:blip r:embed="rId3">
            <a:alphaModFix/>
          </a:blip>
          <a:srcRect b="6516" l="5589" r="0" t="0"/>
          <a:stretch/>
        </p:blipFill>
        <p:spPr>
          <a:xfrm flipH="1">
            <a:off x="7305168" y="535000"/>
            <a:ext cx="1838832" cy="3549151"/>
          </a:xfrm>
          <a:prstGeom prst="rect">
            <a:avLst/>
          </a:prstGeom>
          <a:noFill/>
          <a:ln>
            <a:noFill/>
          </a:ln>
        </p:spPr>
      </p:pic>
      <p:pic>
        <p:nvPicPr>
          <p:cNvPr id="507" name="Google Shape;507;p48"/>
          <p:cNvPicPr preferRelativeResize="0"/>
          <p:nvPr/>
        </p:nvPicPr>
        <p:blipFill rotWithShape="1">
          <a:blip r:embed="rId4">
            <a:alphaModFix/>
          </a:blip>
          <a:srcRect b="63875" l="0" r="19936" t="0"/>
          <a:stretch/>
        </p:blipFill>
        <p:spPr>
          <a:xfrm>
            <a:off x="1507800" y="4014825"/>
            <a:ext cx="7636200" cy="1128675"/>
          </a:xfrm>
          <a:prstGeom prst="rect">
            <a:avLst/>
          </a:prstGeom>
          <a:noFill/>
          <a:ln>
            <a:noFill/>
          </a:ln>
        </p:spPr>
      </p:pic>
      <p:pic>
        <p:nvPicPr>
          <p:cNvPr id="508" name="Google Shape;508;p48"/>
          <p:cNvPicPr preferRelativeResize="0"/>
          <p:nvPr/>
        </p:nvPicPr>
        <p:blipFill rotWithShape="1">
          <a:blip r:embed="rId5">
            <a:alphaModFix/>
          </a:blip>
          <a:srcRect b="10754" l="27756" r="0" t="0"/>
          <a:stretch/>
        </p:blipFill>
        <p:spPr>
          <a:xfrm>
            <a:off x="0" y="1570175"/>
            <a:ext cx="3901174" cy="3573324"/>
          </a:xfrm>
          <a:prstGeom prst="rect">
            <a:avLst/>
          </a:prstGeom>
          <a:noFill/>
          <a:ln>
            <a:noFill/>
          </a:ln>
        </p:spPr>
      </p:pic>
      <p:pic>
        <p:nvPicPr>
          <p:cNvPr id="509" name="Google Shape;509;p48"/>
          <p:cNvPicPr preferRelativeResize="0"/>
          <p:nvPr/>
        </p:nvPicPr>
        <p:blipFill>
          <a:blip r:embed="rId6">
            <a:alphaModFix/>
          </a:blip>
          <a:stretch>
            <a:fillRect/>
          </a:stretch>
        </p:blipFill>
        <p:spPr>
          <a:xfrm>
            <a:off x="123250" y="3936775"/>
            <a:ext cx="1040625" cy="1288850"/>
          </a:xfrm>
          <a:prstGeom prst="rect">
            <a:avLst/>
          </a:prstGeom>
          <a:noFill/>
          <a:ln>
            <a:noFill/>
          </a:ln>
        </p:spPr>
      </p:pic>
      <p:sp>
        <p:nvSpPr>
          <p:cNvPr id="510" name="Google Shape;510;p48"/>
          <p:cNvSpPr txBox="1"/>
          <p:nvPr>
            <p:ph type="title"/>
          </p:nvPr>
        </p:nvSpPr>
        <p:spPr>
          <a:xfrm>
            <a:off x="720000" y="62656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Latitudinal</a:t>
            </a:r>
            <a:r>
              <a:rPr lang="en"/>
              <a:t> gradient </a:t>
            </a:r>
            <a:endParaRPr/>
          </a:p>
          <a:p>
            <a:pPr indent="0" lvl="0" marL="0" rtl="0" algn="ctr">
              <a:spcBef>
                <a:spcPts val="0"/>
              </a:spcBef>
              <a:spcAft>
                <a:spcPts val="0"/>
              </a:spcAft>
              <a:buNone/>
            </a:pPr>
            <a:r>
              <a:rPr lang="en"/>
              <a:t>in species</a:t>
            </a:r>
            <a:endParaRPr/>
          </a:p>
        </p:txBody>
      </p:sp>
      <p:sp>
        <p:nvSpPr>
          <p:cNvPr id="511" name="Google Shape;511;p48"/>
          <p:cNvSpPr txBox="1"/>
          <p:nvPr>
            <p:ph idx="3" type="subTitle"/>
          </p:nvPr>
        </p:nvSpPr>
        <p:spPr>
          <a:xfrm>
            <a:off x="1329775" y="268997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a:t>
            </a:r>
            <a:r>
              <a:rPr lang="en"/>
              <a:t>stimated 3 to 5 million species of large organisms. </a:t>
            </a:r>
            <a:endParaRPr/>
          </a:p>
          <a:p>
            <a:pPr indent="0" lvl="0" marL="0" rtl="0" algn="ctr">
              <a:spcBef>
                <a:spcPts val="0"/>
              </a:spcBef>
              <a:spcAft>
                <a:spcPts val="0"/>
              </a:spcAft>
              <a:buNone/>
            </a:pPr>
            <a:r>
              <a:rPr lang="en"/>
              <a:t>-</a:t>
            </a:r>
            <a:r>
              <a:rPr lang="en" u="sng">
                <a:solidFill>
                  <a:schemeClr val="hlink"/>
                </a:solidFill>
                <a:hlinkClick r:id="rId7"/>
              </a:rPr>
              <a:t>Study</a:t>
            </a:r>
            <a:r>
              <a:rPr lang="en"/>
              <a:t> by </a:t>
            </a:r>
            <a:r>
              <a:rPr lang="en"/>
              <a:t>Raven P. H.</a:t>
            </a:r>
            <a:endParaRPr sz="1500"/>
          </a:p>
        </p:txBody>
      </p:sp>
      <p:sp>
        <p:nvSpPr>
          <p:cNvPr id="512" name="Google Shape;512;p48"/>
          <p:cNvSpPr txBox="1"/>
          <p:nvPr>
            <p:ph idx="1" type="subTitle"/>
          </p:nvPr>
        </p:nvSpPr>
        <p:spPr>
          <a:xfrm>
            <a:off x="1329775" y="211727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513" name="Google Shape;513;p48"/>
          <p:cNvSpPr txBox="1"/>
          <p:nvPr>
            <p:ph idx="2" type="subTitle"/>
          </p:nvPr>
        </p:nvSpPr>
        <p:spPr>
          <a:xfrm>
            <a:off x="4976225" y="210572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Limitation</a:t>
            </a:r>
            <a:endParaRPr/>
          </a:p>
        </p:txBody>
      </p:sp>
      <p:sp>
        <p:nvSpPr>
          <p:cNvPr id="514" name="Google Shape;514;p48"/>
          <p:cNvSpPr txBox="1"/>
          <p:nvPr>
            <p:ph idx="4" type="subTitle"/>
          </p:nvPr>
        </p:nvSpPr>
        <p:spPr>
          <a:xfrm>
            <a:off x="4976225" y="267842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is too unpredictable due to factors that affect biodiversity</a:t>
            </a:r>
            <a:endParaRPr/>
          </a:p>
        </p:txBody>
      </p:sp>
      <p:grpSp>
        <p:nvGrpSpPr>
          <p:cNvPr id="515" name="Google Shape;515;p48"/>
          <p:cNvGrpSpPr/>
          <p:nvPr/>
        </p:nvGrpSpPr>
        <p:grpSpPr>
          <a:xfrm>
            <a:off x="6129553" y="1511248"/>
            <a:ext cx="531326" cy="521256"/>
            <a:chOff x="6405310" y="2769064"/>
            <a:chExt cx="383823" cy="376521"/>
          </a:xfrm>
        </p:grpSpPr>
        <p:sp>
          <p:nvSpPr>
            <p:cNvPr id="516" name="Google Shape;516;p48"/>
            <p:cNvSpPr/>
            <p:nvPr/>
          </p:nvSpPr>
          <p:spPr>
            <a:xfrm>
              <a:off x="6425598" y="2981668"/>
              <a:ext cx="151848" cy="149719"/>
            </a:xfrm>
            <a:custGeom>
              <a:rect b="b" l="l" r="r" t="t"/>
              <a:pathLst>
                <a:path extrusionOk="0" h="5557" w="5636">
                  <a:moveTo>
                    <a:pt x="5187" y="1"/>
                  </a:moveTo>
                  <a:cubicBezTo>
                    <a:pt x="5082" y="1"/>
                    <a:pt x="4977" y="41"/>
                    <a:pt x="4896" y="120"/>
                  </a:cubicBezTo>
                  <a:lnTo>
                    <a:pt x="160" y="4856"/>
                  </a:lnTo>
                  <a:cubicBezTo>
                    <a:pt x="1" y="5016"/>
                    <a:pt x="1" y="5275"/>
                    <a:pt x="160" y="5437"/>
                  </a:cubicBezTo>
                  <a:cubicBezTo>
                    <a:pt x="240" y="5516"/>
                    <a:pt x="344" y="5556"/>
                    <a:pt x="449" y="5556"/>
                  </a:cubicBezTo>
                  <a:cubicBezTo>
                    <a:pt x="554" y="5556"/>
                    <a:pt x="659" y="5516"/>
                    <a:pt x="740" y="5437"/>
                  </a:cubicBezTo>
                  <a:lnTo>
                    <a:pt x="5476" y="701"/>
                  </a:lnTo>
                  <a:cubicBezTo>
                    <a:pt x="5636" y="541"/>
                    <a:pt x="5636" y="282"/>
                    <a:pt x="5476" y="123"/>
                  </a:cubicBezTo>
                  <a:lnTo>
                    <a:pt x="5476" y="120"/>
                  </a:lnTo>
                  <a:cubicBezTo>
                    <a:pt x="5397" y="41"/>
                    <a:pt x="5292" y="1"/>
                    <a:pt x="51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8"/>
            <p:cNvSpPr/>
            <p:nvPr/>
          </p:nvSpPr>
          <p:spPr>
            <a:xfrm>
              <a:off x="6405310" y="2769064"/>
              <a:ext cx="383823" cy="376521"/>
            </a:xfrm>
            <a:custGeom>
              <a:rect b="b" l="l" r="r" t="t"/>
              <a:pathLst>
                <a:path extrusionOk="0" h="13975" w="14246">
                  <a:moveTo>
                    <a:pt x="9364" y="0"/>
                  </a:moveTo>
                  <a:cubicBezTo>
                    <a:pt x="8997" y="0"/>
                    <a:pt x="8813" y="440"/>
                    <a:pt x="9073" y="699"/>
                  </a:cubicBezTo>
                  <a:lnTo>
                    <a:pt x="9510" y="1139"/>
                  </a:lnTo>
                  <a:cubicBezTo>
                    <a:pt x="9686" y="1323"/>
                    <a:pt x="9683" y="1612"/>
                    <a:pt x="9502" y="1793"/>
                  </a:cubicBezTo>
                  <a:cubicBezTo>
                    <a:pt x="9411" y="1883"/>
                    <a:pt x="9292" y="1929"/>
                    <a:pt x="9172" y="1929"/>
                  </a:cubicBezTo>
                  <a:cubicBezTo>
                    <a:pt x="9055" y="1929"/>
                    <a:pt x="8939" y="1886"/>
                    <a:pt x="8849" y="1801"/>
                  </a:cubicBezTo>
                  <a:lnTo>
                    <a:pt x="7347" y="300"/>
                  </a:lnTo>
                  <a:cubicBezTo>
                    <a:pt x="7271" y="221"/>
                    <a:pt x="7165" y="178"/>
                    <a:pt x="7057" y="178"/>
                  </a:cubicBezTo>
                  <a:cubicBezTo>
                    <a:pt x="7035" y="178"/>
                    <a:pt x="7013" y="180"/>
                    <a:pt x="6991" y="184"/>
                  </a:cubicBezTo>
                  <a:cubicBezTo>
                    <a:pt x="6297" y="297"/>
                    <a:pt x="5611" y="475"/>
                    <a:pt x="4950" y="713"/>
                  </a:cubicBezTo>
                  <a:cubicBezTo>
                    <a:pt x="4666" y="815"/>
                    <a:pt x="4585" y="1177"/>
                    <a:pt x="4798" y="1388"/>
                  </a:cubicBezTo>
                  <a:lnTo>
                    <a:pt x="5865" y="2454"/>
                  </a:lnTo>
                  <a:cubicBezTo>
                    <a:pt x="6038" y="2638"/>
                    <a:pt x="6035" y="2927"/>
                    <a:pt x="5857" y="3108"/>
                  </a:cubicBezTo>
                  <a:cubicBezTo>
                    <a:pt x="5765" y="3199"/>
                    <a:pt x="5644" y="3245"/>
                    <a:pt x="5524" y="3245"/>
                  </a:cubicBezTo>
                  <a:cubicBezTo>
                    <a:pt x="5409" y="3245"/>
                    <a:pt x="5293" y="3202"/>
                    <a:pt x="5203" y="3116"/>
                  </a:cubicBezTo>
                  <a:lnTo>
                    <a:pt x="3694" y="1607"/>
                  </a:lnTo>
                  <a:cubicBezTo>
                    <a:pt x="3615" y="1528"/>
                    <a:pt x="3509" y="1486"/>
                    <a:pt x="3403" y="1486"/>
                  </a:cubicBezTo>
                  <a:cubicBezTo>
                    <a:pt x="3331" y="1486"/>
                    <a:pt x="3259" y="1505"/>
                    <a:pt x="3194" y="1545"/>
                  </a:cubicBezTo>
                  <a:cubicBezTo>
                    <a:pt x="2663" y="1863"/>
                    <a:pt x="2163" y="2233"/>
                    <a:pt x="1704" y="2646"/>
                  </a:cubicBezTo>
                  <a:cubicBezTo>
                    <a:pt x="1531" y="2803"/>
                    <a:pt x="1523" y="3075"/>
                    <a:pt x="1691" y="3240"/>
                  </a:cubicBezTo>
                  <a:lnTo>
                    <a:pt x="3095" y="4647"/>
                  </a:lnTo>
                  <a:cubicBezTo>
                    <a:pt x="3270" y="4831"/>
                    <a:pt x="3267" y="5119"/>
                    <a:pt x="3086" y="5300"/>
                  </a:cubicBezTo>
                  <a:cubicBezTo>
                    <a:pt x="2996" y="5391"/>
                    <a:pt x="2875" y="5437"/>
                    <a:pt x="2755" y="5437"/>
                  </a:cubicBezTo>
                  <a:cubicBezTo>
                    <a:pt x="2639" y="5437"/>
                    <a:pt x="2523" y="5395"/>
                    <a:pt x="2433" y="5308"/>
                  </a:cubicBezTo>
                  <a:lnTo>
                    <a:pt x="1207" y="4080"/>
                  </a:lnTo>
                  <a:cubicBezTo>
                    <a:pt x="1125" y="3998"/>
                    <a:pt x="1020" y="3959"/>
                    <a:pt x="917" y="3959"/>
                  </a:cubicBezTo>
                  <a:cubicBezTo>
                    <a:pt x="758" y="3959"/>
                    <a:pt x="603" y="4050"/>
                    <a:pt x="538" y="4215"/>
                  </a:cubicBezTo>
                  <a:cubicBezTo>
                    <a:pt x="0" y="5549"/>
                    <a:pt x="281" y="7074"/>
                    <a:pt x="1261" y="8127"/>
                  </a:cubicBezTo>
                  <a:cubicBezTo>
                    <a:pt x="1975" y="8894"/>
                    <a:pt x="2964" y="9310"/>
                    <a:pt x="3977" y="9310"/>
                  </a:cubicBezTo>
                  <a:cubicBezTo>
                    <a:pt x="4357" y="9310"/>
                    <a:pt x="4739" y="9252"/>
                    <a:pt x="5112" y="9132"/>
                  </a:cubicBezTo>
                  <a:lnTo>
                    <a:pt x="5112" y="9132"/>
                  </a:lnTo>
                  <a:cubicBezTo>
                    <a:pt x="4671" y="10501"/>
                    <a:pt x="5063" y="11999"/>
                    <a:pt x="6116" y="12979"/>
                  </a:cubicBezTo>
                  <a:cubicBezTo>
                    <a:pt x="6815" y="13630"/>
                    <a:pt x="7722" y="13974"/>
                    <a:pt x="8643" y="13974"/>
                  </a:cubicBezTo>
                  <a:cubicBezTo>
                    <a:pt x="9109" y="13974"/>
                    <a:pt x="9578" y="13886"/>
                    <a:pt x="10026" y="13706"/>
                  </a:cubicBezTo>
                  <a:cubicBezTo>
                    <a:pt x="10298" y="13595"/>
                    <a:pt x="10371" y="13244"/>
                    <a:pt x="10163" y="13036"/>
                  </a:cubicBezTo>
                  <a:lnTo>
                    <a:pt x="8935" y="11808"/>
                  </a:lnTo>
                  <a:cubicBezTo>
                    <a:pt x="8759" y="11624"/>
                    <a:pt x="8762" y="11335"/>
                    <a:pt x="8943" y="11154"/>
                  </a:cubicBezTo>
                  <a:cubicBezTo>
                    <a:pt x="9034" y="11063"/>
                    <a:pt x="9154" y="11017"/>
                    <a:pt x="9274" y="11017"/>
                  </a:cubicBezTo>
                  <a:cubicBezTo>
                    <a:pt x="9390" y="11017"/>
                    <a:pt x="9506" y="11060"/>
                    <a:pt x="9596" y="11146"/>
                  </a:cubicBezTo>
                  <a:lnTo>
                    <a:pt x="11003" y="12553"/>
                  </a:lnTo>
                  <a:cubicBezTo>
                    <a:pt x="11083" y="12633"/>
                    <a:pt x="11188" y="12673"/>
                    <a:pt x="11293" y="12673"/>
                  </a:cubicBezTo>
                  <a:cubicBezTo>
                    <a:pt x="11404" y="12673"/>
                    <a:pt x="11514" y="12628"/>
                    <a:pt x="11595" y="12539"/>
                  </a:cubicBezTo>
                  <a:cubicBezTo>
                    <a:pt x="12010" y="12078"/>
                    <a:pt x="12380" y="11581"/>
                    <a:pt x="12699" y="11049"/>
                  </a:cubicBezTo>
                  <a:cubicBezTo>
                    <a:pt x="12796" y="10887"/>
                    <a:pt x="12769" y="10682"/>
                    <a:pt x="12637" y="10549"/>
                  </a:cubicBezTo>
                  <a:lnTo>
                    <a:pt x="11127" y="9040"/>
                  </a:lnTo>
                  <a:cubicBezTo>
                    <a:pt x="10941" y="8859"/>
                    <a:pt x="10941" y="8559"/>
                    <a:pt x="11125" y="8376"/>
                  </a:cubicBezTo>
                  <a:cubicBezTo>
                    <a:pt x="11216" y="8284"/>
                    <a:pt x="11336" y="8238"/>
                    <a:pt x="11457" y="8238"/>
                  </a:cubicBezTo>
                  <a:cubicBezTo>
                    <a:pt x="11577" y="8238"/>
                    <a:pt x="11698" y="8285"/>
                    <a:pt x="11789" y="8378"/>
                  </a:cubicBezTo>
                  <a:lnTo>
                    <a:pt x="12855" y="9445"/>
                  </a:lnTo>
                  <a:cubicBezTo>
                    <a:pt x="12937" y="9526"/>
                    <a:pt x="13041" y="9565"/>
                    <a:pt x="13143" y="9565"/>
                  </a:cubicBezTo>
                  <a:cubicBezTo>
                    <a:pt x="13307" y="9565"/>
                    <a:pt x="13468" y="9468"/>
                    <a:pt x="13531" y="9294"/>
                  </a:cubicBezTo>
                  <a:cubicBezTo>
                    <a:pt x="13768" y="8630"/>
                    <a:pt x="13944" y="7946"/>
                    <a:pt x="14060" y="7253"/>
                  </a:cubicBezTo>
                  <a:cubicBezTo>
                    <a:pt x="14079" y="7120"/>
                    <a:pt x="14038" y="6988"/>
                    <a:pt x="13944" y="6896"/>
                  </a:cubicBezTo>
                  <a:lnTo>
                    <a:pt x="12442" y="5395"/>
                  </a:lnTo>
                  <a:cubicBezTo>
                    <a:pt x="12253" y="5214"/>
                    <a:pt x="12251" y="4912"/>
                    <a:pt x="12434" y="4725"/>
                  </a:cubicBezTo>
                  <a:cubicBezTo>
                    <a:pt x="12526" y="4633"/>
                    <a:pt x="12646" y="4587"/>
                    <a:pt x="12766" y="4587"/>
                  </a:cubicBezTo>
                  <a:cubicBezTo>
                    <a:pt x="12889" y="4587"/>
                    <a:pt x="13012" y="4636"/>
                    <a:pt x="13104" y="4733"/>
                  </a:cubicBezTo>
                  <a:lnTo>
                    <a:pt x="13544" y="5173"/>
                  </a:lnTo>
                  <a:cubicBezTo>
                    <a:pt x="13627" y="5256"/>
                    <a:pt x="13730" y="5293"/>
                    <a:pt x="13830" y="5293"/>
                  </a:cubicBezTo>
                  <a:cubicBezTo>
                    <a:pt x="14042" y="5293"/>
                    <a:pt x="14245" y="5129"/>
                    <a:pt x="14243" y="4882"/>
                  </a:cubicBezTo>
                  <a:lnTo>
                    <a:pt x="14241" y="4879"/>
                  </a:lnTo>
                  <a:cubicBezTo>
                    <a:pt x="14230" y="2589"/>
                    <a:pt x="13720" y="886"/>
                    <a:pt x="13698" y="813"/>
                  </a:cubicBezTo>
                  <a:cubicBezTo>
                    <a:pt x="13660" y="683"/>
                    <a:pt x="13558" y="583"/>
                    <a:pt x="13428" y="543"/>
                  </a:cubicBezTo>
                  <a:cubicBezTo>
                    <a:pt x="13358" y="521"/>
                    <a:pt x="11654" y="11"/>
                    <a:pt x="93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8"/>
            <p:cNvSpPr/>
            <p:nvPr/>
          </p:nvSpPr>
          <p:spPr>
            <a:xfrm>
              <a:off x="6531589" y="2786523"/>
              <a:ext cx="257489" cy="359063"/>
            </a:xfrm>
            <a:custGeom>
              <a:rect b="b" l="l" r="r" t="t"/>
              <a:pathLst>
                <a:path extrusionOk="0" h="13327" w="9557">
                  <a:moveTo>
                    <a:pt x="8911" y="0"/>
                  </a:moveTo>
                  <a:lnTo>
                    <a:pt x="425" y="8486"/>
                  </a:lnTo>
                  <a:cubicBezTo>
                    <a:pt x="1" y="9807"/>
                    <a:pt x="352" y="11257"/>
                    <a:pt x="1332" y="12240"/>
                  </a:cubicBezTo>
                  <a:cubicBezTo>
                    <a:pt x="2040" y="12950"/>
                    <a:pt x="2988" y="13327"/>
                    <a:pt x="3953" y="13327"/>
                  </a:cubicBezTo>
                  <a:cubicBezTo>
                    <a:pt x="4419" y="13327"/>
                    <a:pt x="4889" y="13239"/>
                    <a:pt x="5339" y="13058"/>
                  </a:cubicBezTo>
                  <a:cubicBezTo>
                    <a:pt x="5611" y="12950"/>
                    <a:pt x="5684" y="12596"/>
                    <a:pt x="5476" y="12388"/>
                  </a:cubicBezTo>
                  <a:lnTo>
                    <a:pt x="4248" y="11160"/>
                  </a:lnTo>
                  <a:cubicBezTo>
                    <a:pt x="4064" y="10979"/>
                    <a:pt x="4064" y="10682"/>
                    <a:pt x="4248" y="10501"/>
                  </a:cubicBezTo>
                  <a:cubicBezTo>
                    <a:pt x="4338" y="10409"/>
                    <a:pt x="4458" y="10363"/>
                    <a:pt x="4578" y="10363"/>
                  </a:cubicBezTo>
                  <a:cubicBezTo>
                    <a:pt x="4697" y="10363"/>
                    <a:pt x="4818" y="10409"/>
                    <a:pt x="4909" y="10501"/>
                  </a:cubicBezTo>
                  <a:lnTo>
                    <a:pt x="6316" y="11905"/>
                  </a:lnTo>
                  <a:cubicBezTo>
                    <a:pt x="6396" y="11986"/>
                    <a:pt x="6500" y="12026"/>
                    <a:pt x="6605" y="12026"/>
                  </a:cubicBezTo>
                  <a:cubicBezTo>
                    <a:pt x="6716" y="12026"/>
                    <a:pt x="6827" y="11980"/>
                    <a:pt x="6908" y="11891"/>
                  </a:cubicBezTo>
                  <a:cubicBezTo>
                    <a:pt x="7323" y="11432"/>
                    <a:pt x="7693" y="10933"/>
                    <a:pt x="8012" y="10401"/>
                  </a:cubicBezTo>
                  <a:cubicBezTo>
                    <a:pt x="8106" y="10242"/>
                    <a:pt x="8082" y="10034"/>
                    <a:pt x="7950" y="9901"/>
                  </a:cubicBezTo>
                  <a:lnTo>
                    <a:pt x="6440" y="8392"/>
                  </a:lnTo>
                  <a:cubicBezTo>
                    <a:pt x="6249" y="8211"/>
                    <a:pt x="6246" y="7909"/>
                    <a:pt x="6432" y="7722"/>
                  </a:cubicBezTo>
                  <a:cubicBezTo>
                    <a:pt x="6524" y="7631"/>
                    <a:pt x="6643" y="7586"/>
                    <a:pt x="6763" y="7586"/>
                  </a:cubicBezTo>
                  <a:cubicBezTo>
                    <a:pt x="6886" y="7586"/>
                    <a:pt x="7010" y="7634"/>
                    <a:pt x="7102" y="7730"/>
                  </a:cubicBezTo>
                  <a:lnTo>
                    <a:pt x="8168" y="8797"/>
                  </a:lnTo>
                  <a:cubicBezTo>
                    <a:pt x="8250" y="8878"/>
                    <a:pt x="8354" y="8917"/>
                    <a:pt x="8456" y="8917"/>
                  </a:cubicBezTo>
                  <a:cubicBezTo>
                    <a:pt x="8620" y="8917"/>
                    <a:pt x="8781" y="8820"/>
                    <a:pt x="8844" y="8646"/>
                  </a:cubicBezTo>
                  <a:cubicBezTo>
                    <a:pt x="9081" y="7984"/>
                    <a:pt x="9257" y="7298"/>
                    <a:pt x="9370" y="6605"/>
                  </a:cubicBezTo>
                  <a:cubicBezTo>
                    <a:pt x="9392" y="6472"/>
                    <a:pt x="9351" y="6340"/>
                    <a:pt x="9257" y="6248"/>
                  </a:cubicBezTo>
                  <a:lnTo>
                    <a:pt x="7755" y="4747"/>
                  </a:lnTo>
                  <a:cubicBezTo>
                    <a:pt x="7566" y="4566"/>
                    <a:pt x="7561" y="4264"/>
                    <a:pt x="7747" y="4077"/>
                  </a:cubicBezTo>
                  <a:cubicBezTo>
                    <a:pt x="7839" y="3985"/>
                    <a:pt x="7959" y="3939"/>
                    <a:pt x="8079" y="3939"/>
                  </a:cubicBezTo>
                  <a:cubicBezTo>
                    <a:pt x="8202" y="3939"/>
                    <a:pt x="8325" y="3988"/>
                    <a:pt x="8417" y="4085"/>
                  </a:cubicBezTo>
                  <a:lnTo>
                    <a:pt x="8857" y="4525"/>
                  </a:lnTo>
                  <a:cubicBezTo>
                    <a:pt x="8940" y="4608"/>
                    <a:pt x="9043" y="4645"/>
                    <a:pt x="9143" y="4645"/>
                  </a:cubicBezTo>
                  <a:cubicBezTo>
                    <a:pt x="9354" y="4645"/>
                    <a:pt x="9556" y="4481"/>
                    <a:pt x="9556" y="4234"/>
                  </a:cubicBezTo>
                  <a:cubicBezTo>
                    <a:pt x="9546" y="1941"/>
                    <a:pt x="9035" y="240"/>
                    <a:pt x="9014" y="167"/>
                  </a:cubicBezTo>
                  <a:cubicBezTo>
                    <a:pt x="8992" y="103"/>
                    <a:pt x="8957" y="46"/>
                    <a:pt x="891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 name="Google Shape;519;p48"/>
          <p:cNvGrpSpPr/>
          <p:nvPr/>
        </p:nvGrpSpPr>
        <p:grpSpPr>
          <a:xfrm>
            <a:off x="2520912" y="1517034"/>
            <a:ext cx="455726" cy="521219"/>
            <a:chOff x="2369269" y="2167735"/>
            <a:chExt cx="329210" cy="376494"/>
          </a:xfrm>
        </p:grpSpPr>
        <p:sp>
          <p:nvSpPr>
            <p:cNvPr id="520" name="Google Shape;520;p48"/>
            <p:cNvSpPr/>
            <p:nvPr/>
          </p:nvSpPr>
          <p:spPr>
            <a:xfrm>
              <a:off x="2496411" y="2167735"/>
              <a:ext cx="72071" cy="69296"/>
            </a:xfrm>
            <a:custGeom>
              <a:rect b="b" l="l" r="r" t="t"/>
              <a:pathLst>
                <a:path extrusionOk="0" h="2572" w="2675">
                  <a:moveTo>
                    <a:pt x="1384" y="818"/>
                  </a:moveTo>
                  <a:cubicBezTo>
                    <a:pt x="1625" y="818"/>
                    <a:pt x="1856" y="1005"/>
                    <a:pt x="1856" y="1288"/>
                  </a:cubicBezTo>
                  <a:cubicBezTo>
                    <a:pt x="1856" y="1547"/>
                    <a:pt x="1645" y="1755"/>
                    <a:pt x="1389" y="1755"/>
                  </a:cubicBezTo>
                  <a:cubicBezTo>
                    <a:pt x="970" y="1755"/>
                    <a:pt x="762" y="1250"/>
                    <a:pt x="1057" y="956"/>
                  </a:cubicBezTo>
                  <a:cubicBezTo>
                    <a:pt x="1152" y="861"/>
                    <a:pt x="1269" y="818"/>
                    <a:pt x="1384" y="818"/>
                  </a:cubicBezTo>
                  <a:close/>
                  <a:moveTo>
                    <a:pt x="1389" y="0"/>
                  </a:moveTo>
                  <a:cubicBezTo>
                    <a:pt x="868" y="0"/>
                    <a:pt x="398" y="313"/>
                    <a:pt x="201" y="794"/>
                  </a:cubicBezTo>
                  <a:cubicBezTo>
                    <a:pt x="1" y="1274"/>
                    <a:pt x="112" y="1828"/>
                    <a:pt x="479" y="2195"/>
                  </a:cubicBezTo>
                  <a:cubicBezTo>
                    <a:pt x="724" y="2441"/>
                    <a:pt x="1053" y="2572"/>
                    <a:pt x="1388" y="2572"/>
                  </a:cubicBezTo>
                  <a:cubicBezTo>
                    <a:pt x="1554" y="2572"/>
                    <a:pt x="1721" y="2540"/>
                    <a:pt x="1880" y="2473"/>
                  </a:cubicBezTo>
                  <a:cubicBezTo>
                    <a:pt x="2361" y="2276"/>
                    <a:pt x="2674" y="1806"/>
                    <a:pt x="2674" y="1285"/>
                  </a:cubicBezTo>
                  <a:cubicBezTo>
                    <a:pt x="2674" y="575"/>
                    <a:pt x="2099" y="0"/>
                    <a:pt x="1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8"/>
            <p:cNvSpPr/>
            <p:nvPr/>
          </p:nvSpPr>
          <p:spPr>
            <a:xfrm>
              <a:off x="2533807" y="2167735"/>
              <a:ext cx="34675" cy="69350"/>
            </a:xfrm>
            <a:custGeom>
              <a:rect b="b" l="l" r="r" t="t"/>
              <a:pathLst>
                <a:path extrusionOk="0" h="2574" w="1287">
                  <a:moveTo>
                    <a:pt x="1" y="0"/>
                  </a:moveTo>
                  <a:lnTo>
                    <a:pt x="1" y="818"/>
                  </a:lnTo>
                  <a:cubicBezTo>
                    <a:pt x="4" y="818"/>
                    <a:pt x="7" y="818"/>
                    <a:pt x="11" y="818"/>
                  </a:cubicBezTo>
                  <a:cubicBezTo>
                    <a:pt x="268" y="818"/>
                    <a:pt x="481" y="1027"/>
                    <a:pt x="481" y="1285"/>
                  </a:cubicBezTo>
                  <a:cubicBezTo>
                    <a:pt x="481" y="1547"/>
                    <a:pt x="268" y="1755"/>
                    <a:pt x="11" y="1755"/>
                  </a:cubicBezTo>
                  <a:cubicBezTo>
                    <a:pt x="7" y="1755"/>
                    <a:pt x="4" y="1755"/>
                    <a:pt x="1" y="1755"/>
                  </a:cubicBezTo>
                  <a:lnTo>
                    <a:pt x="1" y="2573"/>
                  </a:lnTo>
                  <a:cubicBezTo>
                    <a:pt x="711" y="2573"/>
                    <a:pt x="1286" y="1995"/>
                    <a:pt x="1286" y="1285"/>
                  </a:cubicBezTo>
                  <a:cubicBezTo>
                    <a:pt x="1286" y="575"/>
                    <a:pt x="711"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8"/>
            <p:cNvSpPr/>
            <p:nvPr/>
          </p:nvSpPr>
          <p:spPr>
            <a:xfrm>
              <a:off x="2369269" y="2215019"/>
              <a:ext cx="329210" cy="329210"/>
            </a:xfrm>
            <a:custGeom>
              <a:rect b="b" l="l" r="r" t="t"/>
              <a:pathLst>
                <a:path extrusionOk="0" h="12219" w="12219">
                  <a:moveTo>
                    <a:pt x="6108" y="0"/>
                  </a:moveTo>
                  <a:cubicBezTo>
                    <a:pt x="2735" y="0"/>
                    <a:pt x="0" y="2733"/>
                    <a:pt x="0" y="6108"/>
                  </a:cubicBezTo>
                  <a:cubicBezTo>
                    <a:pt x="0" y="9483"/>
                    <a:pt x="2733" y="12218"/>
                    <a:pt x="6108" y="12218"/>
                  </a:cubicBezTo>
                  <a:cubicBezTo>
                    <a:pt x="9480" y="12218"/>
                    <a:pt x="12218" y="9483"/>
                    <a:pt x="12218" y="6108"/>
                  </a:cubicBezTo>
                  <a:cubicBezTo>
                    <a:pt x="12218" y="2735"/>
                    <a:pt x="9483" y="0"/>
                    <a:pt x="6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8"/>
            <p:cNvSpPr/>
            <p:nvPr/>
          </p:nvSpPr>
          <p:spPr>
            <a:xfrm>
              <a:off x="2533807" y="2215019"/>
              <a:ext cx="164592" cy="329210"/>
            </a:xfrm>
            <a:custGeom>
              <a:rect b="b" l="l" r="r" t="t"/>
              <a:pathLst>
                <a:path extrusionOk="0" h="12219" w="6109">
                  <a:moveTo>
                    <a:pt x="1" y="0"/>
                  </a:moveTo>
                  <a:lnTo>
                    <a:pt x="1" y="12218"/>
                  </a:lnTo>
                  <a:cubicBezTo>
                    <a:pt x="3368" y="12218"/>
                    <a:pt x="6108" y="9475"/>
                    <a:pt x="6108" y="6108"/>
                  </a:cubicBezTo>
                  <a:cubicBezTo>
                    <a:pt x="6108" y="2741"/>
                    <a:pt x="3368"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8"/>
            <p:cNvSpPr/>
            <p:nvPr/>
          </p:nvSpPr>
          <p:spPr>
            <a:xfrm>
              <a:off x="2407231" y="2262222"/>
              <a:ext cx="243964" cy="234723"/>
            </a:xfrm>
            <a:custGeom>
              <a:rect b="b" l="l" r="r" t="t"/>
              <a:pathLst>
                <a:path extrusionOk="0" h="8712" w="9055">
                  <a:moveTo>
                    <a:pt x="4699" y="0"/>
                  </a:moveTo>
                  <a:cubicBezTo>
                    <a:pt x="2936" y="0"/>
                    <a:pt x="1348" y="1062"/>
                    <a:pt x="673" y="2690"/>
                  </a:cubicBezTo>
                  <a:cubicBezTo>
                    <a:pt x="1" y="4318"/>
                    <a:pt x="373" y="6192"/>
                    <a:pt x="1618" y="7437"/>
                  </a:cubicBezTo>
                  <a:cubicBezTo>
                    <a:pt x="2451" y="8270"/>
                    <a:pt x="3566" y="8712"/>
                    <a:pt x="4700" y="8712"/>
                  </a:cubicBezTo>
                  <a:cubicBezTo>
                    <a:pt x="5261" y="8712"/>
                    <a:pt x="5826" y="8604"/>
                    <a:pt x="6365" y="8382"/>
                  </a:cubicBezTo>
                  <a:cubicBezTo>
                    <a:pt x="7993" y="7707"/>
                    <a:pt x="9054" y="6119"/>
                    <a:pt x="9054" y="4356"/>
                  </a:cubicBezTo>
                  <a:cubicBezTo>
                    <a:pt x="9054" y="1950"/>
                    <a:pt x="7105" y="0"/>
                    <a:pt x="46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8"/>
            <p:cNvSpPr/>
            <p:nvPr/>
          </p:nvSpPr>
          <p:spPr>
            <a:xfrm>
              <a:off x="2533807" y="2262222"/>
              <a:ext cx="117388" cy="234777"/>
            </a:xfrm>
            <a:custGeom>
              <a:rect b="b" l="l" r="r" t="t"/>
              <a:pathLst>
                <a:path extrusionOk="0" h="8714" w="4357">
                  <a:moveTo>
                    <a:pt x="1" y="0"/>
                  </a:moveTo>
                  <a:lnTo>
                    <a:pt x="1" y="8714"/>
                  </a:lnTo>
                  <a:cubicBezTo>
                    <a:pt x="2407" y="8714"/>
                    <a:pt x="4356" y="6762"/>
                    <a:pt x="4356" y="4356"/>
                  </a:cubicBezTo>
                  <a:cubicBezTo>
                    <a:pt x="4356" y="1950"/>
                    <a:pt x="2407" y="0"/>
                    <a:pt x="1" y="0"/>
                  </a:cubicBezTo>
                  <a:close/>
                </a:path>
              </a:pathLst>
            </a:custGeom>
            <a:solidFill>
              <a:srgbClr val="EFE9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8"/>
            <p:cNvSpPr/>
            <p:nvPr/>
          </p:nvSpPr>
          <p:spPr>
            <a:xfrm>
              <a:off x="2485446" y="2368510"/>
              <a:ext cx="96697" cy="128489"/>
            </a:xfrm>
            <a:custGeom>
              <a:rect b="b" l="l" r="r" t="t"/>
              <a:pathLst>
                <a:path extrusionOk="0" h="4769" w="3589">
                  <a:moveTo>
                    <a:pt x="478" y="0"/>
                  </a:moveTo>
                  <a:cubicBezTo>
                    <a:pt x="197" y="0"/>
                    <a:pt x="0" y="276"/>
                    <a:pt x="89" y="540"/>
                  </a:cubicBezTo>
                  <a:lnTo>
                    <a:pt x="1407" y="4488"/>
                  </a:lnTo>
                  <a:cubicBezTo>
                    <a:pt x="1461" y="4655"/>
                    <a:pt x="1617" y="4768"/>
                    <a:pt x="1794" y="4769"/>
                  </a:cubicBezTo>
                  <a:lnTo>
                    <a:pt x="1794" y="4769"/>
                  </a:lnTo>
                  <a:cubicBezTo>
                    <a:pt x="1969" y="4768"/>
                    <a:pt x="2125" y="4655"/>
                    <a:pt x="2182" y="4488"/>
                  </a:cubicBezTo>
                  <a:lnTo>
                    <a:pt x="3500" y="540"/>
                  </a:lnTo>
                  <a:cubicBezTo>
                    <a:pt x="3589" y="276"/>
                    <a:pt x="3389" y="0"/>
                    <a:pt x="3111" y="0"/>
                  </a:cubicBezTo>
                  <a:close/>
                  <a:moveTo>
                    <a:pt x="1794" y="4769"/>
                  </a:moveTo>
                  <a:cubicBezTo>
                    <a:pt x="1794" y="4769"/>
                    <a:pt x="1794" y="4769"/>
                    <a:pt x="1793" y="4769"/>
                  </a:cubicBezTo>
                  <a:lnTo>
                    <a:pt x="1796" y="4769"/>
                  </a:lnTo>
                  <a:cubicBezTo>
                    <a:pt x="1795" y="4769"/>
                    <a:pt x="1795" y="4769"/>
                    <a:pt x="1794" y="476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8"/>
            <p:cNvSpPr/>
            <p:nvPr/>
          </p:nvSpPr>
          <p:spPr>
            <a:xfrm>
              <a:off x="2533753" y="2368510"/>
              <a:ext cx="48389" cy="128489"/>
            </a:xfrm>
            <a:custGeom>
              <a:rect b="b" l="l" r="r" t="t"/>
              <a:pathLst>
                <a:path extrusionOk="0" h="4769" w="1796">
                  <a:moveTo>
                    <a:pt x="1318" y="0"/>
                  </a:moveTo>
                  <a:lnTo>
                    <a:pt x="1318" y="3"/>
                  </a:lnTo>
                  <a:lnTo>
                    <a:pt x="0" y="3"/>
                  </a:lnTo>
                  <a:lnTo>
                    <a:pt x="0" y="4769"/>
                  </a:lnTo>
                  <a:cubicBezTo>
                    <a:pt x="178" y="4769"/>
                    <a:pt x="335" y="4655"/>
                    <a:pt x="389" y="4488"/>
                  </a:cubicBezTo>
                  <a:lnTo>
                    <a:pt x="1707" y="540"/>
                  </a:lnTo>
                  <a:cubicBezTo>
                    <a:pt x="1796" y="276"/>
                    <a:pt x="1599" y="0"/>
                    <a:pt x="1318"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8"/>
            <p:cNvSpPr/>
            <p:nvPr/>
          </p:nvSpPr>
          <p:spPr>
            <a:xfrm>
              <a:off x="2487331" y="2262249"/>
              <a:ext cx="92925" cy="117335"/>
            </a:xfrm>
            <a:custGeom>
              <a:rect b="b" l="l" r="r" t="t"/>
              <a:pathLst>
                <a:path extrusionOk="0" h="4355" w="3449">
                  <a:moveTo>
                    <a:pt x="1724" y="1"/>
                  </a:moveTo>
                  <a:cubicBezTo>
                    <a:pt x="1562" y="1"/>
                    <a:pt x="1399" y="94"/>
                    <a:pt x="1337" y="280"/>
                  </a:cubicBezTo>
                  <a:lnTo>
                    <a:pt x="19" y="4225"/>
                  </a:lnTo>
                  <a:cubicBezTo>
                    <a:pt x="6" y="4268"/>
                    <a:pt x="0" y="4312"/>
                    <a:pt x="0" y="4355"/>
                  </a:cubicBezTo>
                  <a:lnTo>
                    <a:pt x="3448" y="4355"/>
                  </a:lnTo>
                  <a:cubicBezTo>
                    <a:pt x="3448" y="4312"/>
                    <a:pt x="3443" y="4268"/>
                    <a:pt x="3430" y="4225"/>
                  </a:cubicBezTo>
                  <a:lnTo>
                    <a:pt x="2112" y="280"/>
                  </a:lnTo>
                  <a:cubicBezTo>
                    <a:pt x="2050" y="94"/>
                    <a:pt x="1887" y="1"/>
                    <a:pt x="17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8"/>
            <p:cNvSpPr/>
            <p:nvPr/>
          </p:nvSpPr>
          <p:spPr>
            <a:xfrm>
              <a:off x="2533753" y="2262222"/>
              <a:ext cx="46503" cy="117362"/>
            </a:xfrm>
            <a:custGeom>
              <a:rect b="b" l="l" r="r" t="t"/>
              <a:pathLst>
                <a:path extrusionOk="0" h="4356" w="1726">
                  <a:moveTo>
                    <a:pt x="0" y="0"/>
                  </a:moveTo>
                  <a:lnTo>
                    <a:pt x="0" y="4356"/>
                  </a:lnTo>
                  <a:lnTo>
                    <a:pt x="1725" y="4356"/>
                  </a:lnTo>
                  <a:cubicBezTo>
                    <a:pt x="1725" y="4313"/>
                    <a:pt x="1720" y="4269"/>
                    <a:pt x="1707" y="4226"/>
                  </a:cubicBezTo>
                  <a:lnTo>
                    <a:pt x="389" y="281"/>
                  </a:lnTo>
                  <a:cubicBezTo>
                    <a:pt x="335" y="114"/>
                    <a:pt x="178" y="0"/>
                    <a:pt x="0"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id="534" name="Google Shape;534;p49"/>
          <p:cNvPicPr preferRelativeResize="0"/>
          <p:nvPr/>
        </p:nvPicPr>
        <p:blipFill rotWithShape="1">
          <a:blip r:embed="rId3">
            <a:alphaModFix/>
          </a:blip>
          <a:srcRect b="6516" l="5589" r="0" t="0"/>
          <a:stretch/>
        </p:blipFill>
        <p:spPr>
          <a:xfrm flipH="1">
            <a:off x="7305168" y="535000"/>
            <a:ext cx="1838832" cy="3549151"/>
          </a:xfrm>
          <a:prstGeom prst="rect">
            <a:avLst/>
          </a:prstGeom>
          <a:noFill/>
          <a:ln>
            <a:noFill/>
          </a:ln>
        </p:spPr>
      </p:pic>
      <p:pic>
        <p:nvPicPr>
          <p:cNvPr id="535" name="Google Shape;535;p49"/>
          <p:cNvPicPr preferRelativeResize="0"/>
          <p:nvPr/>
        </p:nvPicPr>
        <p:blipFill rotWithShape="1">
          <a:blip r:embed="rId4">
            <a:alphaModFix/>
          </a:blip>
          <a:srcRect b="63875" l="0" r="19936" t="0"/>
          <a:stretch/>
        </p:blipFill>
        <p:spPr>
          <a:xfrm>
            <a:off x="1507800" y="4014825"/>
            <a:ext cx="7636200" cy="1128675"/>
          </a:xfrm>
          <a:prstGeom prst="rect">
            <a:avLst/>
          </a:prstGeom>
          <a:noFill/>
          <a:ln>
            <a:noFill/>
          </a:ln>
        </p:spPr>
      </p:pic>
      <p:pic>
        <p:nvPicPr>
          <p:cNvPr id="536" name="Google Shape;536;p49"/>
          <p:cNvPicPr preferRelativeResize="0"/>
          <p:nvPr/>
        </p:nvPicPr>
        <p:blipFill rotWithShape="1">
          <a:blip r:embed="rId5">
            <a:alphaModFix/>
          </a:blip>
          <a:srcRect b="10754" l="27756" r="0" t="0"/>
          <a:stretch/>
        </p:blipFill>
        <p:spPr>
          <a:xfrm>
            <a:off x="0" y="1570175"/>
            <a:ext cx="3901174" cy="3573324"/>
          </a:xfrm>
          <a:prstGeom prst="rect">
            <a:avLst/>
          </a:prstGeom>
          <a:noFill/>
          <a:ln>
            <a:noFill/>
          </a:ln>
        </p:spPr>
      </p:pic>
      <p:pic>
        <p:nvPicPr>
          <p:cNvPr id="537" name="Google Shape;537;p49"/>
          <p:cNvPicPr preferRelativeResize="0"/>
          <p:nvPr/>
        </p:nvPicPr>
        <p:blipFill>
          <a:blip r:embed="rId6">
            <a:alphaModFix/>
          </a:blip>
          <a:stretch>
            <a:fillRect/>
          </a:stretch>
        </p:blipFill>
        <p:spPr>
          <a:xfrm>
            <a:off x="123250" y="3936775"/>
            <a:ext cx="1040625" cy="1288850"/>
          </a:xfrm>
          <a:prstGeom prst="rect">
            <a:avLst/>
          </a:prstGeom>
          <a:noFill/>
          <a:ln>
            <a:noFill/>
          </a:ln>
        </p:spPr>
      </p:pic>
      <p:sp>
        <p:nvSpPr>
          <p:cNvPr id="538" name="Google Shape;538;p4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Known to </a:t>
            </a:r>
            <a:r>
              <a:rPr lang="en"/>
              <a:t>unknown ratios</a:t>
            </a:r>
            <a:endParaRPr/>
          </a:p>
        </p:txBody>
      </p:sp>
      <p:sp>
        <p:nvSpPr>
          <p:cNvPr id="539" name="Google Shape;539;p49"/>
          <p:cNvSpPr txBox="1"/>
          <p:nvPr>
            <p:ph idx="1" type="subTitle"/>
          </p:nvPr>
        </p:nvSpPr>
        <p:spPr>
          <a:xfrm>
            <a:off x="1329775" y="211727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540" name="Google Shape;540;p49"/>
          <p:cNvSpPr txBox="1"/>
          <p:nvPr>
            <p:ph idx="2" type="subTitle"/>
          </p:nvPr>
        </p:nvSpPr>
        <p:spPr>
          <a:xfrm>
            <a:off x="4976225" y="210572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Limitation</a:t>
            </a:r>
            <a:endParaRPr/>
          </a:p>
        </p:txBody>
      </p:sp>
      <p:sp>
        <p:nvSpPr>
          <p:cNvPr id="541" name="Google Shape;541;p49"/>
          <p:cNvSpPr txBox="1"/>
          <p:nvPr>
            <p:ph idx="4" type="subTitle"/>
          </p:nvPr>
        </p:nvSpPr>
        <p:spPr>
          <a:xfrm>
            <a:off x="4976225" y="267842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number of undiscovered species is difficult to estimate, and some groups are less studied than others. </a:t>
            </a:r>
            <a:endParaRPr/>
          </a:p>
        </p:txBody>
      </p:sp>
      <p:grpSp>
        <p:nvGrpSpPr>
          <p:cNvPr id="542" name="Google Shape;542;p49"/>
          <p:cNvGrpSpPr/>
          <p:nvPr/>
        </p:nvGrpSpPr>
        <p:grpSpPr>
          <a:xfrm>
            <a:off x="6129553" y="1511248"/>
            <a:ext cx="531326" cy="521256"/>
            <a:chOff x="6405310" y="2769064"/>
            <a:chExt cx="383823" cy="376521"/>
          </a:xfrm>
        </p:grpSpPr>
        <p:sp>
          <p:nvSpPr>
            <p:cNvPr id="543" name="Google Shape;543;p49"/>
            <p:cNvSpPr/>
            <p:nvPr/>
          </p:nvSpPr>
          <p:spPr>
            <a:xfrm>
              <a:off x="6425598" y="2981668"/>
              <a:ext cx="151848" cy="149719"/>
            </a:xfrm>
            <a:custGeom>
              <a:rect b="b" l="l" r="r" t="t"/>
              <a:pathLst>
                <a:path extrusionOk="0" h="5557" w="5636">
                  <a:moveTo>
                    <a:pt x="5187" y="1"/>
                  </a:moveTo>
                  <a:cubicBezTo>
                    <a:pt x="5082" y="1"/>
                    <a:pt x="4977" y="41"/>
                    <a:pt x="4896" y="120"/>
                  </a:cubicBezTo>
                  <a:lnTo>
                    <a:pt x="160" y="4856"/>
                  </a:lnTo>
                  <a:cubicBezTo>
                    <a:pt x="1" y="5016"/>
                    <a:pt x="1" y="5275"/>
                    <a:pt x="160" y="5437"/>
                  </a:cubicBezTo>
                  <a:cubicBezTo>
                    <a:pt x="240" y="5516"/>
                    <a:pt x="344" y="5556"/>
                    <a:pt x="449" y="5556"/>
                  </a:cubicBezTo>
                  <a:cubicBezTo>
                    <a:pt x="554" y="5556"/>
                    <a:pt x="659" y="5516"/>
                    <a:pt x="740" y="5437"/>
                  </a:cubicBezTo>
                  <a:lnTo>
                    <a:pt x="5476" y="701"/>
                  </a:lnTo>
                  <a:cubicBezTo>
                    <a:pt x="5636" y="541"/>
                    <a:pt x="5636" y="282"/>
                    <a:pt x="5476" y="123"/>
                  </a:cubicBezTo>
                  <a:lnTo>
                    <a:pt x="5476" y="120"/>
                  </a:lnTo>
                  <a:cubicBezTo>
                    <a:pt x="5397" y="41"/>
                    <a:pt x="5292" y="1"/>
                    <a:pt x="51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9"/>
            <p:cNvSpPr/>
            <p:nvPr/>
          </p:nvSpPr>
          <p:spPr>
            <a:xfrm>
              <a:off x="6405310" y="2769064"/>
              <a:ext cx="383823" cy="376521"/>
            </a:xfrm>
            <a:custGeom>
              <a:rect b="b" l="l" r="r" t="t"/>
              <a:pathLst>
                <a:path extrusionOk="0" h="13975" w="14246">
                  <a:moveTo>
                    <a:pt x="9364" y="0"/>
                  </a:moveTo>
                  <a:cubicBezTo>
                    <a:pt x="8997" y="0"/>
                    <a:pt x="8813" y="440"/>
                    <a:pt x="9073" y="699"/>
                  </a:cubicBezTo>
                  <a:lnTo>
                    <a:pt x="9510" y="1139"/>
                  </a:lnTo>
                  <a:cubicBezTo>
                    <a:pt x="9686" y="1323"/>
                    <a:pt x="9683" y="1612"/>
                    <a:pt x="9502" y="1793"/>
                  </a:cubicBezTo>
                  <a:cubicBezTo>
                    <a:pt x="9411" y="1883"/>
                    <a:pt x="9292" y="1929"/>
                    <a:pt x="9172" y="1929"/>
                  </a:cubicBezTo>
                  <a:cubicBezTo>
                    <a:pt x="9055" y="1929"/>
                    <a:pt x="8939" y="1886"/>
                    <a:pt x="8849" y="1801"/>
                  </a:cubicBezTo>
                  <a:lnTo>
                    <a:pt x="7347" y="300"/>
                  </a:lnTo>
                  <a:cubicBezTo>
                    <a:pt x="7271" y="221"/>
                    <a:pt x="7165" y="178"/>
                    <a:pt x="7057" y="178"/>
                  </a:cubicBezTo>
                  <a:cubicBezTo>
                    <a:pt x="7035" y="178"/>
                    <a:pt x="7013" y="180"/>
                    <a:pt x="6991" y="184"/>
                  </a:cubicBezTo>
                  <a:cubicBezTo>
                    <a:pt x="6297" y="297"/>
                    <a:pt x="5611" y="475"/>
                    <a:pt x="4950" y="713"/>
                  </a:cubicBezTo>
                  <a:cubicBezTo>
                    <a:pt x="4666" y="815"/>
                    <a:pt x="4585" y="1177"/>
                    <a:pt x="4798" y="1388"/>
                  </a:cubicBezTo>
                  <a:lnTo>
                    <a:pt x="5865" y="2454"/>
                  </a:lnTo>
                  <a:cubicBezTo>
                    <a:pt x="6038" y="2638"/>
                    <a:pt x="6035" y="2927"/>
                    <a:pt x="5857" y="3108"/>
                  </a:cubicBezTo>
                  <a:cubicBezTo>
                    <a:pt x="5765" y="3199"/>
                    <a:pt x="5644" y="3245"/>
                    <a:pt x="5524" y="3245"/>
                  </a:cubicBezTo>
                  <a:cubicBezTo>
                    <a:pt x="5409" y="3245"/>
                    <a:pt x="5293" y="3202"/>
                    <a:pt x="5203" y="3116"/>
                  </a:cubicBezTo>
                  <a:lnTo>
                    <a:pt x="3694" y="1607"/>
                  </a:lnTo>
                  <a:cubicBezTo>
                    <a:pt x="3615" y="1528"/>
                    <a:pt x="3509" y="1486"/>
                    <a:pt x="3403" y="1486"/>
                  </a:cubicBezTo>
                  <a:cubicBezTo>
                    <a:pt x="3331" y="1486"/>
                    <a:pt x="3259" y="1505"/>
                    <a:pt x="3194" y="1545"/>
                  </a:cubicBezTo>
                  <a:cubicBezTo>
                    <a:pt x="2663" y="1863"/>
                    <a:pt x="2163" y="2233"/>
                    <a:pt x="1704" y="2646"/>
                  </a:cubicBezTo>
                  <a:cubicBezTo>
                    <a:pt x="1531" y="2803"/>
                    <a:pt x="1523" y="3075"/>
                    <a:pt x="1691" y="3240"/>
                  </a:cubicBezTo>
                  <a:lnTo>
                    <a:pt x="3095" y="4647"/>
                  </a:lnTo>
                  <a:cubicBezTo>
                    <a:pt x="3270" y="4831"/>
                    <a:pt x="3267" y="5119"/>
                    <a:pt x="3086" y="5300"/>
                  </a:cubicBezTo>
                  <a:cubicBezTo>
                    <a:pt x="2996" y="5391"/>
                    <a:pt x="2875" y="5437"/>
                    <a:pt x="2755" y="5437"/>
                  </a:cubicBezTo>
                  <a:cubicBezTo>
                    <a:pt x="2639" y="5437"/>
                    <a:pt x="2523" y="5395"/>
                    <a:pt x="2433" y="5308"/>
                  </a:cubicBezTo>
                  <a:lnTo>
                    <a:pt x="1207" y="4080"/>
                  </a:lnTo>
                  <a:cubicBezTo>
                    <a:pt x="1125" y="3998"/>
                    <a:pt x="1020" y="3959"/>
                    <a:pt x="917" y="3959"/>
                  </a:cubicBezTo>
                  <a:cubicBezTo>
                    <a:pt x="758" y="3959"/>
                    <a:pt x="603" y="4050"/>
                    <a:pt x="538" y="4215"/>
                  </a:cubicBezTo>
                  <a:cubicBezTo>
                    <a:pt x="0" y="5549"/>
                    <a:pt x="281" y="7074"/>
                    <a:pt x="1261" y="8127"/>
                  </a:cubicBezTo>
                  <a:cubicBezTo>
                    <a:pt x="1975" y="8894"/>
                    <a:pt x="2964" y="9310"/>
                    <a:pt x="3977" y="9310"/>
                  </a:cubicBezTo>
                  <a:cubicBezTo>
                    <a:pt x="4357" y="9310"/>
                    <a:pt x="4739" y="9252"/>
                    <a:pt x="5112" y="9132"/>
                  </a:cubicBezTo>
                  <a:lnTo>
                    <a:pt x="5112" y="9132"/>
                  </a:lnTo>
                  <a:cubicBezTo>
                    <a:pt x="4671" y="10501"/>
                    <a:pt x="5063" y="11999"/>
                    <a:pt x="6116" y="12979"/>
                  </a:cubicBezTo>
                  <a:cubicBezTo>
                    <a:pt x="6815" y="13630"/>
                    <a:pt x="7722" y="13974"/>
                    <a:pt x="8643" y="13974"/>
                  </a:cubicBezTo>
                  <a:cubicBezTo>
                    <a:pt x="9109" y="13974"/>
                    <a:pt x="9578" y="13886"/>
                    <a:pt x="10026" y="13706"/>
                  </a:cubicBezTo>
                  <a:cubicBezTo>
                    <a:pt x="10298" y="13595"/>
                    <a:pt x="10371" y="13244"/>
                    <a:pt x="10163" y="13036"/>
                  </a:cubicBezTo>
                  <a:lnTo>
                    <a:pt x="8935" y="11808"/>
                  </a:lnTo>
                  <a:cubicBezTo>
                    <a:pt x="8759" y="11624"/>
                    <a:pt x="8762" y="11335"/>
                    <a:pt x="8943" y="11154"/>
                  </a:cubicBezTo>
                  <a:cubicBezTo>
                    <a:pt x="9034" y="11063"/>
                    <a:pt x="9154" y="11017"/>
                    <a:pt x="9274" y="11017"/>
                  </a:cubicBezTo>
                  <a:cubicBezTo>
                    <a:pt x="9390" y="11017"/>
                    <a:pt x="9506" y="11060"/>
                    <a:pt x="9596" y="11146"/>
                  </a:cubicBezTo>
                  <a:lnTo>
                    <a:pt x="11003" y="12553"/>
                  </a:lnTo>
                  <a:cubicBezTo>
                    <a:pt x="11083" y="12633"/>
                    <a:pt x="11188" y="12673"/>
                    <a:pt x="11293" y="12673"/>
                  </a:cubicBezTo>
                  <a:cubicBezTo>
                    <a:pt x="11404" y="12673"/>
                    <a:pt x="11514" y="12628"/>
                    <a:pt x="11595" y="12539"/>
                  </a:cubicBezTo>
                  <a:cubicBezTo>
                    <a:pt x="12010" y="12078"/>
                    <a:pt x="12380" y="11581"/>
                    <a:pt x="12699" y="11049"/>
                  </a:cubicBezTo>
                  <a:cubicBezTo>
                    <a:pt x="12796" y="10887"/>
                    <a:pt x="12769" y="10682"/>
                    <a:pt x="12637" y="10549"/>
                  </a:cubicBezTo>
                  <a:lnTo>
                    <a:pt x="11127" y="9040"/>
                  </a:lnTo>
                  <a:cubicBezTo>
                    <a:pt x="10941" y="8859"/>
                    <a:pt x="10941" y="8559"/>
                    <a:pt x="11125" y="8376"/>
                  </a:cubicBezTo>
                  <a:cubicBezTo>
                    <a:pt x="11216" y="8284"/>
                    <a:pt x="11336" y="8238"/>
                    <a:pt x="11457" y="8238"/>
                  </a:cubicBezTo>
                  <a:cubicBezTo>
                    <a:pt x="11577" y="8238"/>
                    <a:pt x="11698" y="8285"/>
                    <a:pt x="11789" y="8378"/>
                  </a:cubicBezTo>
                  <a:lnTo>
                    <a:pt x="12855" y="9445"/>
                  </a:lnTo>
                  <a:cubicBezTo>
                    <a:pt x="12937" y="9526"/>
                    <a:pt x="13041" y="9565"/>
                    <a:pt x="13143" y="9565"/>
                  </a:cubicBezTo>
                  <a:cubicBezTo>
                    <a:pt x="13307" y="9565"/>
                    <a:pt x="13468" y="9468"/>
                    <a:pt x="13531" y="9294"/>
                  </a:cubicBezTo>
                  <a:cubicBezTo>
                    <a:pt x="13768" y="8630"/>
                    <a:pt x="13944" y="7946"/>
                    <a:pt x="14060" y="7253"/>
                  </a:cubicBezTo>
                  <a:cubicBezTo>
                    <a:pt x="14079" y="7120"/>
                    <a:pt x="14038" y="6988"/>
                    <a:pt x="13944" y="6896"/>
                  </a:cubicBezTo>
                  <a:lnTo>
                    <a:pt x="12442" y="5395"/>
                  </a:lnTo>
                  <a:cubicBezTo>
                    <a:pt x="12253" y="5214"/>
                    <a:pt x="12251" y="4912"/>
                    <a:pt x="12434" y="4725"/>
                  </a:cubicBezTo>
                  <a:cubicBezTo>
                    <a:pt x="12526" y="4633"/>
                    <a:pt x="12646" y="4587"/>
                    <a:pt x="12766" y="4587"/>
                  </a:cubicBezTo>
                  <a:cubicBezTo>
                    <a:pt x="12889" y="4587"/>
                    <a:pt x="13012" y="4636"/>
                    <a:pt x="13104" y="4733"/>
                  </a:cubicBezTo>
                  <a:lnTo>
                    <a:pt x="13544" y="5173"/>
                  </a:lnTo>
                  <a:cubicBezTo>
                    <a:pt x="13627" y="5256"/>
                    <a:pt x="13730" y="5293"/>
                    <a:pt x="13830" y="5293"/>
                  </a:cubicBezTo>
                  <a:cubicBezTo>
                    <a:pt x="14042" y="5293"/>
                    <a:pt x="14245" y="5129"/>
                    <a:pt x="14243" y="4882"/>
                  </a:cubicBezTo>
                  <a:lnTo>
                    <a:pt x="14241" y="4879"/>
                  </a:lnTo>
                  <a:cubicBezTo>
                    <a:pt x="14230" y="2589"/>
                    <a:pt x="13720" y="886"/>
                    <a:pt x="13698" y="813"/>
                  </a:cubicBezTo>
                  <a:cubicBezTo>
                    <a:pt x="13660" y="683"/>
                    <a:pt x="13558" y="583"/>
                    <a:pt x="13428" y="543"/>
                  </a:cubicBezTo>
                  <a:cubicBezTo>
                    <a:pt x="13358" y="521"/>
                    <a:pt x="11654" y="11"/>
                    <a:pt x="93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9"/>
            <p:cNvSpPr/>
            <p:nvPr/>
          </p:nvSpPr>
          <p:spPr>
            <a:xfrm>
              <a:off x="6531589" y="2786523"/>
              <a:ext cx="257489" cy="359063"/>
            </a:xfrm>
            <a:custGeom>
              <a:rect b="b" l="l" r="r" t="t"/>
              <a:pathLst>
                <a:path extrusionOk="0" h="13327" w="9557">
                  <a:moveTo>
                    <a:pt x="8911" y="0"/>
                  </a:moveTo>
                  <a:lnTo>
                    <a:pt x="425" y="8486"/>
                  </a:lnTo>
                  <a:cubicBezTo>
                    <a:pt x="1" y="9807"/>
                    <a:pt x="352" y="11257"/>
                    <a:pt x="1332" y="12240"/>
                  </a:cubicBezTo>
                  <a:cubicBezTo>
                    <a:pt x="2040" y="12950"/>
                    <a:pt x="2988" y="13327"/>
                    <a:pt x="3953" y="13327"/>
                  </a:cubicBezTo>
                  <a:cubicBezTo>
                    <a:pt x="4419" y="13327"/>
                    <a:pt x="4889" y="13239"/>
                    <a:pt x="5339" y="13058"/>
                  </a:cubicBezTo>
                  <a:cubicBezTo>
                    <a:pt x="5611" y="12950"/>
                    <a:pt x="5684" y="12596"/>
                    <a:pt x="5476" y="12388"/>
                  </a:cubicBezTo>
                  <a:lnTo>
                    <a:pt x="4248" y="11160"/>
                  </a:lnTo>
                  <a:cubicBezTo>
                    <a:pt x="4064" y="10979"/>
                    <a:pt x="4064" y="10682"/>
                    <a:pt x="4248" y="10501"/>
                  </a:cubicBezTo>
                  <a:cubicBezTo>
                    <a:pt x="4338" y="10409"/>
                    <a:pt x="4458" y="10363"/>
                    <a:pt x="4578" y="10363"/>
                  </a:cubicBezTo>
                  <a:cubicBezTo>
                    <a:pt x="4697" y="10363"/>
                    <a:pt x="4818" y="10409"/>
                    <a:pt x="4909" y="10501"/>
                  </a:cubicBezTo>
                  <a:lnTo>
                    <a:pt x="6316" y="11905"/>
                  </a:lnTo>
                  <a:cubicBezTo>
                    <a:pt x="6396" y="11986"/>
                    <a:pt x="6500" y="12026"/>
                    <a:pt x="6605" y="12026"/>
                  </a:cubicBezTo>
                  <a:cubicBezTo>
                    <a:pt x="6716" y="12026"/>
                    <a:pt x="6827" y="11980"/>
                    <a:pt x="6908" y="11891"/>
                  </a:cubicBezTo>
                  <a:cubicBezTo>
                    <a:pt x="7323" y="11432"/>
                    <a:pt x="7693" y="10933"/>
                    <a:pt x="8012" y="10401"/>
                  </a:cubicBezTo>
                  <a:cubicBezTo>
                    <a:pt x="8106" y="10242"/>
                    <a:pt x="8082" y="10034"/>
                    <a:pt x="7950" y="9901"/>
                  </a:cubicBezTo>
                  <a:lnTo>
                    <a:pt x="6440" y="8392"/>
                  </a:lnTo>
                  <a:cubicBezTo>
                    <a:pt x="6249" y="8211"/>
                    <a:pt x="6246" y="7909"/>
                    <a:pt x="6432" y="7722"/>
                  </a:cubicBezTo>
                  <a:cubicBezTo>
                    <a:pt x="6524" y="7631"/>
                    <a:pt x="6643" y="7586"/>
                    <a:pt x="6763" y="7586"/>
                  </a:cubicBezTo>
                  <a:cubicBezTo>
                    <a:pt x="6886" y="7586"/>
                    <a:pt x="7010" y="7634"/>
                    <a:pt x="7102" y="7730"/>
                  </a:cubicBezTo>
                  <a:lnTo>
                    <a:pt x="8168" y="8797"/>
                  </a:lnTo>
                  <a:cubicBezTo>
                    <a:pt x="8250" y="8878"/>
                    <a:pt x="8354" y="8917"/>
                    <a:pt x="8456" y="8917"/>
                  </a:cubicBezTo>
                  <a:cubicBezTo>
                    <a:pt x="8620" y="8917"/>
                    <a:pt x="8781" y="8820"/>
                    <a:pt x="8844" y="8646"/>
                  </a:cubicBezTo>
                  <a:cubicBezTo>
                    <a:pt x="9081" y="7984"/>
                    <a:pt x="9257" y="7298"/>
                    <a:pt x="9370" y="6605"/>
                  </a:cubicBezTo>
                  <a:cubicBezTo>
                    <a:pt x="9392" y="6472"/>
                    <a:pt x="9351" y="6340"/>
                    <a:pt x="9257" y="6248"/>
                  </a:cubicBezTo>
                  <a:lnTo>
                    <a:pt x="7755" y="4747"/>
                  </a:lnTo>
                  <a:cubicBezTo>
                    <a:pt x="7566" y="4566"/>
                    <a:pt x="7561" y="4264"/>
                    <a:pt x="7747" y="4077"/>
                  </a:cubicBezTo>
                  <a:cubicBezTo>
                    <a:pt x="7839" y="3985"/>
                    <a:pt x="7959" y="3939"/>
                    <a:pt x="8079" y="3939"/>
                  </a:cubicBezTo>
                  <a:cubicBezTo>
                    <a:pt x="8202" y="3939"/>
                    <a:pt x="8325" y="3988"/>
                    <a:pt x="8417" y="4085"/>
                  </a:cubicBezTo>
                  <a:lnTo>
                    <a:pt x="8857" y="4525"/>
                  </a:lnTo>
                  <a:cubicBezTo>
                    <a:pt x="8940" y="4608"/>
                    <a:pt x="9043" y="4645"/>
                    <a:pt x="9143" y="4645"/>
                  </a:cubicBezTo>
                  <a:cubicBezTo>
                    <a:pt x="9354" y="4645"/>
                    <a:pt x="9556" y="4481"/>
                    <a:pt x="9556" y="4234"/>
                  </a:cubicBezTo>
                  <a:cubicBezTo>
                    <a:pt x="9546" y="1941"/>
                    <a:pt x="9035" y="240"/>
                    <a:pt x="9014" y="167"/>
                  </a:cubicBezTo>
                  <a:cubicBezTo>
                    <a:pt x="8992" y="103"/>
                    <a:pt x="8957" y="46"/>
                    <a:pt x="891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49"/>
          <p:cNvGrpSpPr/>
          <p:nvPr/>
        </p:nvGrpSpPr>
        <p:grpSpPr>
          <a:xfrm>
            <a:off x="2520912" y="1517034"/>
            <a:ext cx="455726" cy="521219"/>
            <a:chOff x="2369269" y="2167735"/>
            <a:chExt cx="329210" cy="376494"/>
          </a:xfrm>
        </p:grpSpPr>
        <p:sp>
          <p:nvSpPr>
            <p:cNvPr id="547" name="Google Shape;547;p49"/>
            <p:cNvSpPr/>
            <p:nvPr/>
          </p:nvSpPr>
          <p:spPr>
            <a:xfrm>
              <a:off x="2496411" y="2167735"/>
              <a:ext cx="72071" cy="69296"/>
            </a:xfrm>
            <a:custGeom>
              <a:rect b="b" l="l" r="r" t="t"/>
              <a:pathLst>
                <a:path extrusionOk="0" h="2572" w="2675">
                  <a:moveTo>
                    <a:pt x="1384" y="818"/>
                  </a:moveTo>
                  <a:cubicBezTo>
                    <a:pt x="1625" y="818"/>
                    <a:pt x="1856" y="1005"/>
                    <a:pt x="1856" y="1288"/>
                  </a:cubicBezTo>
                  <a:cubicBezTo>
                    <a:pt x="1856" y="1547"/>
                    <a:pt x="1645" y="1755"/>
                    <a:pt x="1389" y="1755"/>
                  </a:cubicBezTo>
                  <a:cubicBezTo>
                    <a:pt x="970" y="1755"/>
                    <a:pt x="762" y="1250"/>
                    <a:pt x="1057" y="956"/>
                  </a:cubicBezTo>
                  <a:cubicBezTo>
                    <a:pt x="1152" y="861"/>
                    <a:pt x="1269" y="818"/>
                    <a:pt x="1384" y="818"/>
                  </a:cubicBezTo>
                  <a:close/>
                  <a:moveTo>
                    <a:pt x="1389" y="0"/>
                  </a:moveTo>
                  <a:cubicBezTo>
                    <a:pt x="868" y="0"/>
                    <a:pt x="398" y="313"/>
                    <a:pt x="201" y="794"/>
                  </a:cubicBezTo>
                  <a:cubicBezTo>
                    <a:pt x="1" y="1274"/>
                    <a:pt x="112" y="1828"/>
                    <a:pt x="479" y="2195"/>
                  </a:cubicBezTo>
                  <a:cubicBezTo>
                    <a:pt x="724" y="2441"/>
                    <a:pt x="1053" y="2572"/>
                    <a:pt x="1388" y="2572"/>
                  </a:cubicBezTo>
                  <a:cubicBezTo>
                    <a:pt x="1554" y="2572"/>
                    <a:pt x="1721" y="2540"/>
                    <a:pt x="1880" y="2473"/>
                  </a:cubicBezTo>
                  <a:cubicBezTo>
                    <a:pt x="2361" y="2276"/>
                    <a:pt x="2674" y="1806"/>
                    <a:pt x="2674" y="1285"/>
                  </a:cubicBezTo>
                  <a:cubicBezTo>
                    <a:pt x="2674" y="575"/>
                    <a:pt x="2099" y="0"/>
                    <a:pt x="1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9"/>
            <p:cNvSpPr/>
            <p:nvPr/>
          </p:nvSpPr>
          <p:spPr>
            <a:xfrm>
              <a:off x="2533807" y="2167735"/>
              <a:ext cx="34675" cy="69350"/>
            </a:xfrm>
            <a:custGeom>
              <a:rect b="b" l="l" r="r" t="t"/>
              <a:pathLst>
                <a:path extrusionOk="0" h="2574" w="1287">
                  <a:moveTo>
                    <a:pt x="1" y="0"/>
                  </a:moveTo>
                  <a:lnTo>
                    <a:pt x="1" y="818"/>
                  </a:lnTo>
                  <a:cubicBezTo>
                    <a:pt x="4" y="818"/>
                    <a:pt x="7" y="818"/>
                    <a:pt x="11" y="818"/>
                  </a:cubicBezTo>
                  <a:cubicBezTo>
                    <a:pt x="268" y="818"/>
                    <a:pt x="481" y="1027"/>
                    <a:pt x="481" y="1285"/>
                  </a:cubicBezTo>
                  <a:cubicBezTo>
                    <a:pt x="481" y="1547"/>
                    <a:pt x="268" y="1755"/>
                    <a:pt x="11" y="1755"/>
                  </a:cubicBezTo>
                  <a:cubicBezTo>
                    <a:pt x="7" y="1755"/>
                    <a:pt x="4" y="1755"/>
                    <a:pt x="1" y="1755"/>
                  </a:cubicBezTo>
                  <a:lnTo>
                    <a:pt x="1" y="2573"/>
                  </a:lnTo>
                  <a:cubicBezTo>
                    <a:pt x="711" y="2573"/>
                    <a:pt x="1286" y="1995"/>
                    <a:pt x="1286" y="1285"/>
                  </a:cubicBezTo>
                  <a:cubicBezTo>
                    <a:pt x="1286" y="575"/>
                    <a:pt x="711"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9"/>
            <p:cNvSpPr/>
            <p:nvPr/>
          </p:nvSpPr>
          <p:spPr>
            <a:xfrm>
              <a:off x="2369269" y="2215019"/>
              <a:ext cx="329210" cy="329210"/>
            </a:xfrm>
            <a:custGeom>
              <a:rect b="b" l="l" r="r" t="t"/>
              <a:pathLst>
                <a:path extrusionOk="0" h="12219" w="12219">
                  <a:moveTo>
                    <a:pt x="6108" y="0"/>
                  </a:moveTo>
                  <a:cubicBezTo>
                    <a:pt x="2735" y="0"/>
                    <a:pt x="0" y="2733"/>
                    <a:pt x="0" y="6108"/>
                  </a:cubicBezTo>
                  <a:cubicBezTo>
                    <a:pt x="0" y="9483"/>
                    <a:pt x="2733" y="12218"/>
                    <a:pt x="6108" y="12218"/>
                  </a:cubicBezTo>
                  <a:cubicBezTo>
                    <a:pt x="9480" y="12218"/>
                    <a:pt x="12218" y="9483"/>
                    <a:pt x="12218" y="6108"/>
                  </a:cubicBezTo>
                  <a:cubicBezTo>
                    <a:pt x="12218" y="2735"/>
                    <a:pt x="9483" y="0"/>
                    <a:pt x="6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9"/>
            <p:cNvSpPr/>
            <p:nvPr/>
          </p:nvSpPr>
          <p:spPr>
            <a:xfrm>
              <a:off x="2533807" y="2215019"/>
              <a:ext cx="164592" cy="329210"/>
            </a:xfrm>
            <a:custGeom>
              <a:rect b="b" l="l" r="r" t="t"/>
              <a:pathLst>
                <a:path extrusionOk="0" h="12219" w="6109">
                  <a:moveTo>
                    <a:pt x="1" y="0"/>
                  </a:moveTo>
                  <a:lnTo>
                    <a:pt x="1" y="12218"/>
                  </a:lnTo>
                  <a:cubicBezTo>
                    <a:pt x="3368" y="12218"/>
                    <a:pt x="6108" y="9475"/>
                    <a:pt x="6108" y="6108"/>
                  </a:cubicBezTo>
                  <a:cubicBezTo>
                    <a:pt x="6108" y="2741"/>
                    <a:pt x="3368"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9"/>
            <p:cNvSpPr/>
            <p:nvPr/>
          </p:nvSpPr>
          <p:spPr>
            <a:xfrm>
              <a:off x="2407231" y="2262222"/>
              <a:ext cx="243964" cy="234723"/>
            </a:xfrm>
            <a:custGeom>
              <a:rect b="b" l="l" r="r" t="t"/>
              <a:pathLst>
                <a:path extrusionOk="0" h="8712" w="9055">
                  <a:moveTo>
                    <a:pt x="4699" y="0"/>
                  </a:moveTo>
                  <a:cubicBezTo>
                    <a:pt x="2936" y="0"/>
                    <a:pt x="1348" y="1062"/>
                    <a:pt x="673" y="2690"/>
                  </a:cubicBezTo>
                  <a:cubicBezTo>
                    <a:pt x="1" y="4318"/>
                    <a:pt x="373" y="6192"/>
                    <a:pt x="1618" y="7437"/>
                  </a:cubicBezTo>
                  <a:cubicBezTo>
                    <a:pt x="2451" y="8270"/>
                    <a:pt x="3566" y="8712"/>
                    <a:pt x="4700" y="8712"/>
                  </a:cubicBezTo>
                  <a:cubicBezTo>
                    <a:pt x="5261" y="8712"/>
                    <a:pt x="5826" y="8604"/>
                    <a:pt x="6365" y="8382"/>
                  </a:cubicBezTo>
                  <a:cubicBezTo>
                    <a:pt x="7993" y="7707"/>
                    <a:pt x="9054" y="6119"/>
                    <a:pt x="9054" y="4356"/>
                  </a:cubicBezTo>
                  <a:cubicBezTo>
                    <a:pt x="9054" y="1950"/>
                    <a:pt x="7105" y="0"/>
                    <a:pt x="46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9"/>
            <p:cNvSpPr/>
            <p:nvPr/>
          </p:nvSpPr>
          <p:spPr>
            <a:xfrm>
              <a:off x="2533807" y="2262222"/>
              <a:ext cx="117388" cy="234777"/>
            </a:xfrm>
            <a:custGeom>
              <a:rect b="b" l="l" r="r" t="t"/>
              <a:pathLst>
                <a:path extrusionOk="0" h="8714" w="4357">
                  <a:moveTo>
                    <a:pt x="1" y="0"/>
                  </a:moveTo>
                  <a:lnTo>
                    <a:pt x="1" y="8714"/>
                  </a:lnTo>
                  <a:cubicBezTo>
                    <a:pt x="2407" y="8714"/>
                    <a:pt x="4356" y="6762"/>
                    <a:pt x="4356" y="4356"/>
                  </a:cubicBezTo>
                  <a:cubicBezTo>
                    <a:pt x="4356" y="1950"/>
                    <a:pt x="2407" y="0"/>
                    <a:pt x="1" y="0"/>
                  </a:cubicBezTo>
                  <a:close/>
                </a:path>
              </a:pathLst>
            </a:custGeom>
            <a:solidFill>
              <a:srgbClr val="EFE9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9"/>
            <p:cNvSpPr/>
            <p:nvPr/>
          </p:nvSpPr>
          <p:spPr>
            <a:xfrm>
              <a:off x="2485446" y="2368510"/>
              <a:ext cx="96697" cy="128489"/>
            </a:xfrm>
            <a:custGeom>
              <a:rect b="b" l="l" r="r" t="t"/>
              <a:pathLst>
                <a:path extrusionOk="0" h="4769" w="3589">
                  <a:moveTo>
                    <a:pt x="478" y="0"/>
                  </a:moveTo>
                  <a:cubicBezTo>
                    <a:pt x="197" y="0"/>
                    <a:pt x="0" y="276"/>
                    <a:pt x="89" y="540"/>
                  </a:cubicBezTo>
                  <a:lnTo>
                    <a:pt x="1407" y="4488"/>
                  </a:lnTo>
                  <a:cubicBezTo>
                    <a:pt x="1461" y="4655"/>
                    <a:pt x="1617" y="4768"/>
                    <a:pt x="1794" y="4769"/>
                  </a:cubicBezTo>
                  <a:lnTo>
                    <a:pt x="1794" y="4769"/>
                  </a:lnTo>
                  <a:cubicBezTo>
                    <a:pt x="1969" y="4768"/>
                    <a:pt x="2125" y="4655"/>
                    <a:pt x="2182" y="4488"/>
                  </a:cubicBezTo>
                  <a:lnTo>
                    <a:pt x="3500" y="540"/>
                  </a:lnTo>
                  <a:cubicBezTo>
                    <a:pt x="3589" y="276"/>
                    <a:pt x="3389" y="0"/>
                    <a:pt x="3111" y="0"/>
                  </a:cubicBezTo>
                  <a:close/>
                  <a:moveTo>
                    <a:pt x="1794" y="4769"/>
                  </a:moveTo>
                  <a:cubicBezTo>
                    <a:pt x="1794" y="4769"/>
                    <a:pt x="1794" y="4769"/>
                    <a:pt x="1793" y="4769"/>
                  </a:cubicBezTo>
                  <a:lnTo>
                    <a:pt x="1796" y="4769"/>
                  </a:lnTo>
                  <a:cubicBezTo>
                    <a:pt x="1795" y="4769"/>
                    <a:pt x="1795" y="4769"/>
                    <a:pt x="1794" y="476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9"/>
            <p:cNvSpPr/>
            <p:nvPr/>
          </p:nvSpPr>
          <p:spPr>
            <a:xfrm>
              <a:off x="2533753" y="2368510"/>
              <a:ext cx="48389" cy="128489"/>
            </a:xfrm>
            <a:custGeom>
              <a:rect b="b" l="l" r="r" t="t"/>
              <a:pathLst>
                <a:path extrusionOk="0" h="4769" w="1796">
                  <a:moveTo>
                    <a:pt x="1318" y="0"/>
                  </a:moveTo>
                  <a:lnTo>
                    <a:pt x="1318" y="3"/>
                  </a:lnTo>
                  <a:lnTo>
                    <a:pt x="0" y="3"/>
                  </a:lnTo>
                  <a:lnTo>
                    <a:pt x="0" y="4769"/>
                  </a:lnTo>
                  <a:cubicBezTo>
                    <a:pt x="178" y="4769"/>
                    <a:pt x="335" y="4655"/>
                    <a:pt x="389" y="4488"/>
                  </a:cubicBezTo>
                  <a:lnTo>
                    <a:pt x="1707" y="540"/>
                  </a:lnTo>
                  <a:cubicBezTo>
                    <a:pt x="1796" y="276"/>
                    <a:pt x="1599" y="0"/>
                    <a:pt x="1318"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9"/>
            <p:cNvSpPr/>
            <p:nvPr/>
          </p:nvSpPr>
          <p:spPr>
            <a:xfrm>
              <a:off x="2487331" y="2262249"/>
              <a:ext cx="92925" cy="117335"/>
            </a:xfrm>
            <a:custGeom>
              <a:rect b="b" l="l" r="r" t="t"/>
              <a:pathLst>
                <a:path extrusionOk="0" h="4355" w="3449">
                  <a:moveTo>
                    <a:pt x="1724" y="1"/>
                  </a:moveTo>
                  <a:cubicBezTo>
                    <a:pt x="1562" y="1"/>
                    <a:pt x="1399" y="94"/>
                    <a:pt x="1337" y="280"/>
                  </a:cubicBezTo>
                  <a:lnTo>
                    <a:pt x="19" y="4225"/>
                  </a:lnTo>
                  <a:cubicBezTo>
                    <a:pt x="6" y="4268"/>
                    <a:pt x="0" y="4312"/>
                    <a:pt x="0" y="4355"/>
                  </a:cubicBezTo>
                  <a:lnTo>
                    <a:pt x="3448" y="4355"/>
                  </a:lnTo>
                  <a:cubicBezTo>
                    <a:pt x="3448" y="4312"/>
                    <a:pt x="3443" y="4268"/>
                    <a:pt x="3430" y="4225"/>
                  </a:cubicBezTo>
                  <a:lnTo>
                    <a:pt x="2112" y="280"/>
                  </a:lnTo>
                  <a:cubicBezTo>
                    <a:pt x="2050" y="94"/>
                    <a:pt x="1887" y="1"/>
                    <a:pt x="17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9"/>
            <p:cNvSpPr/>
            <p:nvPr/>
          </p:nvSpPr>
          <p:spPr>
            <a:xfrm>
              <a:off x="2533753" y="2262222"/>
              <a:ext cx="46503" cy="117362"/>
            </a:xfrm>
            <a:custGeom>
              <a:rect b="b" l="l" r="r" t="t"/>
              <a:pathLst>
                <a:path extrusionOk="0" h="4356" w="1726">
                  <a:moveTo>
                    <a:pt x="0" y="0"/>
                  </a:moveTo>
                  <a:lnTo>
                    <a:pt x="0" y="4356"/>
                  </a:lnTo>
                  <a:lnTo>
                    <a:pt x="1725" y="4356"/>
                  </a:lnTo>
                  <a:cubicBezTo>
                    <a:pt x="1725" y="4313"/>
                    <a:pt x="1720" y="4269"/>
                    <a:pt x="1707" y="4226"/>
                  </a:cubicBezTo>
                  <a:lnTo>
                    <a:pt x="389" y="281"/>
                  </a:lnTo>
                  <a:cubicBezTo>
                    <a:pt x="335" y="114"/>
                    <a:pt x="178" y="0"/>
                    <a:pt x="0"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49"/>
          <p:cNvSpPr txBox="1"/>
          <p:nvPr>
            <p:ph idx="3" type="subTitle"/>
          </p:nvPr>
        </p:nvSpPr>
        <p:spPr>
          <a:xfrm>
            <a:off x="1329775" y="268997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Hodkinson and Casson estimated 1.84 - 2.57 million species of insects worldwide</a:t>
            </a:r>
            <a:endParaRPr/>
          </a:p>
          <a:p>
            <a:pPr indent="0" lvl="0" marL="0" rtl="0" algn="ctr">
              <a:spcBef>
                <a:spcPts val="0"/>
              </a:spcBef>
              <a:spcAft>
                <a:spcPts val="0"/>
              </a:spcAft>
              <a:buNone/>
            </a:pPr>
            <a:r>
              <a:rPr lang="en"/>
              <a:t>-</a:t>
            </a:r>
            <a:r>
              <a:rPr lang="en" u="sng">
                <a:solidFill>
                  <a:schemeClr val="hlink"/>
                </a:solidFill>
                <a:hlinkClick r:id="rId7"/>
              </a:rPr>
              <a:t>Study</a:t>
            </a:r>
            <a:r>
              <a:rPr lang="en"/>
              <a:t> by Hodkinson and Casson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pic>
        <p:nvPicPr>
          <p:cNvPr id="562" name="Google Shape;562;p50"/>
          <p:cNvPicPr preferRelativeResize="0"/>
          <p:nvPr/>
        </p:nvPicPr>
        <p:blipFill rotWithShape="1">
          <a:blip r:embed="rId3">
            <a:alphaModFix/>
          </a:blip>
          <a:srcRect b="6516" l="5589" r="0" t="0"/>
          <a:stretch/>
        </p:blipFill>
        <p:spPr>
          <a:xfrm flipH="1">
            <a:off x="7305168" y="535000"/>
            <a:ext cx="1838832" cy="3549151"/>
          </a:xfrm>
          <a:prstGeom prst="rect">
            <a:avLst/>
          </a:prstGeom>
          <a:noFill/>
          <a:ln>
            <a:noFill/>
          </a:ln>
        </p:spPr>
      </p:pic>
      <p:pic>
        <p:nvPicPr>
          <p:cNvPr id="563" name="Google Shape;563;p50"/>
          <p:cNvPicPr preferRelativeResize="0"/>
          <p:nvPr/>
        </p:nvPicPr>
        <p:blipFill rotWithShape="1">
          <a:blip r:embed="rId4">
            <a:alphaModFix/>
          </a:blip>
          <a:srcRect b="63875" l="0" r="19936" t="0"/>
          <a:stretch/>
        </p:blipFill>
        <p:spPr>
          <a:xfrm>
            <a:off x="1507800" y="4014825"/>
            <a:ext cx="7636200" cy="1128675"/>
          </a:xfrm>
          <a:prstGeom prst="rect">
            <a:avLst/>
          </a:prstGeom>
          <a:noFill/>
          <a:ln>
            <a:noFill/>
          </a:ln>
        </p:spPr>
      </p:pic>
      <p:pic>
        <p:nvPicPr>
          <p:cNvPr id="564" name="Google Shape;564;p50"/>
          <p:cNvPicPr preferRelativeResize="0"/>
          <p:nvPr/>
        </p:nvPicPr>
        <p:blipFill rotWithShape="1">
          <a:blip r:embed="rId5">
            <a:alphaModFix/>
          </a:blip>
          <a:srcRect b="10754" l="27756" r="0" t="0"/>
          <a:stretch/>
        </p:blipFill>
        <p:spPr>
          <a:xfrm>
            <a:off x="0" y="1570175"/>
            <a:ext cx="3901174" cy="3573324"/>
          </a:xfrm>
          <a:prstGeom prst="rect">
            <a:avLst/>
          </a:prstGeom>
          <a:noFill/>
          <a:ln>
            <a:noFill/>
          </a:ln>
        </p:spPr>
      </p:pic>
      <p:pic>
        <p:nvPicPr>
          <p:cNvPr id="565" name="Google Shape;565;p50"/>
          <p:cNvPicPr preferRelativeResize="0"/>
          <p:nvPr/>
        </p:nvPicPr>
        <p:blipFill>
          <a:blip r:embed="rId6">
            <a:alphaModFix/>
          </a:blip>
          <a:stretch>
            <a:fillRect/>
          </a:stretch>
        </p:blipFill>
        <p:spPr>
          <a:xfrm>
            <a:off x="123250" y="3936775"/>
            <a:ext cx="1040625" cy="1288850"/>
          </a:xfrm>
          <a:prstGeom prst="rect">
            <a:avLst/>
          </a:prstGeom>
          <a:noFill/>
          <a:ln>
            <a:noFill/>
          </a:ln>
        </p:spPr>
      </p:pic>
      <p:sp>
        <p:nvSpPr>
          <p:cNvPr id="566" name="Google Shape;566;p50"/>
          <p:cNvSpPr txBox="1"/>
          <p:nvPr>
            <p:ph type="title"/>
          </p:nvPr>
        </p:nvSpPr>
        <p:spPr>
          <a:xfrm>
            <a:off x="720000" y="586219"/>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Author-species accumulation curves</a:t>
            </a:r>
            <a:endParaRPr/>
          </a:p>
        </p:txBody>
      </p:sp>
      <p:sp>
        <p:nvSpPr>
          <p:cNvPr id="567" name="Google Shape;567;p50"/>
          <p:cNvSpPr txBox="1"/>
          <p:nvPr>
            <p:ph idx="3" type="subTitle"/>
          </p:nvPr>
        </p:nvSpPr>
        <p:spPr>
          <a:xfrm>
            <a:off x="1329775" y="2689975"/>
            <a:ext cx="32421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Using the amount of descriptions it’s estimated</a:t>
            </a:r>
            <a:r>
              <a:rPr lang="en"/>
              <a:t> that the species of plants yet to be discovered is 13% to 18% </a:t>
            </a:r>
            <a:endParaRPr/>
          </a:p>
          <a:p>
            <a:pPr indent="0" lvl="0" marL="0" rtl="0" algn="ctr">
              <a:spcBef>
                <a:spcPts val="0"/>
              </a:spcBef>
              <a:spcAft>
                <a:spcPts val="0"/>
              </a:spcAft>
              <a:buNone/>
            </a:pPr>
            <a:r>
              <a:rPr lang="en"/>
              <a:t>- </a:t>
            </a:r>
            <a:r>
              <a:rPr lang="en" u="sng">
                <a:solidFill>
                  <a:schemeClr val="hlink"/>
                </a:solidFill>
                <a:hlinkClick r:id="rId7"/>
              </a:rPr>
              <a:t>Study</a:t>
            </a:r>
            <a:r>
              <a:rPr lang="en"/>
              <a:t> by Joppa L, Roberts D. L, Pimm S. L. Proc Roy Soc B </a:t>
            </a:r>
            <a:endParaRPr/>
          </a:p>
        </p:txBody>
      </p:sp>
      <p:sp>
        <p:nvSpPr>
          <p:cNvPr id="568" name="Google Shape;568;p50"/>
          <p:cNvSpPr txBox="1"/>
          <p:nvPr>
            <p:ph idx="1" type="subTitle"/>
          </p:nvPr>
        </p:nvSpPr>
        <p:spPr>
          <a:xfrm>
            <a:off x="1329775" y="211727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Case study</a:t>
            </a:r>
            <a:endParaRPr/>
          </a:p>
        </p:txBody>
      </p:sp>
      <p:sp>
        <p:nvSpPr>
          <p:cNvPr id="569" name="Google Shape;569;p50"/>
          <p:cNvSpPr txBox="1"/>
          <p:nvPr>
            <p:ph idx="2" type="subTitle"/>
          </p:nvPr>
        </p:nvSpPr>
        <p:spPr>
          <a:xfrm>
            <a:off x="4976225" y="2105726"/>
            <a:ext cx="28380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Limitation</a:t>
            </a:r>
            <a:endParaRPr/>
          </a:p>
        </p:txBody>
      </p:sp>
      <p:sp>
        <p:nvSpPr>
          <p:cNvPr id="570" name="Google Shape;570;p50"/>
          <p:cNvSpPr txBox="1"/>
          <p:nvPr>
            <p:ph idx="4" type="subTitle"/>
          </p:nvPr>
        </p:nvSpPr>
        <p:spPr>
          <a:xfrm>
            <a:off x="4976225" y="2678426"/>
            <a:ext cx="2838000" cy="1178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very recent method, with assumptions about the use of molecular techniques and the fact that some co-authors are not taxonomic experts. </a:t>
            </a:r>
            <a:endParaRPr/>
          </a:p>
          <a:p>
            <a:pPr indent="0" lvl="0" marL="0" rtl="0" algn="ctr">
              <a:spcBef>
                <a:spcPts val="0"/>
              </a:spcBef>
              <a:spcAft>
                <a:spcPts val="0"/>
              </a:spcAft>
              <a:buNone/>
            </a:pPr>
            <a:r>
              <a:t/>
            </a:r>
            <a:endParaRPr/>
          </a:p>
        </p:txBody>
      </p:sp>
      <p:grpSp>
        <p:nvGrpSpPr>
          <p:cNvPr id="571" name="Google Shape;571;p50"/>
          <p:cNvGrpSpPr/>
          <p:nvPr/>
        </p:nvGrpSpPr>
        <p:grpSpPr>
          <a:xfrm>
            <a:off x="6129553" y="1511248"/>
            <a:ext cx="531326" cy="521256"/>
            <a:chOff x="6405310" y="2769064"/>
            <a:chExt cx="383823" cy="376521"/>
          </a:xfrm>
        </p:grpSpPr>
        <p:sp>
          <p:nvSpPr>
            <p:cNvPr id="572" name="Google Shape;572;p50"/>
            <p:cNvSpPr/>
            <p:nvPr/>
          </p:nvSpPr>
          <p:spPr>
            <a:xfrm>
              <a:off x="6425598" y="2981668"/>
              <a:ext cx="151848" cy="149719"/>
            </a:xfrm>
            <a:custGeom>
              <a:rect b="b" l="l" r="r" t="t"/>
              <a:pathLst>
                <a:path extrusionOk="0" h="5557" w="5636">
                  <a:moveTo>
                    <a:pt x="5187" y="1"/>
                  </a:moveTo>
                  <a:cubicBezTo>
                    <a:pt x="5082" y="1"/>
                    <a:pt x="4977" y="41"/>
                    <a:pt x="4896" y="120"/>
                  </a:cubicBezTo>
                  <a:lnTo>
                    <a:pt x="160" y="4856"/>
                  </a:lnTo>
                  <a:cubicBezTo>
                    <a:pt x="1" y="5016"/>
                    <a:pt x="1" y="5275"/>
                    <a:pt x="160" y="5437"/>
                  </a:cubicBezTo>
                  <a:cubicBezTo>
                    <a:pt x="240" y="5516"/>
                    <a:pt x="344" y="5556"/>
                    <a:pt x="449" y="5556"/>
                  </a:cubicBezTo>
                  <a:cubicBezTo>
                    <a:pt x="554" y="5556"/>
                    <a:pt x="659" y="5516"/>
                    <a:pt x="740" y="5437"/>
                  </a:cubicBezTo>
                  <a:lnTo>
                    <a:pt x="5476" y="701"/>
                  </a:lnTo>
                  <a:cubicBezTo>
                    <a:pt x="5636" y="541"/>
                    <a:pt x="5636" y="282"/>
                    <a:pt x="5476" y="123"/>
                  </a:cubicBezTo>
                  <a:lnTo>
                    <a:pt x="5476" y="120"/>
                  </a:lnTo>
                  <a:cubicBezTo>
                    <a:pt x="5397" y="41"/>
                    <a:pt x="5292" y="1"/>
                    <a:pt x="518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0"/>
            <p:cNvSpPr/>
            <p:nvPr/>
          </p:nvSpPr>
          <p:spPr>
            <a:xfrm>
              <a:off x="6405310" y="2769064"/>
              <a:ext cx="383823" cy="376521"/>
            </a:xfrm>
            <a:custGeom>
              <a:rect b="b" l="l" r="r" t="t"/>
              <a:pathLst>
                <a:path extrusionOk="0" h="13975" w="14246">
                  <a:moveTo>
                    <a:pt x="9364" y="0"/>
                  </a:moveTo>
                  <a:cubicBezTo>
                    <a:pt x="8997" y="0"/>
                    <a:pt x="8813" y="440"/>
                    <a:pt x="9073" y="699"/>
                  </a:cubicBezTo>
                  <a:lnTo>
                    <a:pt x="9510" y="1139"/>
                  </a:lnTo>
                  <a:cubicBezTo>
                    <a:pt x="9686" y="1323"/>
                    <a:pt x="9683" y="1612"/>
                    <a:pt x="9502" y="1793"/>
                  </a:cubicBezTo>
                  <a:cubicBezTo>
                    <a:pt x="9411" y="1883"/>
                    <a:pt x="9292" y="1929"/>
                    <a:pt x="9172" y="1929"/>
                  </a:cubicBezTo>
                  <a:cubicBezTo>
                    <a:pt x="9055" y="1929"/>
                    <a:pt x="8939" y="1886"/>
                    <a:pt x="8849" y="1801"/>
                  </a:cubicBezTo>
                  <a:lnTo>
                    <a:pt x="7347" y="300"/>
                  </a:lnTo>
                  <a:cubicBezTo>
                    <a:pt x="7271" y="221"/>
                    <a:pt x="7165" y="178"/>
                    <a:pt x="7057" y="178"/>
                  </a:cubicBezTo>
                  <a:cubicBezTo>
                    <a:pt x="7035" y="178"/>
                    <a:pt x="7013" y="180"/>
                    <a:pt x="6991" y="184"/>
                  </a:cubicBezTo>
                  <a:cubicBezTo>
                    <a:pt x="6297" y="297"/>
                    <a:pt x="5611" y="475"/>
                    <a:pt x="4950" y="713"/>
                  </a:cubicBezTo>
                  <a:cubicBezTo>
                    <a:pt x="4666" y="815"/>
                    <a:pt x="4585" y="1177"/>
                    <a:pt x="4798" y="1388"/>
                  </a:cubicBezTo>
                  <a:lnTo>
                    <a:pt x="5865" y="2454"/>
                  </a:lnTo>
                  <a:cubicBezTo>
                    <a:pt x="6038" y="2638"/>
                    <a:pt x="6035" y="2927"/>
                    <a:pt x="5857" y="3108"/>
                  </a:cubicBezTo>
                  <a:cubicBezTo>
                    <a:pt x="5765" y="3199"/>
                    <a:pt x="5644" y="3245"/>
                    <a:pt x="5524" y="3245"/>
                  </a:cubicBezTo>
                  <a:cubicBezTo>
                    <a:pt x="5409" y="3245"/>
                    <a:pt x="5293" y="3202"/>
                    <a:pt x="5203" y="3116"/>
                  </a:cubicBezTo>
                  <a:lnTo>
                    <a:pt x="3694" y="1607"/>
                  </a:lnTo>
                  <a:cubicBezTo>
                    <a:pt x="3615" y="1528"/>
                    <a:pt x="3509" y="1486"/>
                    <a:pt x="3403" y="1486"/>
                  </a:cubicBezTo>
                  <a:cubicBezTo>
                    <a:pt x="3331" y="1486"/>
                    <a:pt x="3259" y="1505"/>
                    <a:pt x="3194" y="1545"/>
                  </a:cubicBezTo>
                  <a:cubicBezTo>
                    <a:pt x="2663" y="1863"/>
                    <a:pt x="2163" y="2233"/>
                    <a:pt x="1704" y="2646"/>
                  </a:cubicBezTo>
                  <a:cubicBezTo>
                    <a:pt x="1531" y="2803"/>
                    <a:pt x="1523" y="3075"/>
                    <a:pt x="1691" y="3240"/>
                  </a:cubicBezTo>
                  <a:lnTo>
                    <a:pt x="3095" y="4647"/>
                  </a:lnTo>
                  <a:cubicBezTo>
                    <a:pt x="3270" y="4831"/>
                    <a:pt x="3267" y="5119"/>
                    <a:pt x="3086" y="5300"/>
                  </a:cubicBezTo>
                  <a:cubicBezTo>
                    <a:pt x="2996" y="5391"/>
                    <a:pt x="2875" y="5437"/>
                    <a:pt x="2755" y="5437"/>
                  </a:cubicBezTo>
                  <a:cubicBezTo>
                    <a:pt x="2639" y="5437"/>
                    <a:pt x="2523" y="5395"/>
                    <a:pt x="2433" y="5308"/>
                  </a:cubicBezTo>
                  <a:lnTo>
                    <a:pt x="1207" y="4080"/>
                  </a:lnTo>
                  <a:cubicBezTo>
                    <a:pt x="1125" y="3998"/>
                    <a:pt x="1020" y="3959"/>
                    <a:pt x="917" y="3959"/>
                  </a:cubicBezTo>
                  <a:cubicBezTo>
                    <a:pt x="758" y="3959"/>
                    <a:pt x="603" y="4050"/>
                    <a:pt x="538" y="4215"/>
                  </a:cubicBezTo>
                  <a:cubicBezTo>
                    <a:pt x="0" y="5549"/>
                    <a:pt x="281" y="7074"/>
                    <a:pt x="1261" y="8127"/>
                  </a:cubicBezTo>
                  <a:cubicBezTo>
                    <a:pt x="1975" y="8894"/>
                    <a:pt x="2964" y="9310"/>
                    <a:pt x="3977" y="9310"/>
                  </a:cubicBezTo>
                  <a:cubicBezTo>
                    <a:pt x="4357" y="9310"/>
                    <a:pt x="4739" y="9252"/>
                    <a:pt x="5112" y="9132"/>
                  </a:cubicBezTo>
                  <a:lnTo>
                    <a:pt x="5112" y="9132"/>
                  </a:lnTo>
                  <a:cubicBezTo>
                    <a:pt x="4671" y="10501"/>
                    <a:pt x="5063" y="11999"/>
                    <a:pt x="6116" y="12979"/>
                  </a:cubicBezTo>
                  <a:cubicBezTo>
                    <a:pt x="6815" y="13630"/>
                    <a:pt x="7722" y="13974"/>
                    <a:pt x="8643" y="13974"/>
                  </a:cubicBezTo>
                  <a:cubicBezTo>
                    <a:pt x="9109" y="13974"/>
                    <a:pt x="9578" y="13886"/>
                    <a:pt x="10026" y="13706"/>
                  </a:cubicBezTo>
                  <a:cubicBezTo>
                    <a:pt x="10298" y="13595"/>
                    <a:pt x="10371" y="13244"/>
                    <a:pt x="10163" y="13036"/>
                  </a:cubicBezTo>
                  <a:lnTo>
                    <a:pt x="8935" y="11808"/>
                  </a:lnTo>
                  <a:cubicBezTo>
                    <a:pt x="8759" y="11624"/>
                    <a:pt x="8762" y="11335"/>
                    <a:pt x="8943" y="11154"/>
                  </a:cubicBezTo>
                  <a:cubicBezTo>
                    <a:pt x="9034" y="11063"/>
                    <a:pt x="9154" y="11017"/>
                    <a:pt x="9274" y="11017"/>
                  </a:cubicBezTo>
                  <a:cubicBezTo>
                    <a:pt x="9390" y="11017"/>
                    <a:pt x="9506" y="11060"/>
                    <a:pt x="9596" y="11146"/>
                  </a:cubicBezTo>
                  <a:lnTo>
                    <a:pt x="11003" y="12553"/>
                  </a:lnTo>
                  <a:cubicBezTo>
                    <a:pt x="11083" y="12633"/>
                    <a:pt x="11188" y="12673"/>
                    <a:pt x="11293" y="12673"/>
                  </a:cubicBezTo>
                  <a:cubicBezTo>
                    <a:pt x="11404" y="12673"/>
                    <a:pt x="11514" y="12628"/>
                    <a:pt x="11595" y="12539"/>
                  </a:cubicBezTo>
                  <a:cubicBezTo>
                    <a:pt x="12010" y="12078"/>
                    <a:pt x="12380" y="11581"/>
                    <a:pt x="12699" y="11049"/>
                  </a:cubicBezTo>
                  <a:cubicBezTo>
                    <a:pt x="12796" y="10887"/>
                    <a:pt x="12769" y="10682"/>
                    <a:pt x="12637" y="10549"/>
                  </a:cubicBezTo>
                  <a:lnTo>
                    <a:pt x="11127" y="9040"/>
                  </a:lnTo>
                  <a:cubicBezTo>
                    <a:pt x="10941" y="8859"/>
                    <a:pt x="10941" y="8559"/>
                    <a:pt x="11125" y="8376"/>
                  </a:cubicBezTo>
                  <a:cubicBezTo>
                    <a:pt x="11216" y="8284"/>
                    <a:pt x="11336" y="8238"/>
                    <a:pt x="11457" y="8238"/>
                  </a:cubicBezTo>
                  <a:cubicBezTo>
                    <a:pt x="11577" y="8238"/>
                    <a:pt x="11698" y="8285"/>
                    <a:pt x="11789" y="8378"/>
                  </a:cubicBezTo>
                  <a:lnTo>
                    <a:pt x="12855" y="9445"/>
                  </a:lnTo>
                  <a:cubicBezTo>
                    <a:pt x="12937" y="9526"/>
                    <a:pt x="13041" y="9565"/>
                    <a:pt x="13143" y="9565"/>
                  </a:cubicBezTo>
                  <a:cubicBezTo>
                    <a:pt x="13307" y="9565"/>
                    <a:pt x="13468" y="9468"/>
                    <a:pt x="13531" y="9294"/>
                  </a:cubicBezTo>
                  <a:cubicBezTo>
                    <a:pt x="13768" y="8630"/>
                    <a:pt x="13944" y="7946"/>
                    <a:pt x="14060" y="7253"/>
                  </a:cubicBezTo>
                  <a:cubicBezTo>
                    <a:pt x="14079" y="7120"/>
                    <a:pt x="14038" y="6988"/>
                    <a:pt x="13944" y="6896"/>
                  </a:cubicBezTo>
                  <a:lnTo>
                    <a:pt x="12442" y="5395"/>
                  </a:lnTo>
                  <a:cubicBezTo>
                    <a:pt x="12253" y="5214"/>
                    <a:pt x="12251" y="4912"/>
                    <a:pt x="12434" y="4725"/>
                  </a:cubicBezTo>
                  <a:cubicBezTo>
                    <a:pt x="12526" y="4633"/>
                    <a:pt x="12646" y="4587"/>
                    <a:pt x="12766" y="4587"/>
                  </a:cubicBezTo>
                  <a:cubicBezTo>
                    <a:pt x="12889" y="4587"/>
                    <a:pt x="13012" y="4636"/>
                    <a:pt x="13104" y="4733"/>
                  </a:cubicBezTo>
                  <a:lnTo>
                    <a:pt x="13544" y="5173"/>
                  </a:lnTo>
                  <a:cubicBezTo>
                    <a:pt x="13627" y="5256"/>
                    <a:pt x="13730" y="5293"/>
                    <a:pt x="13830" y="5293"/>
                  </a:cubicBezTo>
                  <a:cubicBezTo>
                    <a:pt x="14042" y="5293"/>
                    <a:pt x="14245" y="5129"/>
                    <a:pt x="14243" y="4882"/>
                  </a:cubicBezTo>
                  <a:lnTo>
                    <a:pt x="14241" y="4879"/>
                  </a:lnTo>
                  <a:cubicBezTo>
                    <a:pt x="14230" y="2589"/>
                    <a:pt x="13720" y="886"/>
                    <a:pt x="13698" y="813"/>
                  </a:cubicBezTo>
                  <a:cubicBezTo>
                    <a:pt x="13660" y="683"/>
                    <a:pt x="13558" y="583"/>
                    <a:pt x="13428" y="543"/>
                  </a:cubicBezTo>
                  <a:cubicBezTo>
                    <a:pt x="13358" y="521"/>
                    <a:pt x="11654" y="11"/>
                    <a:pt x="93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0"/>
            <p:cNvSpPr/>
            <p:nvPr/>
          </p:nvSpPr>
          <p:spPr>
            <a:xfrm>
              <a:off x="6531589" y="2786523"/>
              <a:ext cx="257489" cy="359063"/>
            </a:xfrm>
            <a:custGeom>
              <a:rect b="b" l="l" r="r" t="t"/>
              <a:pathLst>
                <a:path extrusionOk="0" h="13327" w="9557">
                  <a:moveTo>
                    <a:pt x="8911" y="0"/>
                  </a:moveTo>
                  <a:lnTo>
                    <a:pt x="425" y="8486"/>
                  </a:lnTo>
                  <a:cubicBezTo>
                    <a:pt x="1" y="9807"/>
                    <a:pt x="352" y="11257"/>
                    <a:pt x="1332" y="12240"/>
                  </a:cubicBezTo>
                  <a:cubicBezTo>
                    <a:pt x="2040" y="12950"/>
                    <a:pt x="2988" y="13327"/>
                    <a:pt x="3953" y="13327"/>
                  </a:cubicBezTo>
                  <a:cubicBezTo>
                    <a:pt x="4419" y="13327"/>
                    <a:pt x="4889" y="13239"/>
                    <a:pt x="5339" y="13058"/>
                  </a:cubicBezTo>
                  <a:cubicBezTo>
                    <a:pt x="5611" y="12950"/>
                    <a:pt x="5684" y="12596"/>
                    <a:pt x="5476" y="12388"/>
                  </a:cubicBezTo>
                  <a:lnTo>
                    <a:pt x="4248" y="11160"/>
                  </a:lnTo>
                  <a:cubicBezTo>
                    <a:pt x="4064" y="10979"/>
                    <a:pt x="4064" y="10682"/>
                    <a:pt x="4248" y="10501"/>
                  </a:cubicBezTo>
                  <a:cubicBezTo>
                    <a:pt x="4338" y="10409"/>
                    <a:pt x="4458" y="10363"/>
                    <a:pt x="4578" y="10363"/>
                  </a:cubicBezTo>
                  <a:cubicBezTo>
                    <a:pt x="4697" y="10363"/>
                    <a:pt x="4818" y="10409"/>
                    <a:pt x="4909" y="10501"/>
                  </a:cubicBezTo>
                  <a:lnTo>
                    <a:pt x="6316" y="11905"/>
                  </a:lnTo>
                  <a:cubicBezTo>
                    <a:pt x="6396" y="11986"/>
                    <a:pt x="6500" y="12026"/>
                    <a:pt x="6605" y="12026"/>
                  </a:cubicBezTo>
                  <a:cubicBezTo>
                    <a:pt x="6716" y="12026"/>
                    <a:pt x="6827" y="11980"/>
                    <a:pt x="6908" y="11891"/>
                  </a:cubicBezTo>
                  <a:cubicBezTo>
                    <a:pt x="7323" y="11432"/>
                    <a:pt x="7693" y="10933"/>
                    <a:pt x="8012" y="10401"/>
                  </a:cubicBezTo>
                  <a:cubicBezTo>
                    <a:pt x="8106" y="10242"/>
                    <a:pt x="8082" y="10034"/>
                    <a:pt x="7950" y="9901"/>
                  </a:cubicBezTo>
                  <a:lnTo>
                    <a:pt x="6440" y="8392"/>
                  </a:lnTo>
                  <a:cubicBezTo>
                    <a:pt x="6249" y="8211"/>
                    <a:pt x="6246" y="7909"/>
                    <a:pt x="6432" y="7722"/>
                  </a:cubicBezTo>
                  <a:cubicBezTo>
                    <a:pt x="6524" y="7631"/>
                    <a:pt x="6643" y="7586"/>
                    <a:pt x="6763" y="7586"/>
                  </a:cubicBezTo>
                  <a:cubicBezTo>
                    <a:pt x="6886" y="7586"/>
                    <a:pt x="7010" y="7634"/>
                    <a:pt x="7102" y="7730"/>
                  </a:cubicBezTo>
                  <a:lnTo>
                    <a:pt x="8168" y="8797"/>
                  </a:lnTo>
                  <a:cubicBezTo>
                    <a:pt x="8250" y="8878"/>
                    <a:pt x="8354" y="8917"/>
                    <a:pt x="8456" y="8917"/>
                  </a:cubicBezTo>
                  <a:cubicBezTo>
                    <a:pt x="8620" y="8917"/>
                    <a:pt x="8781" y="8820"/>
                    <a:pt x="8844" y="8646"/>
                  </a:cubicBezTo>
                  <a:cubicBezTo>
                    <a:pt x="9081" y="7984"/>
                    <a:pt x="9257" y="7298"/>
                    <a:pt x="9370" y="6605"/>
                  </a:cubicBezTo>
                  <a:cubicBezTo>
                    <a:pt x="9392" y="6472"/>
                    <a:pt x="9351" y="6340"/>
                    <a:pt x="9257" y="6248"/>
                  </a:cubicBezTo>
                  <a:lnTo>
                    <a:pt x="7755" y="4747"/>
                  </a:lnTo>
                  <a:cubicBezTo>
                    <a:pt x="7566" y="4566"/>
                    <a:pt x="7561" y="4264"/>
                    <a:pt x="7747" y="4077"/>
                  </a:cubicBezTo>
                  <a:cubicBezTo>
                    <a:pt x="7839" y="3985"/>
                    <a:pt x="7959" y="3939"/>
                    <a:pt x="8079" y="3939"/>
                  </a:cubicBezTo>
                  <a:cubicBezTo>
                    <a:pt x="8202" y="3939"/>
                    <a:pt x="8325" y="3988"/>
                    <a:pt x="8417" y="4085"/>
                  </a:cubicBezTo>
                  <a:lnTo>
                    <a:pt x="8857" y="4525"/>
                  </a:lnTo>
                  <a:cubicBezTo>
                    <a:pt x="8940" y="4608"/>
                    <a:pt x="9043" y="4645"/>
                    <a:pt x="9143" y="4645"/>
                  </a:cubicBezTo>
                  <a:cubicBezTo>
                    <a:pt x="9354" y="4645"/>
                    <a:pt x="9556" y="4481"/>
                    <a:pt x="9556" y="4234"/>
                  </a:cubicBezTo>
                  <a:cubicBezTo>
                    <a:pt x="9546" y="1941"/>
                    <a:pt x="9035" y="240"/>
                    <a:pt x="9014" y="167"/>
                  </a:cubicBezTo>
                  <a:cubicBezTo>
                    <a:pt x="8992" y="103"/>
                    <a:pt x="8957" y="46"/>
                    <a:pt x="891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 name="Google Shape;575;p50"/>
          <p:cNvGrpSpPr/>
          <p:nvPr/>
        </p:nvGrpSpPr>
        <p:grpSpPr>
          <a:xfrm>
            <a:off x="2520912" y="1517034"/>
            <a:ext cx="455726" cy="521219"/>
            <a:chOff x="2369269" y="2167735"/>
            <a:chExt cx="329210" cy="376494"/>
          </a:xfrm>
        </p:grpSpPr>
        <p:sp>
          <p:nvSpPr>
            <p:cNvPr id="576" name="Google Shape;576;p50"/>
            <p:cNvSpPr/>
            <p:nvPr/>
          </p:nvSpPr>
          <p:spPr>
            <a:xfrm>
              <a:off x="2496411" y="2167735"/>
              <a:ext cx="72071" cy="69296"/>
            </a:xfrm>
            <a:custGeom>
              <a:rect b="b" l="l" r="r" t="t"/>
              <a:pathLst>
                <a:path extrusionOk="0" h="2572" w="2675">
                  <a:moveTo>
                    <a:pt x="1384" y="818"/>
                  </a:moveTo>
                  <a:cubicBezTo>
                    <a:pt x="1625" y="818"/>
                    <a:pt x="1856" y="1005"/>
                    <a:pt x="1856" y="1288"/>
                  </a:cubicBezTo>
                  <a:cubicBezTo>
                    <a:pt x="1856" y="1547"/>
                    <a:pt x="1645" y="1755"/>
                    <a:pt x="1389" y="1755"/>
                  </a:cubicBezTo>
                  <a:cubicBezTo>
                    <a:pt x="970" y="1755"/>
                    <a:pt x="762" y="1250"/>
                    <a:pt x="1057" y="956"/>
                  </a:cubicBezTo>
                  <a:cubicBezTo>
                    <a:pt x="1152" y="861"/>
                    <a:pt x="1269" y="818"/>
                    <a:pt x="1384" y="818"/>
                  </a:cubicBezTo>
                  <a:close/>
                  <a:moveTo>
                    <a:pt x="1389" y="0"/>
                  </a:moveTo>
                  <a:cubicBezTo>
                    <a:pt x="868" y="0"/>
                    <a:pt x="398" y="313"/>
                    <a:pt x="201" y="794"/>
                  </a:cubicBezTo>
                  <a:cubicBezTo>
                    <a:pt x="1" y="1274"/>
                    <a:pt x="112" y="1828"/>
                    <a:pt x="479" y="2195"/>
                  </a:cubicBezTo>
                  <a:cubicBezTo>
                    <a:pt x="724" y="2441"/>
                    <a:pt x="1053" y="2572"/>
                    <a:pt x="1388" y="2572"/>
                  </a:cubicBezTo>
                  <a:cubicBezTo>
                    <a:pt x="1554" y="2572"/>
                    <a:pt x="1721" y="2540"/>
                    <a:pt x="1880" y="2473"/>
                  </a:cubicBezTo>
                  <a:cubicBezTo>
                    <a:pt x="2361" y="2276"/>
                    <a:pt x="2674" y="1806"/>
                    <a:pt x="2674" y="1285"/>
                  </a:cubicBezTo>
                  <a:cubicBezTo>
                    <a:pt x="2674" y="575"/>
                    <a:pt x="2099" y="0"/>
                    <a:pt x="1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50"/>
            <p:cNvSpPr/>
            <p:nvPr/>
          </p:nvSpPr>
          <p:spPr>
            <a:xfrm>
              <a:off x="2533807" y="2167735"/>
              <a:ext cx="34675" cy="69350"/>
            </a:xfrm>
            <a:custGeom>
              <a:rect b="b" l="l" r="r" t="t"/>
              <a:pathLst>
                <a:path extrusionOk="0" h="2574" w="1287">
                  <a:moveTo>
                    <a:pt x="1" y="0"/>
                  </a:moveTo>
                  <a:lnTo>
                    <a:pt x="1" y="818"/>
                  </a:lnTo>
                  <a:cubicBezTo>
                    <a:pt x="4" y="818"/>
                    <a:pt x="7" y="818"/>
                    <a:pt x="11" y="818"/>
                  </a:cubicBezTo>
                  <a:cubicBezTo>
                    <a:pt x="268" y="818"/>
                    <a:pt x="481" y="1027"/>
                    <a:pt x="481" y="1285"/>
                  </a:cubicBezTo>
                  <a:cubicBezTo>
                    <a:pt x="481" y="1547"/>
                    <a:pt x="268" y="1755"/>
                    <a:pt x="11" y="1755"/>
                  </a:cubicBezTo>
                  <a:cubicBezTo>
                    <a:pt x="7" y="1755"/>
                    <a:pt x="4" y="1755"/>
                    <a:pt x="1" y="1755"/>
                  </a:cubicBezTo>
                  <a:lnTo>
                    <a:pt x="1" y="2573"/>
                  </a:lnTo>
                  <a:cubicBezTo>
                    <a:pt x="711" y="2573"/>
                    <a:pt x="1286" y="1995"/>
                    <a:pt x="1286" y="1285"/>
                  </a:cubicBezTo>
                  <a:cubicBezTo>
                    <a:pt x="1286" y="575"/>
                    <a:pt x="711"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50"/>
            <p:cNvSpPr/>
            <p:nvPr/>
          </p:nvSpPr>
          <p:spPr>
            <a:xfrm>
              <a:off x="2369269" y="2215019"/>
              <a:ext cx="329210" cy="329210"/>
            </a:xfrm>
            <a:custGeom>
              <a:rect b="b" l="l" r="r" t="t"/>
              <a:pathLst>
                <a:path extrusionOk="0" h="12219" w="12219">
                  <a:moveTo>
                    <a:pt x="6108" y="0"/>
                  </a:moveTo>
                  <a:cubicBezTo>
                    <a:pt x="2735" y="0"/>
                    <a:pt x="0" y="2733"/>
                    <a:pt x="0" y="6108"/>
                  </a:cubicBezTo>
                  <a:cubicBezTo>
                    <a:pt x="0" y="9483"/>
                    <a:pt x="2733" y="12218"/>
                    <a:pt x="6108" y="12218"/>
                  </a:cubicBezTo>
                  <a:cubicBezTo>
                    <a:pt x="9480" y="12218"/>
                    <a:pt x="12218" y="9483"/>
                    <a:pt x="12218" y="6108"/>
                  </a:cubicBezTo>
                  <a:cubicBezTo>
                    <a:pt x="12218" y="2735"/>
                    <a:pt x="9483" y="0"/>
                    <a:pt x="61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50"/>
            <p:cNvSpPr/>
            <p:nvPr/>
          </p:nvSpPr>
          <p:spPr>
            <a:xfrm>
              <a:off x="2533807" y="2215019"/>
              <a:ext cx="164592" cy="329210"/>
            </a:xfrm>
            <a:custGeom>
              <a:rect b="b" l="l" r="r" t="t"/>
              <a:pathLst>
                <a:path extrusionOk="0" h="12219" w="6109">
                  <a:moveTo>
                    <a:pt x="1" y="0"/>
                  </a:moveTo>
                  <a:lnTo>
                    <a:pt x="1" y="12218"/>
                  </a:lnTo>
                  <a:cubicBezTo>
                    <a:pt x="3368" y="12218"/>
                    <a:pt x="6108" y="9475"/>
                    <a:pt x="6108" y="6108"/>
                  </a:cubicBezTo>
                  <a:cubicBezTo>
                    <a:pt x="6108" y="2741"/>
                    <a:pt x="3368" y="0"/>
                    <a:pt x="1"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50"/>
            <p:cNvSpPr/>
            <p:nvPr/>
          </p:nvSpPr>
          <p:spPr>
            <a:xfrm>
              <a:off x="2407231" y="2262222"/>
              <a:ext cx="243964" cy="234723"/>
            </a:xfrm>
            <a:custGeom>
              <a:rect b="b" l="l" r="r" t="t"/>
              <a:pathLst>
                <a:path extrusionOk="0" h="8712" w="9055">
                  <a:moveTo>
                    <a:pt x="4699" y="0"/>
                  </a:moveTo>
                  <a:cubicBezTo>
                    <a:pt x="2936" y="0"/>
                    <a:pt x="1348" y="1062"/>
                    <a:pt x="673" y="2690"/>
                  </a:cubicBezTo>
                  <a:cubicBezTo>
                    <a:pt x="1" y="4318"/>
                    <a:pt x="373" y="6192"/>
                    <a:pt x="1618" y="7437"/>
                  </a:cubicBezTo>
                  <a:cubicBezTo>
                    <a:pt x="2451" y="8270"/>
                    <a:pt x="3566" y="8712"/>
                    <a:pt x="4700" y="8712"/>
                  </a:cubicBezTo>
                  <a:cubicBezTo>
                    <a:pt x="5261" y="8712"/>
                    <a:pt x="5826" y="8604"/>
                    <a:pt x="6365" y="8382"/>
                  </a:cubicBezTo>
                  <a:cubicBezTo>
                    <a:pt x="7993" y="7707"/>
                    <a:pt x="9054" y="6119"/>
                    <a:pt x="9054" y="4356"/>
                  </a:cubicBezTo>
                  <a:cubicBezTo>
                    <a:pt x="9054" y="1950"/>
                    <a:pt x="7105" y="0"/>
                    <a:pt x="469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50"/>
            <p:cNvSpPr/>
            <p:nvPr/>
          </p:nvSpPr>
          <p:spPr>
            <a:xfrm>
              <a:off x="2533807" y="2262222"/>
              <a:ext cx="117388" cy="234777"/>
            </a:xfrm>
            <a:custGeom>
              <a:rect b="b" l="l" r="r" t="t"/>
              <a:pathLst>
                <a:path extrusionOk="0" h="8714" w="4357">
                  <a:moveTo>
                    <a:pt x="1" y="0"/>
                  </a:moveTo>
                  <a:lnTo>
                    <a:pt x="1" y="8714"/>
                  </a:lnTo>
                  <a:cubicBezTo>
                    <a:pt x="2407" y="8714"/>
                    <a:pt x="4356" y="6762"/>
                    <a:pt x="4356" y="4356"/>
                  </a:cubicBezTo>
                  <a:cubicBezTo>
                    <a:pt x="4356" y="1950"/>
                    <a:pt x="2407" y="0"/>
                    <a:pt x="1" y="0"/>
                  </a:cubicBezTo>
                  <a:close/>
                </a:path>
              </a:pathLst>
            </a:custGeom>
            <a:solidFill>
              <a:srgbClr val="EFE9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0"/>
            <p:cNvSpPr/>
            <p:nvPr/>
          </p:nvSpPr>
          <p:spPr>
            <a:xfrm>
              <a:off x="2485446" y="2368510"/>
              <a:ext cx="96697" cy="128489"/>
            </a:xfrm>
            <a:custGeom>
              <a:rect b="b" l="l" r="r" t="t"/>
              <a:pathLst>
                <a:path extrusionOk="0" h="4769" w="3589">
                  <a:moveTo>
                    <a:pt x="478" y="0"/>
                  </a:moveTo>
                  <a:cubicBezTo>
                    <a:pt x="197" y="0"/>
                    <a:pt x="0" y="276"/>
                    <a:pt x="89" y="540"/>
                  </a:cubicBezTo>
                  <a:lnTo>
                    <a:pt x="1407" y="4488"/>
                  </a:lnTo>
                  <a:cubicBezTo>
                    <a:pt x="1461" y="4655"/>
                    <a:pt x="1617" y="4768"/>
                    <a:pt x="1794" y="4769"/>
                  </a:cubicBezTo>
                  <a:lnTo>
                    <a:pt x="1794" y="4769"/>
                  </a:lnTo>
                  <a:cubicBezTo>
                    <a:pt x="1969" y="4768"/>
                    <a:pt x="2125" y="4655"/>
                    <a:pt x="2182" y="4488"/>
                  </a:cubicBezTo>
                  <a:lnTo>
                    <a:pt x="3500" y="540"/>
                  </a:lnTo>
                  <a:cubicBezTo>
                    <a:pt x="3589" y="276"/>
                    <a:pt x="3389" y="0"/>
                    <a:pt x="3111" y="0"/>
                  </a:cubicBezTo>
                  <a:close/>
                  <a:moveTo>
                    <a:pt x="1794" y="4769"/>
                  </a:moveTo>
                  <a:cubicBezTo>
                    <a:pt x="1794" y="4769"/>
                    <a:pt x="1794" y="4769"/>
                    <a:pt x="1793" y="4769"/>
                  </a:cubicBezTo>
                  <a:lnTo>
                    <a:pt x="1796" y="4769"/>
                  </a:lnTo>
                  <a:cubicBezTo>
                    <a:pt x="1795" y="4769"/>
                    <a:pt x="1795" y="4769"/>
                    <a:pt x="1794" y="4769"/>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0"/>
            <p:cNvSpPr/>
            <p:nvPr/>
          </p:nvSpPr>
          <p:spPr>
            <a:xfrm>
              <a:off x="2533753" y="2368510"/>
              <a:ext cx="48389" cy="128489"/>
            </a:xfrm>
            <a:custGeom>
              <a:rect b="b" l="l" r="r" t="t"/>
              <a:pathLst>
                <a:path extrusionOk="0" h="4769" w="1796">
                  <a:moveTo>
                    <a:pt x="1318" y="0"/>
                  </a:moveTo>
                  <a:lnTo>
                    <a:pt x="1318" y="3"/>
                  </a:lnTo>
                  <a:lnTo>
                    <a:pt x="0" y="3"/>
                  </a:lnTo>
                  <a:lnTo>
                    <a:pt x="0" y="4769"/>
                  </a:lnTo>
                  <a:cubicBezTo>
                    <a:pt x="178" y="4769"/>
                    <a:pt x="335" y="4655"/>
                    <a:pt x="389" y="4488"/>
                  </a:cubicBezTo>
                  <a:lnTo>
                    <a:pt x="1707" y="540"/>
                  </a:lnTo>
                  <a:cubicBezTo>
                    <a:pt x="1796" y="276"/>
                    <a:pt x="1599" y="0"/>
                    <a:pt x="1318"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0"/>
            <p:cNvSpPr/>
            <p:nvPr/>
          </p:nvSpPr>
          <p:spPr>
            <a:xfrm>
              <a:off x="2487331" y="2262249"/>
              <a:ext cx="92925" cy="117335"/>
            </a:xfrm>
            <a:custGeom>
              <a:rect b="b" l="l" r="r" t="t"/>
              <a:pathLst>
                <a:path extrusionOk="0" h="4355" w="3449">
                  <a:moveTo>
                    <a:pt x="1724" y="1"/>
                  </a:moveTo>
                  <a:cubicBezTo>
                    <a:pt x="1562" y="1"/>
                    <a:pt x="1399" y="94"/>
                    <a:pt x="1337" y="280"/>
                  </a:cubicBezTo>
                  <a:lnTo>
                    <a:pt x="19" y="4225"/>
                  </a:lnTo>
                  <a:cubicBezTo>
                    <a:pt x="6" y="4268"/>
                    <a:pt x="0" y="4312"/>
                    <a:pt x="0" y="4355"/>
                  </a:cubicBezTo>
                  <a:lnTo>
                    <a:pt x="3448" y="4355"/>
                  </a:lnTo>
                  <a:cubicBezTo>
                    <a:pt x="3448" y="4312"/>
                    <a:pt x="3443" y="4268"/>
                    <a:pt x="3430" y="4225"/>
                  </a:cubicBezTo>
                  <a:lnTo>
                    <a:pt x="2112" y="280"/>
                  </a:lnTo>
                  <a:cubicBezTo>
                    <a:pt x="2050" y="94"/>
                    <a:pt x="1887" y="1"/>
                    <a:pt x="172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50"/>
            <p:cNvSpPr/>
            <p:nvPr/>
          </p:nvSpPr>
          <p:spPr>
            <a:xfrm>
              <a:off x="2533753" y="2262222"/>
              <a:ext cx="46503" cy="117362"/>
            </a:xfrm>
            <a:custGeom>
              <a:rect b="b" l="l" r="r" t="t"/>
              <a:pathLst>
                <a:path extrusionOk="0" h="4356" w="1726">
                  <a:moveTo>
                    <a:pt x="0" y="0"/>
                  </a:moveTo>
                  <a:lnTo>
                    <a:pt x="0" y="4356"/>
                  </a:lnTo>
                  <a:lnTo>
                    <a:pt x="1725" y="4356"/>
                  </a:lnTo>
                  <a:cubicBezTo>
                    <a:pt x="1725" y="4313"/>
                    <a:pt x="1720" y="4269"/>
                    <a:pt x="1707" y="4226"/>
                  </a:cubicBezTo>
                  <a:lnTo>
                    <a:pt x="389" y="281"/>
                  </a:lnTo>
                  <a:cubicBezTo>
                    <a:pt x="335" y="114"/>
                    <a:pt x="178" y="0"/>
                    <a:pt x="0" y="0"/>
                  </a:cubicBezTo>
                  <a:close/>
                </a:path>
              </a:pathLst>
            </a:custGeom>
            <a:solidFill>
              <a:srgbClr val="373579">
                <a:alpha val="14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51"/>
          <p:cNvPicPr preferRelativeResize="0"/>
          <p:nvPr/>
        </p:nvPicPr>
        <p:blipFill>
          <a:blip r:embed="rId3">
            <a:alphaModFix/>
          </a:blip>
          <a:stretch>
            <a:fillRect/>
          </a:stretch>
        </p:blipFill>
        <p:spPr>
          <a:xfrm>
            <a:off x="5964360" y="534995"/>
            <a:ext cx="2386524" cy="302900"/>
          </a:xfrm>
          <a:prstGeom prst="rect">
            <a:avLst/>
          </a:prstGeom>
          <a:noFill/>
          <a:ln>
            <a:noFill/>
          </a:ln>
        </p:spPr>
      </p:pic>
      <p:sp>
        <p:nvSpPr>
          <p:cNvPr id="591" name="Google Shape;591;p51"/>
          <p:cNvSpPr/>
          <p:nvPr/>
        </p:nvSpPr>
        <p:spPr>
          <a:xfrm>
            <a:off x="597223" y="495026"/>
            <a:ext cx="1055940" cy="979199"/>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pic>
        <p:nvPicPr>
          <p:cNvPr id="592" name="Google Shape;592;p51"/>
          <p:cNvPicPr preferRelativeResize="0"/>
          <p:nvPr/>
        </p:nvPicPr>
        <p:blipFill>
          <a:blip r:embed="rId4">
            <a:alphaModFix/>
          </a:blip>
          <a:stretch>
            <a:fillRect/>
          </a:stretch>
        </p:blipFill>
        <p:spPr>
          <a:xfrm>
            <a:off x="2761900" y="2963002"/>
            <a:ext cx="636052" cy="709450"/>
          </a:xfrm>
          <a:prstGeom prst="rect">
            <a:avLst/>
          </a:prstGeom>
          <a:noFill/>
          <a:ln>
            <a:noFill/>
          </a:ln>
        </p:spPr>
      </p:pic>
      <p:pic>
        <p:nvPicPr>
          <p:cNvPr id="593" name="Google Shape;593;p51"/>
          <p:cNvPicPr preferRelativeResize="0"/>
          <p:nvPr/>
        </p:nvPicPr>
        <p:blipFill rotWithShape="1">
          <a:blip r:embed="rId5">
            <a:alphaModFix/>
          </a:blip>
          <a:srcRect b="0" l="50" r="60" t="0"/>
          <a:stretch/>
        </p:blipFill>
        <p:spPr>
          <a:xfrm>
            <a:off x="6166767" y="651921"/>
            <a:ext cx="4130098" cy="4169129"/>
          </a:xfrm>
          <a:prstGeom prst="rect">
            <a:avLst/>
          </a:prstGeom>
          <a:noFill/>
          <a:ln>
            <a:noFill/>
          </a:ln>
        </p:spPr>
      </p:pic>
      <p:pic>
        <p:nvPicPr>
          <p:cNvPr id="594" name="Google Shape;594;p51"/>
          <p:cNvPicPr preferRelativeResize="0"/>
          <p:nvPr/>
        </p:nvPicPr>
        <p:blipFill rotWithShape="1">
          <a:blip r:embed="rId6">
            <a:alphaModFix/>
          </a:blip>
          <a:srcRect b="15433" l="1840" r="4263" t="0"/>
          <a:stretch/>
        </p:blipFill>
        <p:spPr>
          <a:xfrm>
            <a:off x="0" y="3028616"/>
            <a:ext cx="9144003" cy="2239683"/>
          </a:xfrm>
          <a:prstGeom prst="rect">
            <a:avLst/>
          </a:prstGeom>
          <a:noFill/>
          <a:ln>
            <a:noFill/>
          </a:ln>
        </p:spPr>
      </p:pic>
      <p:sp>
        <p:nvSpPr>
          <p:cNvPr id="595" name="Google Shape;595;p51"/>
          <p:cNvSpPr txBox="1"/>
          <p:nvPr>
            <p:ph idx="2" type="title"/>
          </p:nvPr>
        </p:nvSpPr>
        <p:spPr>
          <a:xfrm>
            <a:off x="326998" y="563718"/>
            <a:ext cx="1596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96" name="Google Shape;596;p51"/>
          <p:cNvSpPr txBox="1"/>
          <p:nvPr>
            <p:ph idx="1" type="subTitle"/>
          </p:nvPr>
        </p:nvSpPr>
        <p:spPr>
          <a:xfrm>
            <a:off x="1783556" y="1317595"/>
            <a:ext cx="4762500" cy="44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study of ecological patterns in a global scale</a:t>
            </a:r>
            <a:endParaRPr/>
          </a:p>
        </p:txBody>
      </p:sp>
      <p:sp>
        <p:nvSpPr>
          <p:cNvPr id="597" name="Google Shape;597;p51"/>
          <p:cNvSpPr txBox="1"/>
          <p:nvPr>
            <p:ph type="title"/>
          </p:nvPr>
        </p:nvSpPr>
        <p:spPr>
          <a:xfrm>
            <a:off x="1783557" y="475795"/>
            <a:ext cx="48417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Macroecology</a:t>
            </a:r>
            <a:endParaRPr/>
          </a:p>
        </p:txBody>
      </p:sp>
      <p:pic>
        <p:nvPicPr>
          <p:cNvPr id="598" name="Google Shape;598;p51"/>
          <p:cNvPicPr preferRelativeResize="0"/>
          <p:nvPr/>
        </p:nvPicPr>
        <p:blipFill>
          <a:blip r:embed="rId7">
            <a:alphaModFix/>
          </a:blip>
          <a:stretch>
            <a:fillRect/>
          </a:stretch>
        </p:blipFill>
        <p:spPr>
          <a:xfrm>
            <a:off x="5193713" y="2703825"/>
            <a:ext cx="3043875" cy="1753299"/>
          </a:xfrm>
          <a:prstGeom prst="rect">
            <a:avLst/>
          </a:prstGeom>
          <a:noFill/>
          <a:ln>
            <a:noFill/>
          </a:ln>
        </p:spPr>
      </p:pic>
      <p:pic>
        <p:nvPicPr>
          <p:cNvPr id="599" name="Google Shape;599;p51"/>
          <p:cNvPicPr preferRelativeResize="0"/>
          <p:nvPr/>
        </p:nvPicPr>
        <p:blipFill>
          <a:blip r:embed="rId8">
            <a:alphaModFix/>
          </a:blip>
          <a:stretch>
            <a:fillRect/>
          </a:stretch>
        </p:blipFill>
        <p:spPr>
          <a:xfrm>
            <a:off x="-533857" y="2449525"/>
            <a:ext cx="2497925" cy="352325"/>
          </a:xfrm>
          <a:prstGeom prst="rect">
            <a:avLst/>
          </a:prstGeom>
          <a:noFill/>
          <a:ln>
            <a:noFill/>
          </a:ln>
        </p:spPr>
      </p:pic>
      <p:pic>
        <p:nvPicPr>
          <p:cNvPr id="600" name="Google Shape;600;p51"/>
          <p:cNvPicPr preferRelativeResize="0"/>
          <p:nvPr/>
        </p:nvPicPr>
        <p:blipFill>
          <a:blip r:embed="rId9">
            <a:alphaModFix/>
          </a:blip>
          <a:stretch>
            <a:fillRect/>
          </a:stretch>
        </p:blipFill>
        <p:spPr>
          <a:xfrm>
            <a:off x="1134750" y="2815735"/>
            <a:ext cx="1176650" cy="1457325"/>
          </a:xfrm>
          <a:prstGeom prst="rect">
            <a:avLst/>
          </a:prstGeom>
          <a:noFill/>
          <a:ln>
            <a:noFill/>
          </a:ln>
        </p:spPr>
      </p:pic>
      <p:pic>
        <p:nvPicPr>
          <p:cNvPr id="601" name="Google Shape;601;p51"/>
          <p:cNvPicPr preferRelativeResize="0"/>
          <p:nvPr/>
        </p:nvPicPr>
        <p:blipFill>
          <a:blip r:embed="rId10">
            <a:alphaModFix/>
          </a:blip>
          <a:stretch>
            <a:fillRect/>
          </a:stretch>
        </p:blipFill>
        <p:spPr>
          <a:xfrm>
            <a:off x="3848461" y="2959613"/>
            <a:ext cx="1055979" cy="1062600"/>
          </a:xfrm>
          <a:prstGeom prst="rect">
            <a:avLst/>
          </a:prstGeom>
          <a:noFill/>
          <a:ln>
            <a:noFill/>
          </a:ln>
        </p:spPr>
      </p:pic>
      <p:sp>
        <p:nvSpPr>
          <p:cNvPr id="602" name="Google Shape;602;p51"/>
          <p:cNvSpPr/>
          <p:nvPr/>
        </p:nvSpPr>
        <p:spPr>
          <a:xfrm>
            <a:off x="6265405" y="1858997"/>
            <a:ext cx="1055940" cy="979199"/>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603" name="Google Shape;603;p51"/>
          <p:cNvSpPr txBox="1"/>
          <p:nvPr>
            <p:ph idx="2" type="title"/>
          </p:nvPr>
        </p:nvSpPr>
        <p:spPr>
          <a:xfrm>
            <a:off x="5975010" y="1927688"/>
            <a:ext cx="15963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04" name="Google Shape;604;p51"/>
          <p:cNvSpPr txBox="1"/>
          <p:nvPr>
            <p:ph type="title"/>
          </p:nvPr>
        </p:nvSpPr>
        <p:spPr>
          <a:xfrm>
            <a:off x="405472" y="1956975"/>
            <a:ext cx="59610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400"/>
              <a:t>Estimation/extrapolation</a:t>
            </a:r>
            <a:endParaRPr sz="3400"/>
          </a:p>
        </p:txBody>
      </p:sp>
      <p:pic>
        <p:nvPicPr>
          <p:cNvPr id="605" name="Google Shape;605;p51"/>
          <p:cNvPicPr preferRelativeResize="0"/>
          <p:nvPr/>
        </p:nvPicPr>
        <p:blipFill>
          <a:blip r:embed="rId11">
            <a:alphaModFix/>
          </a:blip>
          <a:stretch>
            <a:fillRect/>
          </a:stretch>
        </p:blipFill>
        <p:spPr>
          <a:xfrm>
            <a:off x="7372400" y="189275"/>
            <a:ext cx="1284950" cy="1284950"/>
          </a:xfrm>
          <a:prstGeom prst="rect">
            <a:avLst/>
          </a:prstGeom>
          <a:noFill/>
          <a:ln>
            <a:noFill/>
          </a:ln>
        </p:spPr>
      </p:pic>
      <p:sp>
        <p:nvSpPr>
          <p:cNvPr id="606" name="Google Shape;606;p51"/>
          <p:cNvSpPr txBox="1"/>
          <p:nvPr/>
        </p:nvSpPr>
        <p:spPr>
          <a:xfrm>
            <a:off x="7283258" y="1399228"/>
            <a:ext cx="1176600" cy="30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Camilo Mora</a:t>
            </a:r>
            <a:endParaRPr sz="6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52"/>
          <p:cNvSpPr/>
          <p:nvPr/>
        </p:nvSpPr>
        <p:spPr>
          <a:xfrm>
            <a:off x="5721373" y="3454535"/>
            <a:ext cx="2016900" cy="509100"/>
          </a:xfrm>
          <a:prstGeom prst="roundRect">
            <a:avLst>
              <a:gd fmla="val 16667" name="adj"/>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12" name="Google Shape;612;p52"/>
          <p:cNvSpPr/>
          <p:nvPr/>
        </p:nvSpPr>
        <p:spPr>
          <a:xfrm>
            <a:off x="5663923" y="2314742"/>
            <a:ext cx="2961300" cy="874800"/>
          </a:xfrm>
          <a:prstGeom prst="roundRect">
            <a:avLst>
              <a:gd fmla="val 16667" name="adj"/>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13" name="Google Shape;613;p52"/>
          <p:cNvSpPr/>
          <p:nvPr/>
        </p:nvSpPr>
        <p:spPr>
          <a:xfrm>
            <a:off x="5683072" y="1198860"/>
            <a:ext cx="1762500" cy="924300"/>
          </a:xfrm>
          <a:prstGeom prst="roundRect">
            <a:avLst>
              <a:gd fmla="val 16667" name="adj"/>
            </a:avLst>
          </a:prstGeom>
          <a:solidFill>
            <a:srgbClr val="B4A7D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14" name="Google Shape;614;p52"/>
          <p:cNvSpPr txBox="1"/>
          <p:nvPr>
            <p:ph type="title"/>
          </p:nvPr>
        </p:nvSpPr>
        <p:spPr>
          <a:xfrm>
            <a:off x="724620" y="320508"/>
            <a:ext cx="82293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Mora’s </a:t>
            </a:r>
            <a:r>
              <a:rPr lang="en" sz="3000"/>
              <a:t>Graphics</a:t>
            </a:r>
            <a:r>
              <a:rPr lang="en" sz="3000"/>
              <a:t> - </a:t>
            </a:r>
            <a:r>
              <a:rPr lang="en" sz="3000"/>
              <a:t>stagnant higher taxa</a:t>
            </a:r>
            <a:endParaRPr sz="3000"/>
          </a:p>
        </p:txBody>
      </p:sp>
      <p:sp>
        <p:nvSpPr>
          <p:cNvPr id="615" name="Google Shape;615;p52"/>
          <p:cNvSpPr txBox="1"/>
          <p:nvPr/>
        </p:nvSpPr>
        <p:spPr>
          <a:xfrm>
            <a:off x="1398500" y="4062875"/>
            <a:ext cx="4012500" cy="287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700" u="sng">
                <a:solidFill>
                  <a:schemeClr val="hlink"/>
                </a:solidFill>
                <a:latin typeface="DM Sans"/>
                <a:ea typeface="DM Sans"/>
                <a:cs typeface="DM Sans"/>
                <a:sym typeface="DM Sans"/>
                <a:hlinkClick r:id="rId3"/>
              </a:rPr>
              <a:t>https://journals.plos.org/plosbiology/article?id=10.1371/journal.pbio.1001127#s4</a:t>
            </a:r>
            <a:endParaRPr sz="700">
              <a:solidFill>
                <a:schemeClr val="dk1"/>
              </a:solidFill>
              <a:latin typeface="DM Sans"/>
              <a:ea typeface="DM Sans"/>
              <a:cs typeface="DM Sans"/>
              <a:sym typeface="DM Sans"/>
            </a:endParaRPr>
          </a:p>
          <a:p>
            <a:pPr indent="0" lvl="0" marL="0" rtl="0" algn="r">
              <a:spcBef>
                <a:spcPts val="0"/>
              </a:spcBef>
              <a:spcAft>
                <a:spcPts val="0"/>
              </a:spcAft>
              <a:buNone/>
            </a:pPr>
            <a:r>
              <a:rPr lang="en" sz="700">
                <a:solidFill>
                  <a:schemeClr val="dk1"/>
                </a:solidFill>
                <a:latin typeface="DM Sans"/>
                <a:ea typeface="DM Sans"/>
                <a:cs typeface="DM Sans"/>
                <a:sym typeface="DM Sans"/>
              </a:rPr>
              <a:t>2011</a:t>
            </a:r>
            <a:endParaRPr sz="700">
              <a:solidFill>
                <a:schemeClr val="dk1"/>
              </a:solidFill>
              <a:latin typeface="DM Sans"/>
              <a:ea typeface="DM Sans"/>
              <a:cs typeface="DM Sans"/>
              <a:sym typeface="DM Sans"/>
            </a:endParaRPr>
          </a:p>
        </p:txBody>
      </p:sp>
      <p:pic>
        <p:nvPicPr>
          <p:cNvPr id="616" name="Google Shape;616;p52"/>
          <p:cNvPicPr preferRelativeResize="0"/>
          <p:nvPr/>
        </p:nvPicPr>
        <p:blipFill>
          <a:blip r:embed="rId4">
            <a:alphaModFix/>
          </a:blip>
          <a:stretch>
            <a:fillRect/>
          </a:stretch>
        </p:blipFill>
        <p:spPr>
          <a:xfrm>
            <a:off x="296073" y="1170125"/>
            <a:ext cx="5025746" cy="2839252"/>
          </a:xfrm>
          <a:prstGeom prst="rect">
            <a:avLst/>
          </a:prstGeom>
          <a:noFill/>
          <a:ln>
            <a:noFill/>
          </a:ln>
        </p:spPr>
      </p:pic>
      <p:sp>
        <p:nvSpPr>
          <p:cNvPr id="617" name="Google Shape;617;p52"/>
          <p:cNvSpPr txBox="1"/>
          <p:nvPr/>
        </p:nvSpPr>
        <p:spPr>
          <a:xfrm>
            <a:off x="5710281" y="1352510"/>
            <a:ext cx="20169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373579"/>
                </a:solidFill>
                <a:latin typeface="Reggae One"/>
                <a:ea typeface="Reggae One"/>
                <a:cs typeface="Reggae One"/>
                <a:sym typeface="Reggae One"/>
              </a:rPr>
              <a:t>Stagnant higher taxa</a:t>
            </a:r>
            <a:endParaRPr sz="2000">
              <a:solidFill>
                <a:srgbClr val="373579"/>
              </a:solidFill>
              <a:latin typeface="Reggae One"/>
              <a:ea typeface="Reggae One"/>
              <a:cs typeface="Reggae One"/>
              <a:sym typeface="Reggae One"/>
            </a:endParaRPr>
          </a:p>
        </p:txBody>
      </p:sp>
      <p:sp>
        <p:nvSpPr>
          <p:cNvPr id="618" name="Google Shape;618;p52"/>
          <p:cNvSpPr txBox="1"/>
          <p:nvPr/>
        </p:nvSpPr>
        <p:spPr>
          <a:xfrm>
            <a:off x="5681548" y="2158667"/>
            <a:ext cx="2961300" cy="11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373579"/>
                </a:solidFill>
                <a:latin typeface="Reggae One"/>
                <a:ea typeface="Reggae One"/>
                <a:cs typeface="Reggae One"/>
                <a:sym typeface="Reggae One"/>
              </a:rPr>
              <a:t>Mathematical</a:t>
            </a:r>
            <a:r>
              <a:rPr lang="en" sz="2000">
                <a:solidFill>
                  <a:srgbClr val="373579"/>
                </a:solidFill>
                <a:latin typeface="Reggae One"/>
                <a:ea typeface="Reggae One"/>
                <a:cs typeface="Reggae One"/>
                <a:sym typeface="Reggae One"/>
              </a:rPr>
              <a:t> relation - regression</a:t>
            </a:r>
            <a:endParaRPr sz="2000">
              <a:solidFill>
                <a:srgbClr val="373579"/>
              </a:solidFill>
              <a:latin typeface="Reggae One"/>
              <a:ea typeface="Reggae One"/>
              <a:cs typeface="Reggae One"/>
              <a:sym typeface="Reggae One"/>
            </a:endParaRPr>
          </a:p>
        </p:txBody>
      </p:sp>
      <p:sp>
        <p:nvSpPr>
          <p:cNvPr id="619" name="Google Shape;619;p52"/>
          <p:cNvSpPr txBox="1"/>
          <p:nvPr/>
        </p:nvSpPr>
        <p:spPr>
          <a:xfrm>
            <a:off x="5729422" y="3390985"/>
            <a:ext cx="26547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373579"/>
                </a:solidFill>
                <a:latin typeface="Reggae One"/>
                <a:ea typeface="Reggae One"/>
                <a:cs typeface="Reggae One"/>
                <a:sym typeface="Reggae One"/>
              </a:rPr>
              <a:t>Extrapolation</a:t>
            </a:r>
            <a:endParaRPr sz="2000">
              <a:solidFill>
                <a:srgbClr val="373579"/>
              </a:solidFill>
              <a:latin typeface="Reggae One"/>
              <a:ea typeface="Reggae One"/>
              <a:cs typeface="Reggae One"/>
              <a:sym typeface="Reggae One"/>
            </a:endParaRPr>
          </a:p>
        </p:txBody>
      </p:sp>
      <p:sp>
        <p:nvSpPr>
          <p:cNvPr id="620" name="Google Shape;620;p52"/>
          <p:cNvSpPr txBox="1"/>
          <p:nvPr/>
        </p:nvSpPr>
        <p:spPr>
          <a:xfrm>
            <a:off x="7806825" y="977125"/>
            <a:ext cx="1048800" cy="509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rgbClr val="373579"/>
                </a:solidFill>
                <a:latin typeface="Reggae One"/>
                <a:ea typeface="Reggae One"/>
                <a:cs typeface="Reggae One"/>
                <a:sym typeface="Reggae One"/>
              </a:rPr>
              <a:t>2011</a:t>
            </a:r>
            <a:endParaRPr sz="2000">
              <a:solidFill>
                <a:srgbClr val="373579"/>
              </a:solidFill>
              <a:latin typeface="Reggae One"/>
              <a:ea typeface="Reggae One"/>
              <a:cs typeface="Reggae One"/>
              <a:sym typeface="Reggae On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pic>
        <p:nvPicPr>
          <p:cNvPr id="625" name="Google Shape;625;p53"/>
          <p:cNvPicPr preferRelativeResize="0"/>
          <p:nvPr/>
        </p:nvPicPr>
        <p:blipFill>
          <a:blip r:embed="rId3">
            <a:alphaModFix/>
          </a:blip>
          <a:stretch>
            <a:fillRect/>
          </a:stretch>
        </p:blipFill>
        <p:spPr>
          <a:xfrm>
            <a:off x="3299575" y="2286400"/>
            <a:ext cx="658959" cy="735000"/>
          </a:xfrm>
          <a:prstGeom prst="rect">
            <a:avLst/>
          </a:prstGeom>
          <a:noFill/>
          <a:ln>
            <a:noFill/>
          </a:ln>
        </p:spPr>
      </p:pic>
      <p:pic>
        <p:nvPicPr>
          <p:cNvPr id="626" name="Google Shape;626;p53"/>
          <p:cNvPicPr preferRelativeResize="0"/>
          <p:nvPr/>
        </p:nvPicPr>
        <p:blipFill>
          <a:blip r:embed="rId3">
            <a:alphaModFix/>
          </a:blip>
          <a:stretch>
            <a:fillRect/>
          </a:stretch>
        </p:blipFill>
        <p:spPr>
          <a:xfrm>
            <a:off x="3380900" y="2522140"/>
            <a:ext cx="398875" cy="444899"/>
          </a:xfrm>
          <a:prstGeom prst="rect">
            <a:avLst/>
          </a:prstGeom>
          <a:noFill/>
          <a:ln>
            <a:noFill/>
          </a:ln>
        </p:spPr>
      </p:pic>
      <p:pic>
        <p:nvPicPr>
          <p:cNvPr id="627" name="Google Shape;627;p53"/>
          <p:cNvPicPr preferRelativeResize="0"/>
          <p:nvPr/>
        </p:nvPicPr>
        <p:blipFill>
          <a:blip r:embed="rId4">
            <a:alphaModFix/>
          </a:blip>
          <a:stretch>
            <a:fillRect/>
          </a:stretch>
        </p:blipFill>
        <p:spPr>
          <a:xfrm>
            <a:off x="958549" y="1110675"/>
            <a:ext cx="1694224" cy="1678300"/>
          </a:xfrm>
          <a:prstGeom prst="rect">
            <a:avLst/>
          </a:prstGeom>
          <a:noFill/>
          <a:ln>
            <a:noFill/>
          </a:ln>
        </p:spPr>
      </p:pic>
      <p:pic>
        <p:nvPicPr>
          <p:cNvPr id="628" name="Google Shape;628;p53"/>
          <p:cNvPicPr preferRelativeResize="0"/>
          <p:nvPr/>
        </p:nvPicPr>
        <p:blipFill rotWithShape="1">
          <a:blip r:embed="rId5">
            <a:alphaModFix/>
          </a:blip>
          <a:srcRect b="42193" l="11087" r="0" t="0"/>
          <a:stretch/>
        </p:blipFill>
        <p:spPr>
          <a:xfrm>
            <a:off x="43431" y="2142797"/>
            <a:ext cx="9364250" cy="3722227"/>
          </a:xfrm>
          <a:prstGeom prst="rect">
            <a:avLst/>
          </a:prstGeom>
          <a:noFill/>
          <a:ln>
            <a:noFill/>
          </a:ln>
        </p:spPr>
      </p:pic>
      <p:pic>
        <p:nvPicPr>
          <p:cNvPr id="629" name="Google Shape;629;p53"/>
          <p:cNvPicPr preferRelativeResize="0"/>
          <p:nvPr/>
        </p:nvPicPr>
        <p:blipFill>
          <a:blip r:embed="rId6">
            <a:alphaModFix/>
          </a:blip>
          <a:stretch>
            <a:fillRect/>
          </a:stretch>
        </p:blipFill>
        <p:spPr>
          <a:xfrm>
            <a:off x="1434202" y="1528638"/>
            <a:ext cx="1616250" cy="1324649"/>
          </a:xfrm>
          <a:prstGeom prst="rect">
            <a:avLst/>
          </a:prstGeom>
          <a:noFill/>
          <a:ln>
            <a:noFill/>
          </a:ln>
        </p:spPr>
      </p:pic>
      <p:pic>
        <p:nvPicPr>
          <p:cNvPr id="630" name="Google Shape;630;p53"/>
          <p:cNvPicPr preferRelativeResize="0"/>
          <p:nvPr/>
        </p:nvPicPr>
        <p:blipFill>
          <a:blip r:embed="rId7">
            <a:alphaModFix/>
          </a:blip>
          <a:stretch>
            <a:fillRect/>
          </a:stretch>
        </p:blipFill>
        <p:spPr>
          <a:xfrm>
            <a:off x="7636203" y="2925400"/>
            <a:ext cx="1735674" cy="2289552"/>
          </a:xfrm>
          <a:prstGeom prst="rect">
            <a:avLst/>
          </a:prstGeom>
          <a:noFill/>
          <a:ln>
            <a:noFill/>
          </a:ln>
        </p:spPr>
      </p:pic>
      <p:pic>
        <p:nvPicPr>
          <p:cNvPr id="631" name="Google Shape;631;p53"/>
          <p:cNvPicPr preferRelativeResize="0"/>
          <p:nvPr/>
        </p:nvPicPr>
        <p:blipFill rotWithShape="1">
          <a:blip r:embed="rId8">
            <a:alphaModFix/>
          </a:blip>
          <a:srcRect b="6516" l="8759" r="0" t="0"/>
          <a:stretch/>
        </p:blipFill>
        <p:spPr>
          <a:xfrm>
            <a:off x="0" y="1980725"/>
            <a:ext cx="1583675" cy="3162773"/>
          </a:xfrm>
          <a:prstGeom prst="rect">
            <a:avLst/>
          </a:prstGeom>
          <a:noFill/>
          <a:ln>
            <a:noFill/>
          </a:ln>
        </p:spPr>
      </p:pic>
      <p:pic>
        <p:nvPicPr>
          <p:cNvPr id="632" name="Google Shape;632;p53"/>
          <p:cNvPicPr preferRelativeResize="0"/>
          <p:nvPr/>
        </p:nvPicPr>
        <p:blipFill>
          <a:blip r:embed="rId9">
            <a:alphaModFix/>
          </a:blip>
          <a:stretch>
            <a:fillRect/>
          </a:stretch>
        </p:blipFill>
        <p:spPr>
          <a:xfrm>
            <a:off x="2997350" y="3784075"/>
            <a:ext cx="1331300" cy="1648849"/>
          </a:xfrm>
          <a:prstGeom prst="rect">
            <a:avLst/>
          </a:prstGeom>
          <a:noFill/>
          <a:ln>
            <a:noFill/>
          </a:ln>
        </p:spPr>
      </p:pic>
      <p:pic>
        <p:nvPicPr>
          <p:cNvPr id="633" name="Google Shape;633;p53"/>
          <p:cNvPicPr preferRelativeResize="0"/>
          <p:nvPr/>
        </p:nvPicPr>
        <p:blipFill>
          <a:blip r:embed="rId3">
            <a:alphaModFix/>
          </a:blip>
          <a:stretch>
            <a:fillRect/>
          </a:stretch>
        </p:blipFill>
        <p:spPr>
          <a:xfrm>
            <a:off x="621025" y="4297492"/>
            <a:ext cx="892975" cy="996025"/>
          </a:xfrm>
          <a:prstGeom prst="rect">
            <a:avLst/>
          </a:prstGeom>
          <a:noFill/>
          <a:ln>
            <a:noFill/>
          </a:ln>
        </p:spPr>
      </p:pic>
      <p:pic>
        <p:nvPicPr>
          <p:cNvPr id="634" name="Google Shape;634;p53"/>
          <p:cNvPicPr preferRelativeResize="0"/>
          <p:nvPr/>
        </p:nvPicPr>
        <p:blipFill>
          <a:blip r:embed="rId10">
            <a:alphaModFix/>
          </a:blip>
          <a:stretch>
            <a:fillRect/>
          </a:stretch>
        </p:blipFill>
        <p:spPr>
          <a:xfrm>
            <a:off x="7567212" y="2371763"/>
            <a:ext cx="3151427" cy="399975"/>
          </a:xfrm>
          <a:prstGeom prst="rect">
            <a:avLst/>
          </a:prstGeom>
          <a:noFill/>
          <a:ln>
            <a:noFill/>
          </a:ln>
        </p:spPr>
      </p:pic>
      <p:sp>
        <p:nvSpPr>
          <p:cNvPr id="635" name="Google Shape;635;p53"/>
          <p:cNvSpPr txBox="1"/>
          <p:nvPr>
            <p:ph type="title"/>
          </p:nvPr>
        </p:nvSpPr>
        <p:spPr>
          <a:xfrm>
            <a:off x="3421000" y="747475"/>
            <a:ext cx="5007900" cy="2041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8,75 million</a:t>
            </a:r>
            <a:endParaRPr>
              <a:solidFill>
                <a:schemeClr val="dk1"/>
              </a:solidFill>
            </a:endParaRPr>
          </a:p>
        </p:txBody>
      </p:sp>
      <p:pic>
        <p:nvPicPr>
          <p:cNvPr id="636" name="Google Shape;636;p53"/>
          <p:cNvPicPr preferRelativeResize="0"/>
          <p:nvPr/>
        </p:nvPicPr>
        <p:blipFill>
          <a:blip r:embed="rId11">
            <a:alphaModFix/>
          </a:blip>
          <a:stretch>
            <a:fillRect/>
          </a:stretch>
        </p:blipFill>
        <p:spPr>
          <a:xfrm>
            <a:off x="-2209524" y="941260"/>
            <a:ext cx="4414400" cy="622650"/>
          </a:xfrm>
          <a:prstGeom prst="rect">
            <a:avLst/>
          </a:prstGeom>
          <a:noFill/>
          <a:ln>
            <a:noFill/>
          </a:ln>
        </p:spPr>
      </p:pic>
      <p:pic>
        <p:nvPicPr>
          <p:cNvPr id="637" name="Google Shape;637;p53"/>
          <p:cNvPicPr preferRelativeResize="0"/>
          <p:nvPr/>
        </p:nvPicPr>
        <p:blipFill>
          <a:blip r:embed="rId11">
            <a:alphaModFix/>
          </a:blip>
          <a:stretch>
            <a:fillRect/>
          </a:stretch>
        </p:blipFill>
        <p:spPr>
          <a:xfrm>
            <a:off x="6748375" y="278488"/>
            <a:ext cx="3637200" cy="513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54"/>
          <p:cNvSpPr txBox="1"/>
          <p:nvPr>
            <p:ph idx="1" type="subTitle"/>
          </p:nvPr>
        </p:nvSpPr>
        <p:spPr>
          <a:xfrm>
            <a:off x="958492" y="3390652"/>
            <a:ext cx="7871700" cy="60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 sz="1400"/>
              <a:t>Wiens JJ (2023) How many species are there on Earth? Progress and problems. PLoS Biol 21(11): e3002388. </a:t>
            </a:r>
            <a:r>
              <a:rPr i="1" lang="en" sz="1400">
                <a:solidFill>
                  <a:srgbClr val="0000FF"/>
                </a:solidFill>
              </a:rPr>
              <a:t>https://doi.org/10.1371/journal. </a:t>
            </a:r>
            <a:r>
              <a:rPr i="1" lang="en" sz="1400">
                <a:solidFill>
                  <a:srgbClr val="0000FF"/>
                </a:solidFill>
              </a:rPr>
              <a:t>p</a:t>
            </a:r>
            <a:r>
              <a:rPr i="1" lang="en" sz="1400">
                <a:solidFill>
                  <a:srgbClr val="0000FF"/>
                </a:solidFill>
              </a:rPr>
              <a:t>bio.3002388</a:t>
            </a:r>
            <a:endParaRPr i="1" sz="1400">
              <a:solidFill>
                <a:srgbClr val="0000FF"/>
              </a:solidFill>
            </a:endParaRPr>
          </a:p>
        </p:txBody>
      </p:sp>
      <p:pic>
        <p:nvPicPr>
          <p:cNvPr id="643" name="Google Shape;643;p54" title="Screenshot_16-10-2026_154648_.jpeg"/>
          <p:cNvPicPr preferRelativeResize="0"/>
          <p:nvPr/>
        </p:nvPicPr>
        <p:blipFill rotWithShape="1">
          <a:blip r:embed="rId3">
            <a:alphaModFix/>
          </a:blip>
          <a:srcRect b="0" l="0" r="0" t="-8755"/>
          <a:stretch/>
        </p:blipFill>
        <p:spPr>
          <a:xfrm>
            <a:off x="1140723" y="-116363"/>
            <a:ext cx="6952524" cy="3451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5"/>
          <p:cNvSpPr/>
          <p:nvPr/>
        </p:nvSpPr>
        <p:spPr>
          <a:xfrm>
            <a:off x="963512" y="1801424"/>
            <a:ext cx="649072" cy="601862"/>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649" name="Google Shape;649;p55"/>
          <p:cNvSpPr/>
          <p:nvPr/>
        </p:nvSpPr>
        <p:spPr>
          <a:xfrm>
            <a:off x="963512" y="2740219"/>
            <a:ext cx="649072" cy="601862"/>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650" name="Google Shape;650;p55"/>
          <p:cNvSpPr/>
          <p:nvPr/>
        </p:nvSpPr>
        <p:spPr>
          <a:xfrm>
            <a:off x="4416846" y="1854944"/>
            <a:ext cx="649072" cy="601862"/>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651" name="Google Shape;651;p55"/>
          <p:cNvSpPr/>
          <p:nvPr/>
        </p:nvSpPr>
        <p:spPr>
          <a:xfrm>
            <a:off x="4416846" y="2793739"/>
            <a:ext cx="649072" cy="601862"/>
          </a:xfrm>
          <a:custGeom>
            <a:rect b="b" l="l" r="r" t="t"/>
            <a:pathLst>
              <a:path extrusionOk="0" h="58661" w="123574">
                <a:moveTo>
                  <a:pt x="0" y="0"/>
                </a:moveTo>
                <a:lnTo>
                  <a:pt x="1431" y="58661"/>
                </a:lnTo>
                <a:lnTo>
                  <a:pt x="120584" y="58305"/>
                </a:lnTo>
                <a:lnTo>
                  <a:pt x="123574" y="345"/>
                </a:lnTo>
                <a:close/>
              </a:path>
            </a:pathLst>
          </a:custGeom>
          <a:solidFill>
            <a:schemeClr val="accent1"/>
          </a:solidFill>
          <a:ln>
            <a:noFill/>
          </a:ln>
        </p:spPr>
      </p:sp>
      <p:sp>
        <p:nvSpPr>
          <p:cNvPr id="652" name="Google Shape;652;p55"/>
          <p:cNvSpPr txBox="1"/>
          <p:nvPr>
            <p:ph idx="16" type="subTitle"/>
          </p:nvPr>
        </p:nvSpPr>
        <p:spPr>
          <a:xfrm>
            <a:off x="1686290" y="1878794"/>
            <a:ext cx="28857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Limited DNA data</a:t>
            </a:r>
            <a:endParaRPr sz="1500"/>
          </a:p>
        </p:txBody>
      </p:sp>
      <p:sp>
        <p:nvSpPr>
          <p:cNvPr id="653" name="Google Shape;653;p55"/>
          <p:cNvSpPr txBox="1"/>
          <p:nvPr>
            <p:ph type="title"/>
          </p:nvPr>
        </p:nvSpPr>
        <p:spPr>
          <a:xfrm>
            <a:off x="965974" y="1878794"/>
            <a:ext cx="644100" cy="4473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lt1"/>
                </a:solidFill>
              </a:rPr>
              <a:t>01</a:t>
            </a:r>
            <a:endParaRPr sz="2200">
              <a:solidFill>
                <a:schemeClr val="lt1"/>
              </a:solidFill>
            </a:endParaRPr>
          </a:p>
        </p:txBody>
      </p:sp>
      <p:sp>
        <p:nvSpPr>
          <p:cNvPr id="654" name="Google Shape;654;p55"/>
          <p:cNvSpPr txBox="1"/>
          <p:nvPr>
            <p:ph idx="2" type="title"/>
          </p:nvPr>
        </p:nvSpPr>
        <p:spPr>
          <a:xfrm>
            <a:off x="965974" y="2817539"/>
            <a:ext cx="644100" cy="44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55" name="Google Shape;655;p55"/>
          <p:cNvSpPr txBox="1"/>
          <p:nvPr>
            <p:ph idx="8" type="title"/>
          </p:nvPr>
        </p:nvSpPr>
        <p:spPr>
          <a:xfrm>
            <a:off x="4419322" y="1932214"/>
            <a:ext cx="644100" cy="44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656" name="Google Shape;656;p55"/>
          <p:cNvSpPr txBox="1"/>
          <p:nvPr>
            <p:ph idx="13" type="title"/>
          </p:nvPr>
        </p:nvSpPr>
        <p:spPr>
          <a:xfrm>
            <a:off x="4419325" y="2871059"/>
            <a:ext cx="644100" cy="44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657" name="Google Shape;657;p55"/>
          <p:cNvSpPr txBox="1"/>
          <p:nvPr>
            <p:ph idx="15" type="title"/>
          </p:nvPr>
        </p:nvSpPr>
        <p:spPr>
          <a:xfrm>
            <a:off x="720000" y="563852"/>
            <a:ext cx="7732800" cy="60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Why is it so hard to estimate the total number of species?</a:t>
            </a:r>
            <a:endParaRPr/>
          </a:p>
        </p:txBody>
      </p:sp>
      <p:sp>
        <p:nvSpPr>
          <p:cNvPr id="658" name="Google Shape;658;p55"/>
          <p:cNvSpPr txBox="1"/>
          <p:nvPr>
            <p:ph idx="17" type="subTitle"/>
          </p:nvPr>
        </p:nvSpPr>
        <p:spPr>
          <a:xfrm>
            <a:off x="1686275" y="2859789"/>
            <a:ext cx="28857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Cryptic Diversity</a:t>
            </a:r>
            <a:endParaRPr sz="1500"/>
          </a:p>
        </p:txBody>
      </p:sp>
      <p:sp>
        <p:nvSpPr>
          <p:cNvPr id="659" name="Google Shape;659;p55"/>
          <p:cNvSpPr txBox="1"/>
          <p:nvPr>
            <p:ph idx="20" type="subTitle"/>
          </p:nvPr>
        </p:nvSpPr>
        <p:spPr>
          <a:xfrm>
            <a:off x="5139545" y="1932214"/>
            <a:ext cx="28857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Underestimation of prokaryotic diversity</a:t>
            </a:r>
            <a:endParaRPr sz="1500"/>
          </a:p>
        </p:txBody>
      </p:sp>
      <p:sp>
        <p:nvSpPr>
          <p:cNvPr id="660" name="Google Shape;660;p55"/>
          <p:cNvSpPr txBox="1"/>
          <p:nvPr>
            <p:ph idx="21" type="subTitle"/>
          </p:nvPr>
        </p:nvSpPr>
        <p:spPr>
          <a:xfrm>
            <a:off x="5143002" y="2871014"/>
            <a:ext cx="3573600" cy="447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500"/>
              <a:t>Assumption of stagnation</a:t>
            </a:r>
            <a:endParaRPr sz="1500"/>
          </a:p>
        </p:txBody>
      </p:sp>
      <p:sp>
        <p:nvSpPr>
          <p:cNvPr id="661" name="Google Shape;661;p55"/>
          <p:cNvSpPr txBox="1"/>
          <p:nvPr>
            <p:ph type="title"/>
          </p:nvPr>
        </p:nvSpPr>
        <p:spPr>
          <a:xfrm>
            <a:off x="965974" y="1878794"/>
            <a:ext cx="644100" cy="447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62" name="Google Shape;662;p55"/>
          <p:cNvSpPr txBox="1"/>
          <p:nvPr/>
        </p:nvSpPr>
        <p:spPr>
          <a:xfrm>
            <a:off x="1374928" y="4735318"/>
            <a:ext cx="30444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DM Sans"/>
                <a:ea typeface="DM Sans"/>
                <a:cs typeface="DM Sans"/>
                <a:sym typeface="DM Sans"/>
              </a:rPr>
              <a:t>John J. Wiens in </a:t>
            </a:r>
            <a:r>
              <a:rPr i="1" lang="en" sz="600">
                <a:solidFill>
                  <a:schemeClr val="dk1"/>
                </a:solidFill>
                <a:latin typeface="DM Sans"/>
                <a:ea typeface="DM Sans"/>
                <a:cs typeface="DM Sans"/>
                <a:sym typeface="DM Sans"/>
              </a:rPr>
              <a:t>How many species are there on Earth? Progress and problems</a:t>
            </a:r>
            <a:endParaRPr i="1" sz="600">
              <a:solidFill>
                <a:schemeClr val="dk1"/>
              </a:solidFill>
              <a:latin typeface="DM Sans"/>
              <a:ea typeface="DM Sans"/>
              <a:cs typeface="DM Sans"/>
              <a:sym typeface="DM Sans"/>
            </a:endParaRPr>
          </a:p>
          <a:p>
            <a:pPr indent="0" lvl="0" marL="0" rtl="0" algn="l">
              <a:spcBef>
                <a:spcPts val="0"/>
              </a:spcBef>
              <a:spcAft>
                <a:spcPts val="0"/>
              </a:spcAft>
              <a:buNone/>
            </a:pPr>
            <a:r>
              <a:t/>
            </a:r>
            <a:endParaRPr sz="600">
              <a:solidFill>
                <a:schemeClr val="dk1"/>
              </a:solidFill>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pic>
        <p:nvPicPr>
          <p:cNvPr id="667" name="Google Shape;667;p56"/>
          <p:cNvPicPr preferRelativeResize="0"/>
          <p:nvPr/>
        </p:nvPicPr>
        <p:blipFill rotWithShape="1">
          <a:blip r:embed="rId3">
            <a:alphaModFix/>
          </a:blip>
          <a:srcRect b="67121" l="3755" r="5772" t="2125"/>
          <a:stretch/>
        </p:blipFill>
        <p:spPr>
          <a:xfrm flipH="1">
            <a:off x="0" y="3590925"/>
            <a:ext cx="9143999" cy="1552574"/>
          </a:xfrm>
          <a:prstGeom prst="rect">
            <a:avLst/>
          </a:prstGeom>
          <a:noFill/>
          <a:ln>
            <a:noFill/>
          </a:ln>
        </p:spPr>
      </p:pic>
      <p:pic>
        <p:nvPicPr>
          <p:cNvPr id="668" name="Google Shape;668;p56"/>
          <p:cNvPicPr preferRelativeResize="0"/>
          <p:nvPr/>
        </p:nvPicPr>
        <p:blipFill>
          <a:blip r:embed="rId4">
            <a:alphaModFix/>
          </a:blip>
          <a:stretch>
            <a:fillRect/>
          </a:stretch>
        </p:blipFill>
        <p:spPr>
          <a:xfrm>
            <a:off x="7226125" y="3911588"/>
            <a:ext cx="992975" cy="423675"/>
          </a:xfrm>
          <a:prstGeom prst="rect">
            <a:avLst/>
          </a:prstGeom>
          <a:noFill/>
          <a:ln>
            <a:noFill/>
          </a:ln>
        </p:spPr>
      </p:pic>
      <p:pic>
        <p:nvPicPr>
          <p:cNvPr id="669" name="Google Shape;669;p56"/>
          <p:cNvPicPr preferRelativeResize="0"/>
          <p:nvPr/>
        </p:nvPicPr>
        <p:blipFill>
          <a:blip r:embed="rId5">
            <a:alphaModFix/>
          </a:blip>
          <a:stretch>
            <a:fillRect/>
          </a:stretch>
        </p:blipFill>
        <p:spPr>
          <a:xfrm flipH="1">
            <a:off x="62575" y="3304375"/>
            <a:ext cx="867700" cy="1857475"/>
          </a:xfrm>
          <a:prstGeom prst="rect">
            <a:avLst/>
          </a:prstGeom>
          <a:noFill/>
          <a:ln>
            <a:noFill/>
          </a:ln>
        </p:spPr>
      </p:pic>
      <p:pic>
        <p:nvPicPr>
          <p:cNvPr id="670" name="Google Shape;670;p56"/>
          <p:cNvPicPr preferRelativeResize="0"/>
          <p:nvPr/>
        </p:nvPicPr>
        <p:blipFill>
          <a:blip r:embed="rId5">
            <a:alphaModFix/>
          </a:blip>
          <a:stretch>
            <a:fillRect/>
          </a:stretch>
        </p:blipFill>
        <p:spPr>
          <a:xfrm>
            <a:off x="8349100" y="3572563"/>
            <a:ext cx="742425" cy="1589300"/>
          </a:xfrm>
          <a:prstGeom prst="rect">
            <a:avLst/>
          </a:prstGeom>
          <a:noFill/>
          <a:ln>
            <a:noFill/>
          </a:ln>
        </p:spPr>
      </p:pic>
      <p:sp>
        <p:nvSpPr>
          <p:cNvPr id="671" name="Google Shape;671;p56"/>
          <p:cNvSpPr txBox="1"/>
          <p:nvPr>
            <p:ph type="title"/>
          </p:nvPr>
        </p:nvSpPr>
        <p:spPr>
          <a:xfrm>
            <a:off x="720000" y="43615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Limited DNA data</a:t>
            </a:r>
            <a:endParaRPr/>
          </a:p>
        </p:txBody>
      </p:sp>
      <p:pic>
        <p:nvPicPr>
          <p:cNvPr id="672" name="Google Shape;672;p56"/>
          <p:cNvPicPr preferRelativeResize="0"/>
          <p:nvPr/>
        </p:nvPicPr>
        <p:blipFill>
          <a:blip r:embed="rId6">
            <a:alphaModFix/>
          </a:blip>
          <a:stretch>
            <a:fillRect/>
          </a:stretch>
        </p:blipFill>
        <p:spPr>
          <a:xfrm>
            <a:off x="1068469" y="1280477"/>
            <a:ext cx="3873850" cy="2582547"/>
          </a:xfrm>
          <a:prstGeom prst="rect">
            <a:avLst/>
          </a:prstGeom>
          <a:noFill/>
          <a:ln>
            <a:noFill/>
          </a:ln>
        </p:spPr>
      </p:pic>
      <p:sp>
        <p:nvSpPr>
          <p:cNvPr id="673" name="Google Shape;673;p56"/>
          <p:cNvSpPr/>
          <p:nvPr/>
        </p:nvSpPr>
        <p:spPr>
          <a:xfrm>
            <a:off x="5095100" y="1414396"/>
            <a:ext cx="3704100" cy="2294700"/>
          </a:xfrm>
          <a:prstGeom prst="roundRect">
            <a:avLst>
              <a:gd fmla="val 16667" name="adj"/>
            </a:avLst>
          </a:prstGeom>
          <a:solidFill>
            <a:srgbClr val="D5A6BD"/>
          </a:solidFill>
          <a:ln>
            <a:noFill/>
          </a:ln>
        </p:spPr>
        <p:txBody>
          <a:bodyPr anchorCtr="0" anchor="ctr" bIns="91425" lIns="91425" spcFirstLastPara="1" rIns="91425" wrap="square" tIns="91425">
            <a:noAutofit/>
          </a:bodyPr>
          <a:lstStyle/>
          <a:p>
            <a:pPr indent="0" lvl="0" marL="0" rtl="0" algn="l">
              <a:lnSpc>
                <a:spcPct val="136363"/>
              </a:lnSpc>
              <a:spcBef>
                <a:spcPts val="0"/>
              </a:spcBef>
              <a:spcAft>
                <a:spcPts val="0"/>
              </a:spcAft>
              <a:buNone/>
            </a:pPr>
            <a:r>
              <a:rPr lang="en" sz="1700">
                <a:solidFill>
                  <a:schemeClr val="dk1"/>
                </a:solidFill>
                <a:latin typeface="Reggae One"/>
                <a:ea typeface="Reggae One"/>
                <a:cs typeface="Reggae One"/>
                <a:sym typeface="Reggae One"/>
              </a:rPr>
              <a:t>The introduction of molecular techniques, like metabarcoding and DNA sequencing, revealed a biodiversity far greater than previously recognized.</a:t>
            </a:r>
            <a:endParaRPr sz="1700">
              <a:solidFill>
                <a:schemeClr val="dk1"/>
              </a:solidFill>
              <a:latin typeface="Reggae One"/>
              <a:ea typeface="Reggae One"/>
              <a:cs typeface="Reggae One"/>
              <a:sym typeface="Reggae One"/>
            </a:endParaRPr>
          </a:p>
        </p:txBody>
      </p:sp>
      <p:sp>
        <p:nvSpPr>
          <p:cNvPr id="674" name="Google Shape;674;p56"/>
          <p:cNvSpPr txBox="1"/>
          <p:nvPr/>
        </p:nvSpPr>
        <p:spPr>
          <a:xfrm>
            <a:off x="1068478" y="4594143"/>
            <a:ext cx="30444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DM Sans"/>
                <a:ea typeface="DM Sans"/>
                <a:cs typeface="DM Sans"/>
                <a:sym typeface="DM Sans"/>
              </a:rPr>
              <a:t>John J. Wiens in </a:t>
            </a:r>
            <a:r>
              <a:rPr i="1" lang="en" sz="600">
                <a:solidFill>
                  <a:schemeClr val="dk1"/>
                </a:solidFill>
                <a:latin typeface="DM Sans"/>
                <a:ea typeface="DM Sans"/>
                <a:cs typeface="DM Sans"/>
                <a:sym typeface="DM Sans"/>
              </a:rPr>
              <a:t>How many species are there on Earth? Progress and problems</a:t>
            </a:r>
            <a:endParaRPr i="1" sz="600">
              <a:solidFill>
                <a:schemeClr val="dk1"/>
              </a:solidFill>
              <a:latin typeface="DM Sans"/>
              <a:ea typeface="DM Sans"/>
              <a:cs typeface="DM Sans"/>
              <a:sym typeface="DM Sans"/>
            </a:endParaRPr>
          </a:p>
          <a:p>
            <a:pPr indent="0" lvl="0" marL="0" rtl="0" algn="l">
              <a:spcBef>
                <a:spcPts val="0"/>
              </a:spcBef>
              <a:spcAft>
                <a:spcPts val="0"/>
              </a:spcAft>
              <a:buNone/>
            </a:pPr>
            <a:r>
              <a:t/>
            </a:r>
            <a:endParaRPr sz="600">
              <a:solidFill>
                <a:schemeClr val="dk1"/>
              </a:solidFill>
              <a:latin typeface="DM Sans"/>
              <a:ea typeface="DM Sans"/>
              <a:cs typeface="DM Sans"/>
              <a:sym typeface="DM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pic>
        <p:nvPicPr>
          <p:cNvPr id="679" name="Google Shape;679;p57"/>
          <p:cNvPicPr preferRelativeResize="0"/>
          <p:nvPr/>
        </p:nvPicPr>
        <p:blipFill rotWithShape="1">
          <a:blip r:embed="rId3">
            <a:alphaModFix/>
          </a:blip>
          <a:srcRect b="67121" l="3755" r="5772" t="2125"/>
          <a:stretch/>
        </p:blipFill>
        <p:spPr>
          <a:xfrm flipH="1">
            <a:off x="0" y="3590925"/>
            <a:ext cx="9143999" cy="1552574"/>
          </a:xfrm>
          <a:prstGeom prst="rect">
            <a:avLst/>
          </a:prstGeom>
          <a:noFill/>
          <a:ln>
            <a:noFill/>
          </a:ln>
        </p:spPr>
      </p:pic>
      <p:pic>
        <p:nvPicPr>
          <p:cNvPr id="680" name="Google Shape;680;p57"/>
          <p:cNvPicPr preferRelativeResize="0"/>
          <p:nvPr/>
        </p:nvPicPr>
        <p:blipFill>
          <a:blip r:embed="rId4">
            <a:alphaModFix/>
          </a:blip>
          <a:stretch>
            <a:fillRect/>
          </a:stretch>
        </p:blipFill>
        <p:spPr>
          <a:xfrm flipH="1">
            <a:off x="62575" y="3304375"/>
            <a:ext cx="867700" cy="1857475"/>
          </a:xfrm>
          <a:prstGeom prst="rect">
            <a:avLst/>
          </a:prstGeom>
          <a:noFill/>
          <a:ln>
            <a:noFill/>
          </a:ln>
        </p:spPr>
      </p:pic>
      <p:pic>
        <p:nvPicPr>
          <p:cNvPr id="681" name="Google Shape;681;p57"/>
          <p:cNvPicPr preferRelativeResize="0"/>
          <p:nvPr/>
        </p:nvPicPr>
        <p:blipFill>
          <a:blip r:embed="rId4">
            <a:alphaModFix/>
          </a:blip>
          <a:stretch>
            <a:fillRect/>
          </a:stretch>
        </p:blipFill>
        <p:spPr>
          <a:xfrm>
            <a:off x="8349100" y="3572563"/>
            <a:ext cx="742425" cy="1589300"/>
          </a:xfrm>
          <a:prstGeom prst="rect">
            <a:avLst/>
          </a:prstGeom>
          <a:noFill/>
          <a:ln>
            <a:noFill/>
          </a:ln>
        </p:spPr>
      </p:pic>
      <p:sp>
        <p:nvSpPr>
          <p:cNvPr id="682" name="Google Shape;682;p57"/>
          <p:cNvSpPr txBox="1"/>
          <p:nvPr>
            <p:ph type="title"/>
          </p:nvPr>
        </p:nvSpPr>
        <p:spPr>
          <a:xfrm>
            <a:off x="720000" y="43615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Cryptic Diversity</a:t>
            </a:r>
            <a:endParaRPr/>
          </a:p>
        </p:txBody>
      </p:sp>
      <p:sp>
        <p:nvSpPr>
          <p:cNvPr id="683" name="Google Shape;683;p57"/>
          <p:cNvSpPr txBox="1"/>
          <p:nvPr>
            <p:ph idx="1" type="subTitle"/>
          </p:nvPr>
        </p:nvSpPr>
        <p:spPr>
          <a:xfrm>
            <a:off x="1375867" y="3867545"/>
            <a:ext cx="3225000" cy="423600"/>
          </a:xfrm>
          <a:prstGeom prst="rect">
            <a:avLst/>
          </a:prstGeom>
        </p:spPr>
        <p:txBody>
          <a:bodyPr anchorCtr="0" anchor="b" bIns="78175" lIns="78175" spcFirstLastPara="1" rIns="78175" wrap="square" tIns="78175">
            <a:noAutofit/>
          </a:bodyPr>
          <a:lstStyle/>
          <a:p>
            <a:pPr indent="0" lvl="0" marL="0" rtl="0" algn="ctr">
              <a:spcBef>
                <a:spcPts val="0"/>
              </a:spcBef>
              <a:spcAft>
                <a:spcPts val="0"/>
              </a:spcAft>
              <a:buNone/>
            </a:pPr>
            <a:r>
              <a:rPr i="1" lang="en" sz="1881"/>
              <a:t>Loxodonta africana</a:t>
            </a:r>
            <a:endParaRPr i="1" sz="1881"/>
          </a:p>
        </p:txBody>
      </p:sp>
      <p:sp>
        <p:nvSpPr>
          <p:cNvPr id="684" name="Google Shape;684;p57"/>
          <p:cNvSpPr txBox="1"/>
          <p:nvPr>
            <p:ph idx="1" type="subTitle"/>
          </p:nvPr>
        </p:nvSpPr>
        <p:spPr>
          <a:xfrm>
            <a:off x="5068371" y="3885515"/>
            <a:ext cx="3082800" cy="423600"/>
          </a:xfrm>
          <a:prstGeom prst="rect">
            <a:avLst/>
          </a:prstGeom>
        </p:spPr>
        <p:txBody>
          <a:bodyPr anchorCtr="0" anchor="b" bIns="78175" lIns="78175" spcFirstLastPara="1" rIns="78175" wrap="square" tIns="78175">
            <a:noAutofit/>
          </a:bodyPr>
          <a:lstStyle/>
          <a:p>
            <a:pPr indent="0" lvl="0" marL="0" rtl="0" algn="ctr">
              <a:spcBef>
                <a:spcPts val="0"/>
              </a:spcBef>
              <a:spcAft>
                <a:spcPts val="0"/>
              </a:spcAft>
              <a:buNone/>
            </a:pPr>
            <a:r>
              <a:rPr i="1" lang="en" sz="1881"/>
              <a:t>Loxodonta cyclotis</a:t>
            </a:r>
            <a:endParaRPr i="1" sz="1881"/>
          </a:p>
        </p:txBody>
      </p:sp>
      <p:pic>
        <p:nvPicPr>
          <p:cNvPr id="685" name="Google Shape;685;p57" title="african bush elefant.jpg"/>
          <p:cNvPicPr preferRelativeResize="0"/>
          <p:nvPr/>
        </p:nvPicPr>
        <p:blipFill>
          <a:blip r:embed="rId5">
            <a:alphaModFix/>
          </a:blip>
          <a:stretch>
            <a:fillRect/>
          </a:stretch>
        </p:blipFill>
        <p:spPr>
          <a:xfrm>
            <a:off x="919351" y="1226507"/>
            <a:ext cx="3888474" cy="2609600"/>
          </a:xfrm>
          <a:prstGeom prst="rect">
            <a:avLst/>
          </a:prstGeom>
          <a:noFill/>
          <a:ln>
            <a:noFill/>
          </a:ln>
        </p:spPr>
      </p:pic>
      <p:pic>
        <p:nvPicPr>
          <p:cNvPr id="686" name="Google Shape;686;p57" title="images (1).jpg"/>
          <p:cNvPicPr preferRelativeResize="0"/>
          <p:nvPr/>
        </p:nvPicPr>
        <p:blipFill>
          <a:blip r:embed="rId6">
            <a:alphaModFix/>
          </a:blip>
          <a:stretch>
            <a:fillRect/>
          </a:stretch>
        </p:blipFill>
        <p:spPr>
          <a:xfrm>
            <a:off x="4960225" y="1229151"/>
            <a:ext cx="3463775" cy="2609599"/>
          </a:xfrm>
          <a:prstGeom prst="rect">
            <a:avLst/>
          </a:prstGeom>
          <a:noFill/>
          <a:ln>
            <a:noFill/>
          </a:ln>
        </p:spPr>
      </p:pic>
      <p:sp>
        <p:nvSpPr>
          <p:cNvPr id="687" name="Google Shape;687;p57"/>
          <p:cNvSpPr txBox="1"/>
          <p:nvPr/>
        </p:nvSpPr>
        <p:spPr>
          <a:xfrm>
            <a:off x="1173928" y="4614318"/>
            <a:ext cx="30444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DM Sans"/>
                <a:ea typeface="DM Sans"/>
                <a:cs typeface="DM Sans"/>
                <a:sym typeface="DM Sans"/>
              </a:rPr>
              <a:t>John J. Wiens in </a:t>
            </a:r>
            <a:r>
              <a:rPr i="1" lang="en" sz="600">
                <a:solidFill>
                  <a:schemeClr val="dk1"/>
                </a:solidFill>
                <a:latin typeface="DM Sans"/>
                <a:ea typeface="DM Sans"/>
                <a:cs typeface="DM Sans"/>
                <a:sym typeface="DM Sans"/>
              </a:rPr>
              <a:t>How many species are there on Earth? Progress and problems</a:t>
            </a:r>
            <a:endParaRPr i="1" sz="600">
              <a:solidFill>
                <a:schemeClr val="dk1"/>
              </a:solidFill>
              <a:latin typeface="DM Sans"/>
              <a:ea typeface="DM Sans"/>
              <a:cs typeface="DM Sans"/>
              <a:sym typeface="DM Sans"/>
            </a:endParaRPr>
          </a:p>
          <a:p>
            <a:pPr indent="0" lvl="0" marL="0" rtl="0" algn="l">
              <a:spcBef>
                <a:spcPts val="0"/>
              </a:spcBef>
              <a:spcAft>
                <a:spcPts val="0"/>
              </a:spcAft>
              <a:buNone/>
            </a:pPr>
            <a:r>
              <a:t/>
            </a:r>
            <a:endParaRPr sz="600">
              <a:solidFill>
                <a:schemeClr val="dk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pic>
        <p:nvPicPr>
          <p:cNvPr id="692" name="Google Shape;692;p58"/>
          <p:cNvPicPr preferRelativeResize="0"/>
          <p:nvPr/>
        </p:nvPicPr>
        <p:blipFill rotWithShape="1">
          <a:blip r:embed="rId3">
            <a:alphaModFix/>
          </a:blip>
          <a:srcRect b="67121" l="3755" r="5772" t="2125"/>
          <a:stretch/>
        </p:blipFill>
        <p:spPr>
          <a:xfrm flipH="1">
            <a:off x="0" y="3830380"/>
            <a:ext cx="9143999" cy="1552574"/>
          </a:xfrm>
          <a:prstGeom prst="rect">
            <a:avLst/>
          </a:prstGeom>
          <a:noFill/>
          <a:ln>
            <a:noFill/>
          </a:ln>
        </p:spPr>
      </p:pic>
      <p:pic>
        <p:nvPicPr>
          <p:cNvPr id="693" name="Google Shape;693;p58"/>
          <p:cNvPicPr preferRelativeResize="0"/>
          <p:nvPr/>
        </p:nvPicPr>
        <p:blipFill>
          <a:blip r:embed="rId4">
            <a:alphaModFix/>
          </a:blip>
          <a:stretch>
            <a:fillRect/>
          </a:stretch>
        </p:blipFill>
        <p:spPr>
          <a:xfrm>
            <a:off x="7226125" y="4179777"/>
            <a:ext cx="992975" cy="423675"/>
          </a:xfrm>
          <a:prstGeom prst="rect">
            <a:avLst/>
          </a:prstGeom>
          <a:noFill/>
          <a:ln>
            <a:noFill/>
          </a:ln>
        </p:spPr>
      </p:pic>
      <p:pic>
        <p:nvPicPr>
          <p:cNvPr id="694" name="Google Shape;694;p58"/>
          <p:cNvPicPr preferRelativeResize="0"/>
          <p:nvPr/>
        </p:nvPicPr>
        <p:blipFill>
          <a:blip r:embed="rId5">
            <a:alphaModFix/>
          </a:blip>
          <a:stretch>
            <a:fillRect/>
          </a:stretch>
        </p:blipFill>
        <p:spPr>
          <a:xfrm flipH="1">
            <a:off x="62575" y="3582144"/>
            <a:ext cx="867700" cy="1857475"/>
          </a:xfrm>
          <a:prstGeom prst="rect">
            <a:avLst/>
          </a:prstGeom>
          <a:noFill/>
          <a:ln>
            <a:noFill/>
          </a:ln>
        </p:spPr>
      </p:pic>
      <p:pic>
        <p:nvPicPr>
          <p:cNvPr id="695" name="Google Shape;695;p58"/>
          <p:cNvPicPr preferRelativeResize="0"/>
          <p:nvPr/>
        </p:nvPicPr>
        <p:blipFill>
          <a:blip r:embed="rId5">
            <a:alphaModFix/>
          </a:blip>
          <a:stretch>
            <a:fillRect/>
          </a:stretch>
        </p:blipFill>
        <p:spPr>
          <a:xfrm>
            <a:off x="8349100" y="3869487"/>
            <a:ext cx="742425" cy="1589300"/>
          </a:xfrm>
          <a:prstGeom prst="rect">
            <a:avLst/>
          </a:prstGeom>
          <a:noFill/>
          <a:ln>
            <a:noFill/>
          </a:ln>
        </p:spPr>
      </p:pic>
      <p:sp>
        <p:nvSpPr>
          <p:cNvPr id="696" name="Google Shape;696;p58"/>
          <p:cNvSpPr txBox="1"/>
          <p:nvPr>
            <p:ph type="title"/>
          </p:nvPr>
        </p:nvSpPr>
        <p:spPr>
          <a:xfrm>
            <a:off x="720000" y="388259"/>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Prokaryotic Diversity</a:t>
            </a:r>
            <a:endParaRPr/>
          </a:p>
        </p:txBody>
      </p:sp>
      <p:sp>
        <p:nvSpPr>
          <p:cNvPr id="697" name="Google Shape;697;p58"/>
          <p:cNvSpPr txBox="1"/>
          <p:nvPr>
            <p:ph idx="1" type="subTitle"/>
          </p:nvPr>
        </p:nvSpPr>
        <p:spPr>
          <a:xfrm>
            <a:off x="862650" y="1088718"/>
            <a:ext cx="7418700" cy="977400"/>
          </a:xfrm>
          <a:prstGeom prst="rect">
            <a:avLst/>
          </a:prstGeom>
        </p:spPr>
        <p:txBody>
          <a:bodyPr anchorCtr="0" anchor="b" bIns="78175" lIns="78175" spcFirstLastPara="1" rIns="78175" wrap="square" tIns="78175">
            <a:noAutofit/>
          </a:bodyPr>
          <a:lstStyle/>
          <a:p>
            <a:pPr indent="0" lvl="0" marL="0" rtl="0" algn="ctr">
              <a:lnSpc>
                <a:spcPct val="136363"/>
              </a:lnSpc>
              <a:spcBef>
                <a:spcPts val="0"/>
              </a:spcBef>
              <a:spcAft>
                <a:spcPts val="0"/>
              </a:spcAft>
              <a:buNone/>
            </a:pPr>
            <a:r>
              <a:rPr lang="en" sz="2100"/>
              <a:t>“Prokaryotes may be a major driver of Earth’s overall species richness.”</a:t>
            </a:r>
            <a:endParaRPr sz="2100"/>
          </a:p>
        </p:txBody>
      </p:sp>
      <p:sp>
        <p:nvSpPr>
          <p:cNvPr id="698" name="Google Shape;698;p58"/>
          <p:cNvSpPr txBox="1"/>
          <p:nvPr/>
        </p:nvSpPr>
        <p:spPr>
          <a:xfrm>
            <a:off x="2585876" y="1911454"/>
            <a:ext cx="39159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DM Sans"/>
                <a:ea typeface="DM Sans"/>
                <a:cs typeface="DM Sans"/>
                <a:sym typeface="DM Sans"/>
              </a:rPr>
              <a:t>John J. Wiens in </a:t>
            </a:r>
            <a:r>
              <a:rPr i="1" lang="en" sz="800">
                <a:solidFill>
                  <a:schemeClr val="dk1"/>
                </a:solidFill>
                <a:latin typeface="DM Sans"/>
                <a:ea typeface="DM Sans"/>
                <a:cs typeface="DM Sans"/>
                <a:sym typeface="DM Sans"/>
              </a:rPr>
              <a:t>How many species are there on Earth? Progress and problems</a:t>
            </a:r>
            <a:endParaRPr i="1" sz="800">
              <a:solidFill>
                <a:schemeClr val="dk1"/>
              </a:solidFill>
              <a:latin typeface="DM Sans"/>
              <a:ea typeface="DM Sans"/>
              <a:cs typeface="DM Sans"/>
              <a:sym typeface="DM Sans"/>
            </a:endParaRPr>
          </a:p>
          <a:p>
            <a:pPr indent="0" lvl="0" marL="0" rtl="0" algn="l">
              <a:spcBef>
                <a:spcPts val="0"/>
              </a:spcBef>
              <a:spcAft>
                <a:spcPts val="0"/>
              </a:spcAft>
              <a:buNone/>
            </a:pPr>
            <a:r>
              <a:t/>
            </a:r>
            <a:endParaRPr sz="800">
              <a:solidFill>
                <a:schemeClr val="dk1"/>
              </a:solidFill>
              <a:latin typeface="DM Sans"/>
              <a:ea typeface="DM Sans"/>
              <a:cs typeface="DM Sans"/>
              <a:sym typeface="DM Sans"/>
            </a:endParaRPr>
          </a:p>
        </p:txBody>
      </p:sp>
      <p:sp>
        <p:nvSpPr>
          <p:cNvPr id="699" name="Google Shape;699;p58"/>
          <p:cNvSpPr/>
          <p:nvPr/>
        </p:nvSpPr>
        <p:spPr>
          <a:xfrm>
            <a:off x="715012" y="2312262"/>
            <a:ext cx="2490300" cy="1512900"/>
          </a:xfrm>
          <a:prstGeom prst="roundRect">
            <a:avLst>
              <a:gd fmla="val 16667" name="adj"/>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700">
                <a:solidFill>
                  <a:schemeClr val="dk1"/>
                </a:solidFill>
                <a:latin typeface="Reggae One"/>
                <a:ea typeface="Reggae One"/>
                <a:cs typeface="Reggae One"/>
                <a:sym typeface="Reggae One"/>
              </a:rPr>
              <a:t>Massively underestimates the true scale of global biodiversity</a:t>
            </a:r>
            <a:endParaRPr sz="1700">
              <a:solidFill>
                <a:schemeClr val="dk1"/>
              </a:solidFill>
              <a:latin typeface="Reggae One"/>
              <a:ea typeface="Reggae One"/>
              <a:cs typeface="Reggae One"/>
              <a:sym typeface="Reggae One"/>
            </a:endParaRPr>
          </a:p>
        </p:txBody>
      </p:sp>
      <p:sp>
        <p:nvSpPr>
          <p:cNvPr id="700" name="Google Shape;700;p58"/>
          <p:cNvSpPr/>
          <p:nvPr/>
        </p:nvSpPr>
        <p:spPr>
          <a:xfrm>
            <a:off x="4572000" y="2310218"/>
            <a:ext cx="4243200" cy="12615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eggae One"/>
                <a:ea typeface="Reggae One"/>
                <a:cs typeface="Reggae One"/>
                <a:sym typeface="Reggae One"/>
              </a:rPr>
              <a:t>2.2 – 4.3 Million OTUs</a:t>
            </a:r>
            <a:endParaRPr sz="1800">
              <a:solidFill>
                <a:schemeClr val="dk1"/>
              </a:solidFill>
              <a:latin typeface="Reggae One"/>
              <a:ea typeface="Reggae One"/>
              <a:cs typeface="Reggae One"/>
              <a:sym typeface="Reggae One"/>
            </a:endParaRPr>
          </a:p>
        </p:txBody>
      </p:sp>
      <p:sp>
        <p:nvSpPr>
          <p:cNvPr id="701" name="Google Shape;701;p58"/>
          <p:cNvSpPr txBox="1"/>
          <p:nvPr/>
        </p:nvSpPr>
        <p:spPr>
          <a:xfrm>
            <a:off x="6363125" y="3167175"/>
            <a:ext cx="7425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DM Sans"/>
                <a:ea typeface="DM Sans"/>
                <a:cs typeface="DM Sans"/>
                <a:sym typeface="DM Sans"/>
              </a:rPr>
              <a:t>Currently</a:t>
            </a:r>
            <a:endParaRPr sz="900">
              <a:solidFill>
                <a:schemeClr val="dk1"/>
              </a:solidFill>
              <a:latin typeface="DM Sans"/>
              <a:ea typeface="DM Sans"/>
              <a:cs typeface="DM Sans"/>
              <a:sym typeface="DM Sans"/>
            </a:endParaRPr>
          </a:p>
        </p:txBody>
      </p:sp>
      <p:sp>
        <p:nvSpPr>
          <p:cNvPr id="702" name="Google Shape;702;p58"/>
          <p:cNvSpPr/>
          <p:nvPr/>
        </p:nvSpPr>
        <p:spPr>
          <a:xfrm>
            <a:off x="3336400" y="2889418"/>
            <a:ext cx="1068000" cy="182100"/>
          </a:xfrm>
          <a:prstGeom prst="rightArrow">
            <a:avLst>
              <a:gd fmla="val 50000" name="adj1"/>
              <a:gd fmla="val 50000" name="adj2"/>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03" name="Google Shape;703;p58"/>
          <p:cNvSpPr txBox="1"/>
          <p:nvPr/>
        </p:nvSpPr>
        <p:spPr>
          <a:xfrm>
            <a:off x="2242597" y="3885908"/>
            <a:ext cx="5142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1"/>
                </a:solidFill>
                <a:latin typeface="Reggae One"/>
                <a:ea typeface="Reggae One"/>
                <a:cs typeface="Reggae One"/>
                <a:sym typeface="Reggae One"/>
              </a:rPr>
              <a:t>OTUs - Operational Taxonomic Units</a:t>
            </a:r>
            <a:endParaRPr sz="2000">
              <a:solidFill>
                <a:schemeClr val="dk1"/>
              </a:solidFill>
              <a:latin typeface="Reggae One"/>
              <a:ea typeface="Reggae One"/>
              <a:cs typeface="Reggae One"/>
              <a:sym typeface="Reggae On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pic>
        <p:nvPicPr>
          <p:cNvPr id="708" name="Google Shape;708;p59"/>
          <p:cNvPicPr preferRelativeResize="0"/>
          <p:nvPr/>
        </p:nvPicPr>
        <p:blipFill rotWithShape="1">
          <a:blip r:embed="rId3">
            <a:alphaModFix/>
          </a:blip>
          <a:srcRect b="67121" l="3755" r="5772" t="2125"/>
          <a:stretch/>
        </p:blipFill>
        <p:spPr>
          <a:xfrm flipH="1">
            <a:off x="0" y="3830380"/>
            <a:ext cx="9143999" cy="1552574"/>
          </a:xfrm>
          <a:prstGeom prst="rect">
            <a:avLst/>
          </a:prstGeom>
          <a:noFill/>
          <a:ln>
            <a:noFill/>
          </a:ln>
        </p:spPr>
      </p:pic>
      <p:sp>
        <p:nvSpPr>
          <p:cNvPr id="709" name="Google Shape;709;p59"/>
          <p:cNvSpPr/>
          <p:nvPr/>
        </p:nvSpPr>
        <p:spPr>
          <a:xfrm>
            <a:off x="6885650" y="3004350"/>
            <a:ext cx="1638000" cy="14751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10" name="Google Shape;710;p59"/>
          <p:cNvSpPr/>
          <p:nvPr/>
        </p:nvSpPr>
        <p:spPr>
          <a:xfrm>
            <a:off x="5649200" y="3004350"/>
            <a:ext cx="1638000" cy="14751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11" name="Google Shape;711;p59"/>
          <p:cNvSpPr/>
          <p:nvPr/>
        </p:nvSpPr>
        <p:spPr>
          <a:xfrm>
            <a:off x="4654775" y="3004362"/>
            <a:ext cx="1638000" cy="14751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12" name="Google Shape;712;p59"/>
          <p:cNvSpPr/>
          <p:nvPr/>
        </p:nvSpPr>
        <p:spPr>
          <a:xfrm>
            <a:off x="3418325" y="3004362"/>
            <a:ext cx="1638000" cy="14751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13" name="Google Shape;713;p59"/>
          <p:cNvSpPr/>
          <p:nvPr/>
        </p:nvSpPr>
        <p:spPr>
          <a:xfrm>
            <a:off x="2251500" y="3004350"/>
            <a:ext cx="1638000" cy="14751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714" name="Google Shape;714;p59"/>
          <p:cNvPicPr preferRelativeResize="0"/>
          <p:nvPr/>
        </p:nvPicPr>
        <p:blipFill>
          <a:blip r:embed="rId4">
            <a:alphaModFix/>
          </a:blip>
          <a:stretch>
            <a:fillRect/>
          </a:stretch>
        </p:blipFill>
        <p:spPr>
          <a:xfrm>
            <a:off x="7226125" y="4179777"/>
            <a:ext cx="992975" cy="423675"/>
          </a:xfrm>
          <a:prstGeom prst="rect">
            <a:avLst/>
          </a:prstGeom>
          <a:noFill/>
          <a:ln>
            <a:noFill/>
          </a:ln>
        </p:spPr>
      </p:pic>
      <p:pic>
        <p:nvPicPr>
          <p:cNvPr id="715" name="Google Shape;715;p59"/>
          <p:cNvPicPr preferRelativeResize="0"/>
          <p:nvPr/>
        </p:nvPicPr>
        <p:blipFill>
          <a:blip r:embed="rId5">
            <a:alphaModFix/>
          </a:blip>
          <a:stretch>
            <a:fillRect/>
          </a:stretch>
        </p:blipFill>
        <p:spPr>
          <a:xfrm flipH="1">
            <a:off x="62575" y="3582144"/>
            <a:ext cx="867700" cy="1857475"/>
          </a:xfrm>
          <a:prstGeom prst="rect">
            <a:avLst/>
          </a:prstGeom>
          <a:noFill/>
          <a:ln>
            <a:noFill/>
          </a:ln>
        </p:spPr>
      </p:pic>
      <p:pic>
        <p:nvPicPr>
          <p:cNvPr id="716" name="Google Shape;716;p59"/>
          <p:cNvPicPr preferRelativeResize="0"/>
          <p:nvPr/>
        </p:nvPicPr>
        <p:blipFill>
          <a:blip r:embed="rId5">
            <a:alphaModFix/>
          </a:blip>
          <a:stretch>
            <a:fillRect/>
          </a:stretch>
        </p:blipFill>
        <p:spPr>
          <a:xfrm>
            <a:off x="8349100" y="3869487"/>
            <a:ext cx="742425" cy="1589300"/>
          </a:xfrm>
          <a:prstGeom prst="rect">
            <a:avLst/>
          </a:prstGeom>
          <a:noFill/>
          <a:ln>
            <a:noFill/>
          </a:ln>
        </p:spPr>
      </p:pic>
      <p:sp>
        <p:nvSpPr>
          <p:cNvPr id="717" name="Google Shape;717;p59"/>
          <p:cNvSpPr txBox="1"/>
          <p:nvPr>
            <p:ph type="title"/>
          </p:nvPr>
        </p:nvSpPr>
        <p:spPr>
          <a:xfrm>
            <a:off x="720000" y="59898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Assumption of Stagnation</a:t>
            </a:r>
            <a:endParaRPr/>
          </a:p>
        </p:txBody>
      </p:sp>
      <p:sp>
        <p:nvSpPr>
          <p:cNvPr id="718" name="Google Shape;718;p59"/>
          <p:cNvSpPr txBox="1"/>
          <p:nvPr>
            <p:ph idx="1" type="subTitle"/>
          </p:nvPr>
        </p:nvSpPr>
        <p:spPr>
          <a:xfrm>
            <a:off x="862650" y="1423957"/>
            <a:ext cx="7418700" cy="1398900"/>
          </a:xfrm>
          <a:prstGeom prst="rect">
            <a:avLst/>
          </a:prstGeom>
        </p:spPr>
        <p:txBody>
          <a:bodyPr anchorCtr="0" anchor="b" bIns="78175" lIns="78175" spcFirstLastPara="1" rIns="78175" wrap="square" tIns="78175">
            <a:noAutofit/>
          </a:bodyPr>
          <a:lstStyle/>
          <a:p>
            <a:pPr indent="0" lvl="0" marL="0" rtl="0" algn="ctr">
              <a:lnSpc>
                <a:spcPct val="136363"/>
              </a:lnSpc>
              <a:spcBef>
                <a:spcPts val="0"/>
              </a:spcBef>
              <a:spcAft>
                <a:spcPts val="0"/>
              </a:spcAft>
              <a:buNone/>
            </a:pPr>
            <a:r>
              <a:rPr lang="en" sz="2100"/>
              <a:t>“Overall we suggest that the known Tree of Life is continuing to rapidly expand with many newly discovered clades”</a:t>
            </a:r>
            <a:endParaRPr sz="2100"/>
          </a:p>
        </p:txBody>
      </p:sp>
      <p:sp>
        <p:nvSpPr>
          <p:cNvPr id="719" name="Google Shape;719;p59"/>
          <p:cNvSpPr txBox="1"/>
          <p:nvPr/>
        </p:nvSpPr>
        <p:spPr>
          <a:xfrm>
            <a:off x="2915400" y="2678484"/>
            <a:ext cx="33132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DM Sans"/>
                <a:ea typeface="DM Sans"/>
                <a:cs typeface="DM Sans"/>
                <a:sym typeface="DM Sans"/>
              </a:rPr>
              <a:t>John J. Wiens in </a:t>
            </a:r>
            <a:r>
              <a:rPr i="1" lang="en" sz="800">
                <a:solidFill>
                  <a:schemeClr val="dk1"/>
                </a:solidFill>
                <a:latin typeface="DM Sans"/>
                <a:ea typeface="DM Sans"/>
                <a:cs typeface="DM Sans"/>
                <a:sym typeface="DM Sans"/>
              </a:rPr>
              <a:t>Global biodiversity and the expanding Tree of Life </a:t>
            </a:r>
            <a:endParaRPr i="1" sz="800">
              <a:solidFill>
                <a:schemeClr val="dk1"/>
              </a:solidFill>
              <a:latin typeface="DM Sans"/>
              <a:ea typeface="DM Sans"/>
              <a:cs typeface="DM Sans"/>
              <a:sym typeface="DM Sans"/>
            </a:endParaRPr>
          </a:p>
          <a:p>
            <a:pPr indent="0" lvl="0" marL="0" rtl="0" algn="l">
              <a:spcBef>
                <a:spcPts val="0"/>
              </a:spcBef>
              <a:spcAft>
                <a:spcPts val="0"/>
              </a:spcAft>
              <a:buNone/>
            </a:pPr>
            <a:r>
              <a:t/>
            </a:r>
            <a:endParaRPr sz="800">
              <a:solidFill>
                <a:schemeClr val="dk1"/>
              </a:solidFill>
              <a:latin typeface="DM Sans"/>
              <a:ea typeface="DM Sans"/>
              <a:cs typeface="DM Sans"/>
              <a:sym typeface="DM Sans"/>
            </a:endParaRPr>
          </a:p>
        </p:txBody>
      </p:sp>
      <p:sp>
        <p:nvSpPr>
          <p:cNvPr id="720" name="Google Shape;720;p59"/>
          <p:cNvSpPr/>
          <p:nvPr/>
        </p:nvSpPr>
        <p:spPr>
          <a:xfrm>
            <a:off x="1015050" y="3004350"/>
            <a:ext cx="1638000" cy="1475100"/>
          </a:xfrm>
          <a:prstGeom prst="ellipse">
            <a:avLst/>
          </a:prstGeom>
          <a:solidFill>
            <a:srgbClr val="D5A6B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721" name="Google Shape;721;p59"/>
          <p:cNvSpPr txBox="1"/>
          <p:nvPr/>
        </p:nvSpPr>
        <p:spPr>
          <a:xfrm>
            <a:off x="949431" y="3176775"/>
            <a:ext cx="7593300" cy="13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1"/>
                </a:solidFill>
                <a:latin typeface="Reggae One"/>
                <a:ea typeface="Reggae One"/>
                <a:cs typeface="Reggae One"/>
                <a:sym typeface="Reggae One"/>
              </a:rPr>
              <a:t>“We found that &gt;700 new genera are described each year, along with new families and orders, all based on newly discovered species. New genera are dominated by animals, whereas new families, orders, and classes are dominated by microscopic organisms. “</a:t>
            </a:r>
            <a:endParaRPr sz="1500">
              <a:solidFill>
                <a:schemeClr val="dk1"/>
              </a:solidFill>
              <a:latin typeface="Reggae One"/>
              <a:ea typeface="Reggae One"/>
              <a:cs typeface="Reggae One"/>
              <a:sym typeface="Reggae On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60"/>
          <p:cNvSpPr txBox="1"/>
          <p:nvPr>
            <p:ph type="title"/>
          </p:nvPr>
        </p:nvSpPr>
        <p:spPr>
          <a:xfrm>
            <a:off x="720000" y="30135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0"/>
              <a:t>Conclusion</a:t>
            </a:r>
            <a:endParaRPr sz="4500"/>
          </a:p>
        </p:txBody>
      </p:sp>
      <p:sp>
        <p:nvSpPr>
          <p:cNvPr id="727" name="Google Shape;727;p60"/>
          <p:cNvSpPr txBox="1"/>
          <p:nvPr>
            <p:ph idx="1" type="body"/>
          </p:nvPr>
        </p:nvSpPr>
        <p:spPr>
          <a:xfrm>
            <a:off x="720000" y="1152475"/>
            <a:ext cx="4494000" cy="2895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rPr>
              <a:t>To actually estimate the number of species, we need: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Investments in DNA sequencing</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Research in neglected habitats</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$364 billion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303k full-time taxonomists</a:t>
            </a:r>
            <a:endParaRPr sz="1800">
              <a:solidFill>
                <a:schemeClr val="dk1"/>
              </a:solidFill>
            </a:endParaRPr>
          </a:p>
        </p:txBody>
      </p:sp>
      <p:pic>
        <p:nvPicPr>
          <p:cNvPr id="728" name="Google Shape;728;p60"/>
          <p:cNvPicPr preferRelativeResize="0"/>
          <p:nvPr/>
        </p:nvPicPr>
        <p:blipFill>
          <a:blip r:embed="rId3">
            <a:alphaModFix/>
          </a:blip>
          <a:stretch>
            <a:fillRect/>
          </a:stretch>
        </p:blipFill>
        <p:spPr>
          <a:xfrm flipH="1">
            <a:off x="5636652" y="1362575"/>
            <a:ext cx="2946023" cy="1846699"/>
          </a:xfrm>
          <a:prstGeom prst="rect">
            <a:avLst/>
          </a:prstGeom>
          <a:noFill/>
          <a:ln>
            <a:noFill/>
          </a:ln>
        </p:spPr>
      </p:pic>
      <p:sp>
        <p:nvSpPr>
          <p:cNvPr id="729" name="Google Shape;729;p60"/>
          <p:cNvSpPr txBox="1"/>
          <p:nvPr>
            <p:ph idx="4294967295" type="subTitle"/>
          </p:nvPr>
        </p:nvSpPr>
        <p:spPr>
          <a:xfrm>
            <a:off x="7073175" y="4648025"/>
            <a:ext cx="3233700" cy="77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solidFill>
                  <a:schemeClr val="lt1"/>
                </a:solidFill>
              </a:rPr>
              <a:t>Mora at al. 2011</a:t>
            </a:r>
            <a:endParaRPr sz="1200">
              <a:solidFill>
                <a:schemeClr val="lt1"/>
              </a:solidFill>
              <a:latin typeface="DM Sans"/>
              <a:ea typeface="DM Sans"/>
              <a:cs typeface="DM Sans"/>
              <a:sym typeface="DM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pic>
        <p:nvPicPr>
          <p:cNvPr id="734" name="Google Shape;734;p61"/>
          <p:cNvPicPr preferRelativeResize="0"/>
          <p:nvPr/>
        </p:nvPicPr>
        <p:blipFill rotWithShape="1">
          <a:blip r:embed="rId3">
            <a:alphaModFix/>
          </a:blip>
          <a:srcRect b="0" l="20736" r="0" t="0"/>
          <a:stretch/>
        </p:blipFill>
        <p:spPr>
          <a:xfrm flipH="1">
            <a:off x="6238073" y="3357700"/>
            <a:ext cx="2905900" cy="1801925"/>
          </a:xfrm>
          <a:prstGeom prst="rect">
            <a:avLst/>
          </a:prstGeom>
          <a:noFill/>
          <a:ln>
            <a:noFill/>
          </a:ln>
        </p:spPr>
      </p:pic>
      <p:pic>
        <p:nvPicPr>
          <p:cNvPr id="735" name="Google Shape;735;p61"/>
          <p:cNvPicPr preferRelativeResize="0"/>
          <p:nvPr/>
        </p:nvPicPr>
        <p:blipFill>
          <a:blip r:embed="rId4">
            <a:alphaModFix/>
          </a:blip>
          <a:stretch>
            <a:fillRect/>
          </a:stretch>
        </p:blipFill>
        <p:spPr>
          <a:xfrm>
            <a:off x="1659600" y="4439701"/>
            <a:ext cx="6227701" cy="1006348"/>
          </a:xfrm>
          <a:prstGeom prst="rect">
            <a:avLst/>
          </a:prstGeom>
          <a:noFill/>
          <a:ln>
            <a:noFill/>
          </a:ln>
        </p:spPr>
      </p:pic>
      <p:pic>
        <p:nvPicPr>
          <p:cNvPr id="736" name="Google Shape;736;p61"/>
          <p:cNvPicPr preferRelativeResize="0"/>
          <p:nvPr/>
        </p:nvPicPr>
        <p:blipFill rotWithShape="1">
          <a:blip r:embed="rId5">
            <a:alphaModFix/>
          </a:blip>
          <a:srcRect b="31629" l="33164" r="0" t="0"/>
          <a:stretch/>
        </p:blipFill>
        <p:spPr>
          <a:xfrm>
            <a:off x="-25" y="1929325"/>
            <a:ext cx="3008076" cy="3516725"/>
          </a:xfrm>
          <a:prstGeom prst="rect">
            <a:avLst/>
          </a:prstGeom>
          <a:noFill/>
          <a:ln>
            <a:noFill/>
          </a:ln>
        </p:spPr>
      </p:pic>
      <p:pic>
        <p:nvPicPr>
          <p:cNvPr id="737" name="Google Shape;737;p61"/>
          <p:cNvPicPr preferRelativeResize="0"/>
          <p:nvPr/>
        </p:nvPicPr>
        <p:blipFill>
          <a:blip r:embed="rId6">
            <a:alphaModFix/>
          </a:blip>
          <a:stretch>
            <a:fillRect/>
          </a:stretch>
        </p:blipFill>
        <p:spPr>
          <a:xfrm>
            <a:off x="2563575" y="3343720"/>
            <a:ext cx="4337351" cy="1160125"/>
          </a:xfrm>
          <a:prstGeom prst="rect">
            <a:avLst/>
          </a:prstGeom>
          <a:noFill/>
          <a:ln>
            <a:noFill/>
          </a:ln>
        </p:spPr>
      </p:pic>
      <p:pic>
        <p:nvPicPr>
          <p:cNvPr id="738" name="Google Shape;738;p61"/>
          <p:cNvPicPr preferRelativeResize="0"/>
          <p:nvPr/>
        </p:nvPicPr>
        <p:blipFill rotWithShape="1">
          <a:blip r:embed="rId7">
            <a:alphaModFix/>
          </a:blip>
          <a:srcRect b="26254" l="0" r="25628" t="0"/>
          <a:stretch/>
        </p:blipFill>
        <p:spPr>
          <a:xfrm>
            <a:off x="5693900" y="1305075"/>
            <a:ext cx="3450074" cy="4140976"/>
          </a:xfrm>
          <a:prstGeom prst="rect">
            <a:avLst/>
          </a:prstGeom>
          <a:noFill/>
          <a:ln>
            <a:noFill/>
          </a:ln>
        </p:spPr>
      </p:pic>
      <p:pic>
        <p:nvPicPr>
          <p:cNvPr id="739" name="Google Shape;739;p61"/>
          <p:cNvPicPr preferRelativeResize="0"/>
          <p:nvPr/>
        </p:nvPicPr>
        <p:blipFill rotWithShape="1">
          <a:blip r:embed="rId8">
            <a:alphaModFix/>
          </a:blip>
          <a:srcRect b="14676" l="0" r="0" t="0"/>
          <a:stretch/>
        </p:blipFill>
        <p:spPr>
          <a:xfrm>
            <a:off x="-25" y="3047251"/>
            <a:ext cx="9143999" cy="2398799"/>
          </a:xfrm>
          <a:prstGeom prst="rect">
            <a:avLst/>
          </a:prstGeom>
          <a:noFill/>
          <a:ln>
            <a:noFill/>
          </a:ln>
        </p:spPr>
      </p:pic>
      <p:sp>
        <p:nvSpPr>
          <p:cNvPr id="740" name="Google Shape;740;p61"/>
          <p:cNvSpPr txBox="1"/>
          <p:nvPr>
            <p:ph type="title"/>
          </p:nvPr>
        </p:nvSpPr>
        <p:spPr>
          <a:xfrm>
            <a:off x="2290050" y="2704513"/>
            <a:ext cx="4563900" cy="53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—John J. Wiens</a:t>
            </a:r>
            <a:endParaRPr/>
          </a:p>
        </p:txBody>
      </p:sp>
      <p:sp>
        <p:nvSpPr>
          <p:cNvPr id="741" name="Google Shape;741;p61"/>
          <p:cNvSpPr txBox="1"/>
          <p:nvPr>
            <p:ph idx="1" type="subTitle"/>
          </p:nvPr>
        </p:nvSpPr>
        <p:spPr>
          <a:xfrm>
            <a:off x="1458125" y="856900"/>
            <a:ext cx="6227700" cy="1740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“Soon we may not be estimating how many species there </a:t>
            </a:r>
            <a:r>
              <a:rPr b="1" lang="en" sz="2800"/>
              <a:t>are</a:t>
            </a:r>
            <a:r>
              <a:rPr lang="en" sz="2800"/>
              <a:t> on Earth. We will be estimating how many there </a:t>
            </a:r>
            <a:r>
              <a:rPr b="1" lang="en" sz="2800"/>
              <a:t>were</a:t>
            </a:r>
            <a:r>
              <a:rPr lang="en" sz="2800"/>
              <a:t>.”</a:t>
            </a:r>
            <a:endParaRPr sz="2800"/>
          </a:p>
        </p:txBody>
      </p:sp>
      <p:pic>
        <p:nvPicPr>
          <p:cNvPr id="742" name="Google Shape;742;p61"/>
          <p:cNvPicPr preferRelativeResize="0"/>
          <p:nvPr/>
        </p:nvPicPr>
        <p:blipFill>
          <a:blip r:embed="rId9">
            <a:alphaModFix/>
          </a:blip>
          <a:stretch>
            <a:fillRect/>
          </a:stretch>
        </p:blipFill>
        <p:spPr>
          <a:xfrm rot="-466727">
            <a:off x="8289550" y="1351250"/>
            <a:ext cx="718410" cy="5319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pic>
        <p:nvPicPr>
          <p:cNvPr id="747" name="Google Shape;747;p62"/>
          <p:cNvPicPr preferRelativeResize="0"/>
          <p:nvPr/>
        </p:nvPicPr>
        <p:blipFill rotWithShape="1">
          <a:blip r:embed="rId3">
            <a:alphaModFix/>
          </a:blip>
          <a:srcRect b="67121" l="3755" r="5772" t="2125"/>
          <a:stretch/>
        </p:blipFill>
        <p:spPr>
          <a:xfrm flipH="1">
            <a:off x="40341" y="3853142"/>
            <a:ext cx="9143999" cy="1552574"/>
          </a:xfrm>
          <a:prstGeom prst="rect">
            <a:avLst/>
          </a:prstGeom>
          <a:noFill/>
          <a:ln>
            <a:noFill/>
          </a:ln>
        </p:spPr>
      </p:pic>
      <p:pic>
        <p:nvPicPr>
          <p:cNvPr id="748" name="Google Shape;748;p62"/>
          <p:cNvPicPr preferRelativeResize="0"/>
          <p:nvPr/>
        </p:nvPicPr>
        <p:blipFill>
          <a:blip r:embed="rId4">
            <a:alphaModFix/>
          </a:blip>
          <a:stretch>
            <a:fillRect/>
          </a:stretch>
        </p:blipFill>
        <p:spPr>
          <a:xfrm>
            <a:off x="7226125" y="3911588"/>
            <a:ext cx="992975" cy="423675"/>
          </a:xfrm>
          <a:prstGeom prst="rect">
            <a:avLst/>
          </a:prstGeom>
          <a:noFill/>
          <a:ln>
            <a:noFill/>
          </a:ln>
        </p:spPr>
      </p:pic>
      <p:pic>
        <p:nvPicPr>
          <p:cNvPr id="749" name="Google Shape;749;p62"/>
          <p:cNvPicPr preferRelativeResize="0"/>
          <p:nvPr/>
        </p:nvPicPr>
        <p:blipFill>
          <a:blip r:embed="rId5">
            <a:alphaModFix/>
          </a:blip>
          <a:stretch>
            <a:fillRect/>
          </a:stretch>
        </p:blipFill>
        <p:spPr>
          <a:xfrm flipH="1">
            <a:off x="62575" y="3304375"/>
            <a:ext cx="867700" cy="1857475"/>
          </a:xfrm>
          <a:prstGeom prst="rect">
            <a:avLst/>
          </a:prstGeom>
          <a:noFill/>
          <a:ln>
            <a:noFill/>
          </a:ln>
        </p:spPr>
      </p:pic>
      <p:pic>
        <p:nvPicPr>
          <p:cNvPr id="750" name="Google Shape;750;p62"/>
          <p:cNvPicPr preferRelativeResize="0"/>
          <p:nvPr/>
        </p:nvPicPr>
        <p:blipFill>
          <a:blip r:embed="rId5">
            <a:alphaModFix/>
          </a:blip>
          <a:stretch>
            <a:fillRect/>
          </a:stretch>
        </p:blipFill>
        <p:spPr>
          <a:xfrm>
            <a:off x="8349100" y="3572563"/>
            <a:ext cx="742425" cy="1589300"/>
          </a:xfrm>
          <a:prstGeom prst="rect">
            <a:avLst/>
          </a:prstGeom>
          <a:noFill/>
          <a:ln>
            <a:noFill/>
          </a:ln>
        </p:spPr>
      </p:pic>
      <p:sp>
        <p:nvSpPr>
          <p:cNvPr id="751" name="Google Shape;751;p62"/>
          <p:cNvSpPr txBox="1"/>
          <p:nvPr>
            <p:ph idx="3" type="subTitle"/>
          </p:nvPr>
        </p:nvSpPr>
        <p:spPr>
          <a:xfrm>
            <a:off x="993973" y="3440248"/>
            <a:ext cx="2189100" cy="610200"/>
          </a:xfrm>
          <a:prstGeom prst="rect">
            <a:avLst/>
          </a:prstGeom>
        </p:spPr>
        <p:txBody>
          <a:bodyPr anchorCtr="0" anchor="t" bIns="78175" lIns="78175" spcFirstLastPara="1" rIns="78175" wrap="square" tIns="78175">
            <a:noAutofit/>
          </a:bodyPr>
          <a:lstStyle/>
          <a:p>
            <a:pPr indent="0" lvl="0" marL="0" rtl="0" algn="ctr">
              <a:spcBef>
                <a:spcPts val="0"/>
              </a:spcBef>
              <a:spcAft>
                <a:spcPts val="0"/>
              </a:spcAft>
              <a:buNone/>
            </a:pPr>
            <a:r>
              <a:rPr lang="en" sz="1200"/>
              <a:t>Species definitions and conclusion</a:t>
            </a:r>
            <a:endParaRPr sz="1200"/>
          </a:p>
        </p:txBody>
      </p:sp>
      <p:sp>
        <p:nvSpPr>
          <p:cNvPr id="752" name="Google Shape;752;p62"/>
          <p:cNvSpPr txBox="1"/>
          <p:nvPr>
            <p:ph type="title"/>
          </p:nvPr>
        </p:nvSpPr>
        <p:spPr>
          <a:xfrm>
            <a:off x="720000" y="43615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Our group</a:t>
            </a:r>
            <a:endParaRPr/>
          </a:p>
        </p:txBody>
      </p:sp>
      <p:sp>
        <p:nvSpPr>
          <p:cNvPr id="753" name="Google Shape;753;p62"/>
          <p:cNvSpPr txBox="1"/>
          <p:nvPr>
            <p:ph idx="1" type="subTitle"/>
          </p:nvPr>
        </p:nvSpPr>
        <p:spPr>
          <a:xfrm>
            <a:off x="993973" y="3069587"/>
            <a:ext cx="2189100" cy="489600"/>
          </a:xfrm>
          <a:prstGeom prst="rect">
            <a:avLst/>
          </a:prstGeom>
        </p:spPr>
        <p:txBody>
          <a:bodyPr anchorCtr="0" anchor="b" bIns="78175" lIns="78175" spcFirstLastPara="1" rIns="78175" wrap="square" tIns="78175">
            <a:noAutofit/>
          </a:bodyPr>
          <a:lstStyle/>
          <a:p>
            <a:pPr indent="0" lvl="0" marL="0" rtl="0" algn="ctr">
              <a:spcBef>
                <a:spcPts val="0"/>
              </a:spcBef>
              <a:spcAft>
                <a:spcPts val="0"/>
              </a:spcAft>
              <a:buNone/>
            </a:pPr>
            <a:r>
              <a:rPr lang="en" sz="1881"/>
              <a:t>Klára Plívová</a:t>
            </a:r>
            <a:endParaRPr sz="1881"/>
          </a:p>
        </p:txBody>
      </p:sp>
      <p:pic>
        <p:nvPicPr>
          <p:cNvPr id="754" name="Google Shape;754;p62" title="1566489.jpeg"/>
          <p:cNvPicPr preferRelativeResize="0"/>
          <p:nvPr/>
        </p:nvPicPr>
        <p:blipFill rotWithShape="1">
          <a:blip r:embed="rId6">
            <a:alphaModFix/>
          </a:blip>
          <a:srcRect b="21578" l="0" r="0" t="3132"/>
          <a:stretch/>
        </p:blipFill>
        <p:spPr>
          <a:xfrm>
            <a:off x="1232476" y="1227800"/>
            <a:ext cx="1850299" cy="1857475"/>
          </a:xfrm>
          <a:prstGeom prst="rect">
            <a:avLst/>
          </a:prstGeom>
          <a:noFill/>
          <a:ln>
            <a:noFill/>
          </a:ln>
        </p:spPr>
      </p:pic>
      <p:sp>
        <p:nvSpPr>
          <p:cNvPr id="755" name="Google Shape;755;p62"/>
          <p:cNvSpPr txBox="1"/>
          <p:nvPr>
            <p:ph idx="3" type="subTitle"/>
          </p:nvPr>
        </p:nvSpPr>
        <p:spPr>
          <a:xfrm>
            <a:off x="3477450" y="3448672"/>
            <a:ext cx="2189100" cy="610200"/>
          </a:xfrm>
          <a:prstGeom prst="rect">
            <a:avLst/>
          </a:prstGeom>
        </p:spPr>
        <p:txBody>
          <a:bodyPr anchorCtr="0" anchor="t" bIns="78175" lIns="78175" spcFirstLastPara="1" rIns="78175" wrap="square" tIns="78175">
            <a:noAutofit/>
          </a:bodyPr>
          <a:lstStyle/>
          <a:p>
            <a:pPr indent="0" lvl="0" marL="0" rtl="0" algn="ctr">
              <a:spcBef>
                <a:spcPts val="0"/>
              </a:spcBef>
              <a:spcAft>
                <a:spcPts val="0"/>
              </a:spcAft>
              <a:buNone/>
            </a:pPr>
            <a:r>
              <a:rPr lang="en" sz="1150"/>
              <a:t>Analysis of Scientific Methods </a:t>
            </a:r>
            <a:endParaRPr sz="1150"/>
          </a:p>
        </p:txBody>
      </p:sp>
      <p:sp>
        <p:nvSpPr>
          <p:cNvPr id="756" name="Google Shape;756;p62"/>
          <p:cNvSpPr txBox="1"/>
          <p:nvPr>
            <p:ph idx="1" type="subTitle"/>
          </p:nvPr>
        </p:nvSpPr>
        <p:spPr>
          <a:xfrm>
            <a:off x="3477450" y="3078011"/>
            <a:ext cx="2189100" cy="489600"/>
          </a:xfrm>
          <a:prstGeom prst="rect">
            <a:avLst/>
          </a:prstGeom>
        </p:spPr>
        <p:txBody>
          <a:bodyPr anchorCtr="0" anchor="b" bIns="78175" lIns="78175" spcFirstLastPara="1" rIns="78175" wrap="square" tIns="78175">
            <a:noAutofit/>
          </a:bodyPr>
          <a:lstStyle/>
          <a:p>
            <a:pPr indent="0" lvl="0" marL="0" rtl="0" algn="ctr">
              <a:spcBef>
                <a:spcPts val="0"/>
              </a:spcBef>
              <a:spcAft>
                <a:spcPts val="0"/>
              </a:spcAft>
              <a:buNone/>
            </a:pPr>
            <a:r>
              <a:rPr lang="en" sz="1881"/>
              <a:t>Stan Tsvetkov</a:t>
            </a:r>
            <a:endParaRPr sz="1881"/>
          </a:p>
        </p:txBody>
      </p:sp>
      <p:sp>
        <p:nvSpPr>
          <p:cNvPr id="757" name="Google Shape;757;p62"/>
          <p:cNvSpPr txBox="1"/>
          <p:nvPr>
            <p:ph idx="3" type="subTitle"/>
          </p:nvPr>
        </p:nvSpPr>
        <p:spPr>
          <a:xfrm>
            <a:off x="5876415" y="3406092"/>
            <a:ext cx="2189100" cy="610200"/>
          </a:xfrm>
          <a:prstGeom prst="rect">
            <a:avLst/>
          </a:prstGeom>
        </p:spPr>
        <p:txBody>
          <a:bodyPr anchorCtr="0" anchor="t" bIns="78175" lIns="78175" spcFirstLastPara="1" rIns="78175" wrap="square" tIns="78175">
            <a:noAutofit/>
          </a:bodyPr>
          <a:lstStyle/>
          <a:p>
            <a:pPr indent="0" lvl="0" marL="0" rtl="0" algn="ctr">
              <a:spcBef>
                <a:spcPts val="0"/>
              </a:spcBef>
              <a:spcAft>
                <a:spcPts val="0"/>
              </a:spcAft>
              <a:buNone/>
            </a:pPr>
            <a:r>
              <a:rPr lang="en" sz="1197"/>
              <a:t>Reasons</a:t>
            </a:r>
            <a:r>
              <a:rPr lang="en" sz="1197"/>
              <a:t> to calculate the </a:t>
            </a:r>
            <a:r>
              <a:rPr lang="en" sz="1197"/>
              <a:t>number</a:t>
            </a:r>
            <a:r>
              <a:rPr lang="en" sz="1197"/>
              <a:t> of species</a:t>
            </a:r>
            <a:endParaRPr sz="1197"/>
          </a:p>
        </p:txBody>
      </p:sp>
      <p:sp>
        <p:nvSpPr>
          <p:cNvPr id="758" name="Google Shape;758;p62"/>
          <p:cNvSpPr txBox="1"/>
          <p:nvPr>
            <p:ph idx="1" type="subTitle"/>
          </p:nvPr>
        </p:nvSpPr>
        <p:spPr>
          <a:xfrm>
            <a:off x="5858443" y="3053403"/>
            <a:ext cx="2189100" cy="489600"/>
          </a:xfrm>
          <a:prstGeom prst="rect">
            <a:avLst/>
          </a:prstGeom>
        </p:spPr>
        <p:txBody>
          <a:bodyPr anchorCtr="0" anchor="b" bIns="78175" lIns="78175" spcFirstLastPara="1" rIns="78175" wrap="square" tIns="78175">
            <a:noAutofit/>
          </a:bodyPr>
          <a:lstStyle/>
          <a:p>
            <a:pPr indent="0" lvl="0" marL="0" rtl="0" algn="ctr">
              <a:spcBef>
                <a:spcPts val="0"/>
              </a:spcBef>
              <a:spcAft>
                <a:spcPts val="0"/>
              </a:spcAft>
              <a:buNone/>
            </a:pPr>
            <a:r>
              <a:rPr lang="en" sz="1881"/>
              <a:t>Elise Tassel</a:t>
            </a:r>
            <a:endParaRPr sz="1881"/>
          </a:p>
        </p:txBody>
      </p:sp>
      <p:pic>
        <p:nvPicPr>
          <p:cNvPr id="759" name="Google Shape;759;p62" title="photo UniLaSalle.jpg"/>
          <p:cNvPicPr preferRelativeResize="0"/>
          <p:nvPr/>
        </p:nvPicPr>
        <p:blipFill rotWithShape="1">
          <a:blip r:embed="rId7">
            <a:alphaModFix/>
          </a:blip>
          <a:srcRect b="12791" l="0" r="0" t="12799"/>
          <a:stretch/>
        </p:blipFill>
        <p:spPr>
          <a:xfrm>
            <a:off x="5923625" y="1221349"/>
            <a:ext cx="1850302" cy="1857500"/>
          </a:xfrm>
          <a:prstGeom prst="rect">
            <a:avLst/>
          </a:prstGeom>
          <a:noFill/>
          <a:ln>
            <a:noFill/>
          </a:ln>
        </p:spPr>
      </p:pic>
      <p:pic>
        <p:nvPicPr>
          <p:cNvPr id="760" name="Google Shape;760;p62" title="IMG_20261015_165957.jpg"/>
          <p:cNvPicPr preferRelativeResize="0"/>
          <p:nvPr/>
        </p:nvPicPr>
        <p:blipFill rotWithShape="1">
          <a:blip r:embed="rId8">
            <a:alphaModFix/>
          </a:blip>
          <a:srcRect b="9812" l="0" r="0" t="0"/>
          <a:stretch/>
        </p:blipFill>
        <p:spPr>
          <a:xfrm>
            <a:off x="3775675" y="1242095"/>
            <a:ext cx="1570002" cy="18574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pic>
        <p:nvPicPr>
          <p:cNvPr id="765" name="Google Shape;765;p63"/>
          <p:cNvPicPr preferRelativeResize="0"/>
          <p:nvPr/>
        </p:nvPicPr>
        <p:blipFill rotWithShape="1">
          <a:blip r:embed="rId3">
            <a:alphaModFix/>
          </a:blip>
          <a:srcRect b="67121" l="3755" r="5772" t="2125"/>
          <a:stretch/>
        </p:blipFill>
        <p:spPr>
          <a:xfrm flipH="1">
            <a:off x="53915" y="3747892"/>
            <a:ext cx="9143999" cy="1552574"/>
          </a:xfrm>
          <a:prstGeom prst="rect">
            <a:avLst/>
          </a:prstGeom>
          <a:noFill/>
          <a:ln>
            <a:noFill/>
          </a:ln>
        </p:spPr>
      </p:pic>
      <p:pic>
        <p:nvPicPr>
          <p:cNvPr id="766" name="Google Shape;766;p63"/>
          <p:cNvPicPr preferRelativeResize="0"/>
          <p:nvPr/>
        </p:nvPicPr>
        <p:blipFill>
          <a:blip r:embed="rId4">
            <a:alphaModFix/>
          </a:blip>
          <a:stretch>
            <a:fillRect/>
          </a:stretch>
        </p:blipFill>
        <p:spPr>
          <a:xfrm>
            <a:off x="7226125" y="3911588"/>
            <a:ext cx="992975" cy="423675"/>
          </a:xfrm>
          <a:prstGeom prst="rect">
            <a:avLst/>
          </a:prstGeom>
          <a:noFill/>
          <a:ln>
            <a:noFill/>
          </a:ln>
        </p:spPr>
      </p:pic>
      <p:pic>
        <p:nvPicPr>
          <p:cNvPr id="767" name="Google Shape;767;p63"/>
          <p:cNvPicPr preferRelativeResize="0"/>
          <p:nvPr/>
        </p:nvPicPr>
        <p:blipFill>
          <a:blip r:embed="rId5">
            <a:alphaModFix/>
          </a:blip>
          <a:stretch>
            <a:fillRect/>
          </a:stretch>
        </p:blipFill>
        <p:spPr>
          <a:xfrm flipH="1">
            <a:off x="62575" y="3304375"/>
            <a:ext cx="867700" cy="1857475"/>
          </a:xfrm>
          <a:prstGeom prst="rect">
            <a:avLst/>
          </a:prstGeom>
          <a:noFill/>
          <a:ln>
            <a:noFill/>
          </a:ln>
        </p:spPr>
      </p:pic>
      <p:pic>
        <p:nvPicPr>
          <p:cNvPr id="768" name="Google Shape;768;p63"/>
          <p:cNvPicPr preferRelativeResize="0"/>
          <p:nvPr/>
        </p:nvPicPr>
        <p:blipFill>
          <a:blip r:embed="rId5">
            <a:alphaModFix/>
          </a:blip>
          <a:stretch>
            <a:fillRect/>
          </a:stretch>
        </p:blipFill>
        <p:spPr>
          <a:xfrm>
            <a:off x="8349100" y="3572563"/>
            <a:ext cx="742425" cy="1589300"/>
          </a:xfrm>
          <a:prstGeom prst="rect">
            <a:avLst/>
          </a:prstGeom>
          <a:noFill/>
          <a:ln>
            <a:noFill/>
          </a:ln>
        </p:spPr>
      </p:pic>
      <p:sp>
        <p:nvSpPr>
          <p:cNvPr id="769" name="Google Shape;769;p63"/>
          <p:cNvSpPr txBox="1"/>
          <p:nvPr>
            <p:ph idx="3" type="subTitle"/>
          </p:nvPr>
        </p:nvSpPr>
        <p:spPr>
          <a:xfrm>
            <a:off x="2059615" y="3579477"/>
            <a:ext cx="2189100" cy="610200"/>
          </a:xfrm>
          <a:prstGeom prst="rect">
            <a:avLst/>
          </a:prstGeom>
        </p:spPr>
        <p:txBody>
          <a:bodyPr anchorCtr="0" anchor="t" bIns="78175" lIns="78175" spcFirstLastPara="1" rIns="78175" wrap="square" tIns="78175">
            <a:noAutofit/>
          </a:bodyPr>
          <a:lstStyle/>
          <a:p>
            <a:pPr indent="0" lvl="0" marL="0" rtl="0" algn="ctr">
              <a:spcBef>
                <a:spcPts val="0"/>
              </a:spcBef>
              <a:spcAft>
                <a:spcPts val="0"/>
              </a:spcAft>
              <a:buNone/>
            </a:pPr>
            <a:r>
              <a:rPr lang="en" sz="1197"/>
              <a:t>Mora’s </a:t>
            </a:r>
            <a:r>
              <a:rPr lang="en" sz="1197"/>
              <a:t> scientific article;</a:t>
            </a:r>
            <a:endParaRPr sz="1197"/>
          </a:p>
          <a:p>
            <a:pPr indent="0" lvl="0" marL="0" rtl="0" algn="ctr">
              <a:spcBef>
                <a:spcPts val="0"/>
              </a:spcBef>
              <a:spcAft>
                <a:spcPts val="0"/>
              </a:spcAft>
              <a:buNone/>
            </a:pPr>
            <a:r>
              <a:rPr lang="en" sz="1197"/>
              <a:t>Limitations to species counting methods</a:t>
            </a:r>
            <a:endParaRPr sz="1197"/>
          </a:p>
        </p:txBody>
      </p:sp>
      <p:sp>
        <p:nvSpPr>
          <p:cNvPr id="770" name="Google Shape;770;p63"/>
          <p:cNvSpPr txBox="1"/>
          <p:nvPr>
            <p:ph type="title"/>
          </p:nvPr>
        </p:nvSpPr>
        <p:spPr>
          <a:xfrm>
            <a:off x="720000" y="355468"/>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Our group</a:t>
            </a:r>
            <a:endParaRPr/>
          </a:p>
        </p:txBody>
      </p:sp>
      <p:sp>
        <p:nvSpPr>
          <p:cNvPr id="771" name="Google Shape;771;p63"/>
          <p:cNvSpPr txBox="1"/>
          <p:nvPr>
            <p:ph idx="1" type="subTitle"/>
          </p:nvPr>
        </p:nvSpPr>
        <p:spPr>
          <a:xfrm>
            <a:off x="2059615" y="3154902"/>
            <a:ext cx="2189100" cy="489600"/>
          </a:xfrm>
          <a:prstGeom prst="rect">
            <a:avLst/>
          </a:prstGeom>
        </p:spPr>
        <p:txBody>
          <a:bodyPr anchorCtr="0" anchor="b" bIns="78175" lIns="78175" spcFirstLastPara="1" rIns="78175" wrap="square" tIns="78175">
            <a:noAutofit/>
          </a:bodyPr>
          <a:lstStyle/>
          <a:p>
            <a:pPr indent="0" lvl="0" marL="0" rtl="0" algn="ctr">
              <a:spcBef>
                <a:spcPts val="0"/>
              </a:spcBef>
              <a:spcAft>
                <a:spcPts val="0"/>
              </a:spcAft>
              <a:buNone/>
            </a:pPr>
            <a:r>
              <a:rPr lang="en" sz="1881"/>
              <a:t>Daniela Duarte</a:t>
            </a:r>
            <a:endParaRPr sz="1881"/>
          </a:p>
        </p:txBody>
      </p:sp>
      <p:sp>
        <p:nvSpPr>
          <p:cNvPr id="772" name="Google Shape;772;p63"/>
          <p:cNvSpPr txBox="1"/>
          <p:nvPr>
            <p:ph idx="3" type="subTitle"/>
          </p:nvPr>
        </p:nvSpPr>
        <p:spPr>
          <a:xfrm>
            <a:off x="5111722" y="3615725"/>
            <a:ext cx="2189100" cy="610200"/>
          </a:xfrm>
          <a:prstGeom prst="rect">
            <a:avLst/>
          </a:prstGeom>
        </p:spPr>
        <p:txBody>
          <a:bodyPr anchorCtr="0" anchor="t" bIns="78175" lIns="78175" spcFirstLastPara="1" rIns="78175" wrap="square" tIns="78175">
            <a:noAutofit/>
          </a:bodyPr>
          <a:lstStyle/>
          <a:p>
            <a:pPr indent="0" lvl="0" marL="0" rtl="0" algn="l">
              <a:spcBef>
                <a:spcPts val="0"/>
              </a:spcBef>
              <a:spcAft>
                <a:spcPts val="0"/>
              </a:spcAft>
              <a:buNone/>
            </a:pPr>
            <a:r>
              <a:rPr lang="en" sz="1197"/>
              <a:t>Limitations to species counting methods</a:t>
            </a:r>
            <a:endParaRPr sz="1197"/>
          </a:p>
        </p:txBody>
      </p:sp>
      <p:sp>
        <p:nvSpPr>
          <p:cNvPr id="773" name="Google Shape;773;p63"/>
          <p:cNvSpPr txBox="1"/>
          <p:nvPr>
            <p:ph idx="1" type="subTitle"/>
          </p:nvPr>
        </p:nvSpPr>
        <p:spPr>
          <a:xfrm>
            <a:off x="5093747" y="3231931"/>
            <a:ext cx="2189100" cy="489600"/>
          </a:xfrm>
          <a:prstGeom prst="rect">
            <a:avLst/>
          </a:prstGeom>
        </p:spPr>
        <p:txBody>
          <a:bodyPr anchorCtr="0" anchor="b" bIns="78175" lIns="78175" spcFirstLastPara="1" rIns="78175" wrap="square" tIns="78175">
            <a:noAutofit/>
          </a:bodyPr>
          <a:lstStyle/>
          <a:p>
            <a:pPr indent="0" lvl="0" marL="0" rtl="0" algn="l">
              <a:spcBef>
                <a:spcPts val="0"/>
              </a:spcBef>
              <a:spcAft>
                <a:spcPts val="0"/>
              </a:spcAft>
              <a:buNone/>
            </a:pPr>
            <a:r>
              <a:rPr lang="en" sz="1881"/>
              <a:t>Inês Santos</a:t>
            </a:r>
            <a:endParaRPr sz="1881"/>
          </a:p>
        </p:txBody>
      </p:sp>
      <p:pic>
        <p:nvPicPr>
          <p:cNvPr id="774" name="Google Shape;774;p63"/>
          <p:cNvPicPr preferRelativeResize="0"/>
          <p:nvPr/>
        </p:nvPicPr>
        <p:blipFill rotWithShape="1">
          <a:blip r:embed="rId6">
            <a:alphaModFix/>
          </a:blip>
          <a:srcRect b="25101" l="6732" r="12747" t="13045"/>
          <a:stretch/>
        </p:blipFill>
        <p:spPr>
          <a:xfrm>
            <a:off x="2077587" y="1227021"/>
            <a:ext cx="1928801" cy="1975521"/>
          </a:xfrm>
          <a:prstGeom prst="rect">
            <a:avLst/>
          </a:prstGeom>
          <a:noFill/>
          <a:ln>
            <a:noFill/>
          </a:ln>
        </p:spPr>
      </p:pic>
      <p:pic>
        <p:nvPicPr>
          <p:cNvPr id="775" name="Google Shape;775;p63" title="Background Eraser.JPG"/>
          <p:cNvPicPr preferRelativeResize="0"/>
          <p:nvPr/>
        </p:nvPicPr>
        <p:blipFill rotWithShape="1">
          <a:blip r:embed="rId7">
            <a:alphaModFix/>
          </a:blip>
          <a:srcRect b="12726" l="0" r="0" t="6420"/>
          <a:stretch/>
        </p:blipFill>
        <p:spPr>
          <a:xfrm>
            <a:off x="4994625" y="1196561"/>
            <a:ext cx="1928801" cy="2079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4"/>
          <p:cNvSpPr txBox="1"/>
          <p:nvPr>
            <p:ph type="title"/>
          </p:nvPr>
        </p:nvSpPr>
        <p:spPr>
          <a:xfrm>
            <a:off x="720000" y="2310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Resources</a:t>
            </a:r>
            <a:endParaRPr/>
          </a:p>
        </p:txBody>
      </p:sp>
      <p:sp>
        <p:nvSpPr>
          <p:cNvPr id="781" name="Google Shape;781;p64"/>
          <p:cNvSpPr txBox="1"/>
          <p:nvPr>
            <p:ph idx="1" type="body"/>
          </p:nvPr>
        </p:nvSpPr>
        <p:spPr>
          <a:xfrm>
            <a:off x="720000" y="846150"/>
            <a:ext cx="7704000" cy="4160700"/>
          </a:xfrm>
          <a:prstGeom prst="rect">
            <a:avLst/>
          </a:prstGeom>
        </p:spPr>
        <p:txBody>
          <a:bodyPr anchorCtr="0" anchor="t" bIns="91425" lIns="91425" spcFirstLastPara="1" rIns="91425" wrap="square" tIns="91425">
            <a:noAutofit/>
          </a:bodyPr>
          <a:lstStyle/>
          <a:p>
            <a:pPr indent="0" lvl="0" marL="0" rtl="0" algn="l">
              <a:lnSpc>
                <a:spcPct val="50000"/>
              </a:lnSpc>
              <a:spcBef>
                <a:spcPts val="1000"/>
              </a:spcBef>
              <a:spcAft>
                <a:spcPts val="0"/>
              </a:spcAft>
              <a:buNone/>
            </a:pPr>
            <a:r>
              <a:rPr lang="en" sz="2500">
                <a:solidFill>
                  <a:schemeClr val="dk1"/>
                </a:solidFill>
                <a:latin typeface="Reggae One"/>
                <a:ea typeface="Reggae One"/>
                <a:cs typeface="Reggae One"/>
                <a:sym typeface="Reggae One"/>
              </a:rPr>
              <a:t>Study material:</a:t>
            </a:r>
            <a:endParaRPr sz="2500">
              <a:solidFill>
                <a:schemeClr val="dk1"/>
              </a:solidFill>
              <a:latin typeface="Reggae One"/>
              <a:ea typeface="Reggae One"/>
              <a:cs typeface="Reggae One"/>
              <a:sym typeface="Reggae One"/>
            </a:endParaRPr>
          </a:p>
          <a:p>
            <a:pPr indent="0" lvl="0" marL="0" rtl="0" algn="l">
              <a:lnSpc>
                <a:spcPct val="50000"/>
              </a:lnSpc>
              <a:spcBef>
                <a:spcPts val="1000"/>
              </a:spcBef>
              <a:spcAft>
                <a:spcPts val="0"/>
              </a:spcAft>
              <a:buNone/>
            </a:pPr>
            <a:r>
              <a:rPr lang="en" sz="700" u="sng">
                <a:solidFill>
                  <a:schemeClr val="hlink"/>
                </a:solidFill>
                <a:latin typeface="Reggae One"/>
                <a:ea typeface="Reggae One"/>
                <a:cs typeface="Reggae One"/>
                <a:sym typeface="Reggae One"/>
                <a:hlinkClick r:id="rId3"/>
              </a:rPr>
              <a:t>https://docs.google.com/document/d/1qpB0loHDO-265KJWud_EQlgqcp3MbAXueFxQ2m2JX28/edit?tab=t.0</a:t>
            </a:r>
            <a:r>
              <a:rPr lang="en" sz="2500">
                <a:solidFill>
                  <a:schemeClr val="dk1"/>
                </a:solidFill>
                <a:latin typeface="Reggae One"/>
                <a:ea typeface="Reggae One"/>
                <a:cs typeface="Reggae One"/>
                <a:sym typeface="Reggae One"/>
              </a:rPr>
              <a:t>  </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2500">
                <a:solidFill>
                  <a:schemeClr val="dk1"/>
                </a:solidFill>
                <a:latin typeface="Reggae One"/>
                <a:ea typeface="Reggae One"/>
                <a:cs typeface="Reggae One"/>
                <a:sym typeface="Reggae One"/>
              </a:rPr>
              <a:t>Photos:</a:t>
            </a:r>
            <a:endParaRPr sz="25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4"/>
              </a:rPr>
              <a:t>https://centurylibrary.com/shop/animals/insects-beetles-vintage-okens-naturgeschichte-artwork-1830s/</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5"/>
              </a:rPr>
              <a:t>https://tinyurl.com/yknbhjk6</a:t>
            </a:r>
            <a:r>
              <a:rPr lang="en" sz="700"/>
              <a:t>   </a:t>
            </a:r>
            <a:r>
              <a:rPr lang="en" sz="700" u="sng">
                <a:solidFill>
                  <a:schemeClr val="hlink"/>
                </a:solidFill>
                <a:latin typeface="Reggae One"/>
                <a:ea typeface="Reggae One"/>
                <a:cs typeface="Reggae One"/>
                <a:sym typeface="Reggae One"/>
                <a:hlinkClick r:id="rId6"/>
              </a:rPr>
              <a:t>https://tinyurl.com/43rnnm5m</a:t>
            </a:r>
            <a:r>
              <a:rPr lang="en" sz="700"/>
              <a:t>   </a:t>
            </a:r>
            <a:r>
              <a:rPr lang="en" sz="700" u="sng">
                <a:solidFill>
                  <a:schemeClr val="hlink"/>
                </a:solidFill>
                <a:latin typeface="Reggae One"/>
                <a:ea typeface="Reggae One"/>
                <a:cs typeface="Reggae One"/>
                <a:sym typeface="Reggae One"/>
                <a:hlinkClick r:id="rId7"/>
              </a:rPr>
              <a:t>https://tinyurl.com/2s3ema85</a:t>
            </a:r>
            <a:r>
              <a:rPr lang="en" sz="700"/>
              <a:t>   </a:t>
            </a:r>
            <a:r>
              <a:rPr lang="en" sz="700" u="sng">
                <a:solidFill>
                  <a:schemeClr val="hlink"/>
                </a:solidFill>
                <a:latin typeface="Reggae One"/>
                <a:ea typeface="Reggae One"/>
                <a:cs typeface="Reggae One"/>
                <a:sym typeface="Reggae One"/>
                <a:hlinkClick r:id="rId8"/>
              </a:rPr>
              <a:t>https://tinyurl.com/4xz65nbu</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9"/>
              </a:rPr>
              <a:t>https://tinyurl.com/4cf54u44</a:t>
            </a:r>
            <a:r>
              <a:rPr lang="en" sz="700"/>
              <a:t>   </a:t>
            </a:r>
            <a:r>
              <a:rPr lang="en" sz="700" u="sng">
                <a:solidFill>
                  <a:schemeClr val="hlink"/>
                </a:solidFill>
                <a:latin typeface="Reggae One"/>
                <a:ea typeface="Reggae One"/>
                <a:cs typeface="Reggae One"/>
                <a:sym typeface="Reggae One"/>
                <a:hlinkClick r:id="rId10"/>
              </a:rPr>
              <a:t>https://tinyurl.com/ykfspatk</a:t>
            </a:r>
            <a:r>
              <a:rPr lang="en" sz="700"/>
              <a:t>    </a:t>
            </a:r>
            <a:r>
              <a:rPr lang="en" sz="700" u="sng">
                <a:solidFill>
                  <a:schemeClr val="hlink"/>
                </a:solidFill>
                <a:latin typeface="Reggae One"/>
                <a:ea typeface="Reggae One"/>
                <a:cs typeface="Reggae One"/>
                <a:sym typeface="Reggae One"/>
                <a:hlinkClick r:id="rId11"/>
              </a:rPr>
              <a:t>https://tinyurl.com/yt7jems2</a:t>
            </a:r>
            <a:r>
              <a:rPr lang="en" sz="700"/>
              <a:t>   </a:t>
            </a:r>
            <a:r>
              <a:rPr lang="en" sz="700" u="sng">
                <a:solidFill>
                  <a:schemeClr val="hlink"/>
                </a:solidFill>
                <a:latin typeface="Reggae One"/>
                <a:ea typeface="Reggae One"/>
                <a:cs typeface="Reggae One"/>
                <a:sym typeface="Reggae One"/>
                <a:hlinkClick r:id="rId12"/>
              </a:rPr>
              <a:t>https://tinyurl.com/43p8d6hw</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13"/>
              </a:rPr>
              <a:t>https://tinyurl.com/424sc6a6</a:t>
            </a:r>
            <a:r>
              <a:rPr lang="en" sz="700">
                <a:solidFill>
                  <a:schemeClr val="dk1"/>
                </a:solidFill>
                <a:latin typeface="Reggae One"/>
                <a:ea typeface="Reggae One"/>
                <a:cs typeface="Reggae One"/>
                <a:sym typeface="Reggae One"/>
              </a:rPr>
              <a:t>   </a:t>
            </a:r>
            <a:r>
              <a:rPr lang="en" sz="700" u="sng">
                <a:solidFill>
                  <a:schemeClr val="hlink"/>
                </a:solidFill>
                <a:latin typeface="Reggae One"/>
                <a:ea typeface="Reggae One"/>
                <a:cs typeface="Reggae One"/>
                <a:sym typeface="Reggae One"/>
                <a:hlinkClick r:id="rId14"/>
              </a:rPr>
              <a:t>https://tinyurl.com/242rm8xe</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1700">
                <a:solidFill>
                  <a:schemeClr val="dk1"/>
                </a:solidFill>
                <a:latin typeface="Reggae One"/>
                <a:ea typeface="Reggae One"/>
                <a:cs typeface="Reggae One"/>
                <a:sym typeface="Reggae One"/>
              </a:rPr>
              <a:t>Sources:</a:t>
            </a:r>
            <a:endParaRPr sz="1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15"/>
              </a:rPr>
              <a:t>https://www.jstor.org/stable/2405675</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16"/>
              </a:rPr>
              <a:t>https://www.cell.com/trends/ecology-evolution/fulltext/0169-5347(95)90031-4</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17"/>
              </a:rPr>
              <a:t>https://link.springer.com/chapter/10.1007/978-94-010-1829-6_16</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u="sng">
                <a:solidFill>
                  <a:schemeClr val="hlink"/>
                </a:solidFill>
                <a:latin typeface="Reggae One"/>
                <a:ea typeface="Reggae One"/>
                <a:cs typeface="Reggae One"/>
                <a:sym typeface="Reggae One"/>
                <a:hlinkClick r:id="rId18"/>
              </a:rPr>
              <a:t>https://pubmed.ncbi.nlm.nih.gov/15253349/</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17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17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8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8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8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800">
              <a:solidFill>
                <a:schemeClr val="dk1"/>
              </a:solidFill>
              <a:latin typeface="Reggae One"/>
              <a:ea typeface="Reggae One"/>
              <a:cs typeface="Reggae One"/>
              <a:sym typeface="Reggae One"/>
            </a:endParaRPr>
          </a:p>
          <a:p>
            <a:pPr indent="0" lvl="0" marL="0" rtl="0" algn="l">
              <a:spcBef>
                <a:spcPts val="1000"/>
              </a:spcBef>
              <a:spcAft>
                <a:spcPts val="0"/>
              </a:spcAft>
              <a:buNone/>
            </a:pPr>
            <a:r>
              <a:t/>
            </a:r>
            <a:endParaRPr sz="800">
              <a:solidFill>
                <a:schemeClr val="dk1"/>
              </a:solidFill>
              <a:latin typeface="Reggae One"/>
              <a:ea typeface="Reggae One"/>
              <a:cs typeface="Reggae One"/>
              <a:sym typeface="Reggae One"/>
            </a:endParaRPr>
          </a:p>
          <a:p>
            <a:pPr indent="0" lvl="0" marL="457200" rtl="0" algn="l">
              <a:lnSpc>
                <a:spcPct val="100000"/>
              </a:lnSpc>
              <a:spcBef>
                <a:spcPts val="0"/>
              </a:spcBef>
              <a:spcAft>
                <a:spcPts val="0"/>
              </a:spcAft>
              <a:buNone/>
            </a:pPr>
            <a:r>
              <a:t/>
            </a:r>
            <a:endParaRPr sz="13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65"/>
          <p:cNvSpPr txBox="1"/>
          <p:nvPr>
            <p:ph idx="1" type="body"/>
          </p:nvPr>
        </p:nvSpPr>
        <p:spPr>
          <a:xfrm>
            <a:off x="718053" y="491410"/>
            <a:ext cx="7704000" cy="4160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700">
                <a:solidFill>
                  <a:schemeClr val="dk1"/>
                </a:solidFill>
                <a:latin typeface="Reggae One"/>
                <a:ea typeface="Reggae One"/>
                <a:cs typeface="Reggae One"/>
                <a:sym typeface="Reggae One"/>
              </a:rPr>
              <a:t>Wiens JJ (2023) How many species are there on Earth? Progress and problems. PLoS Biol 21(11): e3002388. https://doi.org/10.1371/journal. Pbio.3002388</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a:solidFill>
                  <a:schemeClr val="dk1"/>
                </a:solidFill>
                <a:latin typeface="Reggae One"/>
                <a:ea typeface="Reggae One"/>
                <a:cs typeface="Reggae One"/>
                <a:sym typeface="Reggae One"/>
              </a:rPr>
              <a:t>Mora C, Tittensor DP, Adl S, Simpson AGB, Worm B (2011) How Many Species Are There on Earth and in the Ocean? PLoS Biol 9(8): e1001127. doi:10.1371/journal.pbio.1001127</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a:solidFill>
                  <a:schemeClr val="dk1"/>
                </a:solidFill>
                <a:latin typeface="Reggae One"/>
                <a:ea typeface="Reggae One"/>
                <a:cs typeface="Reggae One"/>
                <a:sym typeface="Reggae One"/>
              </a:rPr>
              <a:t>Grene M, Mendelsohn E, eds (1976) Topics in the Philosophy of Biology. Boston Studies in the Philosophy of Science, vol 27\. D. Reidel Publishing Company, Dordrecht. doi:10.1007/978-94-010-1449-6</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a:solidFill>
                  <a:schemeClr val="dk1"/>
                </a:solidFill>
                <a:latin typeface="Reggae One"/>
                <a:ea typeface="Reggae One"/>
                <a:cs typeface="Reggae One"/>
                <a:sym typeface="Reggae One"/>
              </a:rPr>
              <a:t>Simpson GG (1951) The Species Concept. Evolution 5(4): 285–298\. doi:10.2307/2405675</a:t>
            </a:r>
            <a:br>
              <a:rPr lang="en" sz="700">
                <a:solidFill>
                  <a:schemeClr val="dk1"/>
                </a:solidFill>
                <a:latin typeface="Reggae One"/>
                <a:ea typeface="Reggae One"/>
                <a:cs typeface="Reggae One"/>
                <a:sym typeface="Reggae One"/>
              </a:rPr>
            </a:br>
            <a:br>
              <a:rPr lang="en" sz="700">
                <a:solidFill>
                  <a:schemeClr val="dk1"/>
                </a:solidFill>
                <a:latin typeface="Reggae One"/>
                <a:ea typeface="Reggae One"/>
                <a:cs typeface="Reggae One"/>
                <a:sym typeface="Reggae One"/>
              </a:rPr>
            </a:br>
            <a:r>
              <a:rPr lang="en" sz="700">
                <a:solidFill>
                  <a:schemeClr val="dk1"/>
                </a:solidFill>
                <a:latin typeface="Reggae One"/>
                <a:ea typeface="Reggae One"/>
                <a:cs typeface="Reggae One"/>
                <a:sym typeface="Reggae One"/>
              </a:rPr>
              <a:t>May R. M. How many species are there on earth? Science. 1988;241:1441–1449. doi: 10.1126/science.241.4872.1441. </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a:solidFill>
                  <a:schemeClr val="dk1"/>
                </a:solidFill>
                <a:latin typeface="Reggae One"/>
                <a:ea typeface="Reggae One"/>
                <a:cs typeface="Reggae One"/>
                <a:sym typeface="Reggae One"/>
              </a:rPr>
              <a:t> Raven P. H. Disappearing species: a global tragedy. Futurist. 1985;19:8–14. </a:t>
            </a:r>
            <a:br>
              <a:rPr lang="en" sz="700">
                <a:solidFill>
                  <a:schemeClr val="dk1"/>
                </a:solidFill>
                <a:latin typeface="Reggae One"/>
                <a:ea typeface="Reggae One"/>
                <a:cs typeface="Reggae One"/>
                <a:sym typeface="Reggae One"/>
              </a:rPr>
            </a:br>
            <a:br>
              <a:rPr lang="en" sz="700">
                <a:solidFill>
                  <a:schemeClr val="dk1"/>
                </a:solidFill>
                <a:latin typeface="Reggae One"/>
                <a:ea typeface="Reggae One"/>
                <a:cs typeface="Reggae One"/>
                <a:sym typeface="Reggae One"/>
              </a:rPr>
            </a:br>
            <a:r>
              <a:rPr lang="en" sz="700">
                <a:solidFill>
                  <a:schemeClr val="dk1"/>
                </a:solidFill>
                <a:latin typeface="Reggae One"/>
                <a:ea typeface="Reggae One"/>
                <a:cs typeface="Reggae One"/>
                <a:sym typeface="Reggae One"/>
              </a:rPr>
              <a:t>Hodkinson I. D, Casson D. A lesser predilection for bugs: Hemiptera (Insecta) diversity in tropical forests. Biol J Linn Soc. 1991;43:101–119. </a:t>
            </a:r>
            <a:endParaRPr sz="700">
              <a:solidFill>
                <a:schemeClr val="dk1"/>
              </a:solidFill>
              <a:latin typeface="Reggae One"/>
              <a:ea typeface="Reggae One"/>
              <a:cs typeface="Reggae One"/>
              <a:sym typeface="Reggae One"/>
            </a:endParaRPr>
          </a:p>
          <a:p>
            <a:pPr indent="0" lvl="0" marL="0" rtl="0" algn="l">
              <a:spcBef>
                <a:spcPts val="1000"/>
              </a:spcBef>
              <a:spcAft>
                <a:spcPts val="0"/>
              </a:spcAft>
              <a:buNone/>
            </a:pPr>
            <a:r>
              <a:rPr lang="en" sz="700">
                <a:solidFill>
                  <a:schemeClr val="dk1"/>
                </a:solidFill>
                <a:latin typeface="Reggae One"/>
                <a:ea typeface="Reggae One"/>
                <a:cs typeface="Reggae One"/>
                <a:sym typeface="Reggae One"/>
              </a:rPr>
              <a:t>Joppa L, Roberts D. L, Pimm S. L. Proc Roy Soc B; 2010. How many species of flowering plants are there? doi: 10.1098/rspb.2010.1004 </a:t>
            </a:r>
            <a:endParaRPr sz="700">
              <a:solidFill>
                <a:schemeClr val="dk1"/>
              </a:solidFill>
              <a:latin typeface="Reggae One"/>
              <a:ea typeface="Reggae One"/>
              <a:cs typeface="Reggae One"/>
              <a:sym typeface="Reggae One"/>
            </a:endParaRPr>
          </a:p>
        </p:txBody>
      </p:sp>
    </p:spTree>
  </p:cSld>
  <p:clrMapOvr>
    <a:masterClrMapping/>
  </p:clrMapOvr>
</p:sld>
</file>

<file path=ppt/theme/theme1.xml><?xml version="1.0" encoding="utf-8"?>
<a:theme xmlns:a="http://schemas.openxmlformats.org/drawingml/2006/main" xmlns:r="http://schemas.openxmlformats.org/officeDocument/2006/relationships" name="Jungle Fauna and Landscapes MK Campaign by Slidesgo">
  <a:themeElements>
    <a:clrScheme name="Simple Light">
      <a:dk1>
        <a:srgbClr val="373579"/>
      </a:dk1>
      <a:lt1>
        <a:srgbClr val="FFFFFF"/>
      </a:lt1>
      <a:dk2>
        <a:srgbClr val="D9D7FF"/>
      </a:dk2>
      <a:lt2>
        <a:srgbClr val="A0736A"/>
      </a:lt2>
      <a:accent1>
        <a:srgbClr val="7C77DA"/>
      </a:accent1>
      <a:accent2>
        <a:srgbClr val="ADA645"/>
      </a:accent2>
      <a:accent3>
        <a:srgbClr val="B4D157"/>
      </a:accent3>
      <a:accent4>
        <a:srgbClr val="E0BB35"/>
      </a:accent4>
      <a:accent5>
        <a:srgbClr val="FF405C"/>
      </a:accent5>
      <a:accent6>
        <a:srgbClr val="FFFFFF"/>
      </a:accent6>
      <a:hlink>
        <a:srgbClr val="37357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