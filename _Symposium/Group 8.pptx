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Merriweather Light"/>
      <p:regular r:id="rId36"/>
      <p:bold r:id="rId37"/>
      <p:italic r:id="rId38"/>
      <p:boldItalic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Manrope"/>
      <p:regular r:id="rId44"/>
      <p:bold r:id="rId45"/>
    </p:embeddedFont>
    <p:embeddedFont>
      <p:font typeface="Manrope ExtraBold"/>
      <p:bold r:id="rId46"/>
    </p:embeddedFont>
    <p:embeddedFont>
      <p:font typeface="Carattere"/>
      <p:regular r:id="rId47"/>
    </p:embeddedFont>
    <p:embeddedFont>
      <p:font typeface="Lora"/>
      <p:regular r:id="rId48"/>
      <p:bold r:id="rId49"/>
      <p:italic r:id="rId50"/>
      <p:boldItalic r:id="rId51"/>
    </p:embeddedFont>
    <p:embeddedFont>
      <p:font typeface="Open Sans ExtraBold"/>
      <p:bold r:id="rId52"/>
      <p:boldItalic r:id="rId53"/>
    </p:embeddedFont>
    <p:embeddedFont>
      <p:font typeface="Merriweather SemiBold"/>
      <p:regular r:id="rId54"/>
      <p:bold r:id="rId55"/>
      <p:italic r:id="rId56"/>
      <p:boldItalic r:id="rId57"/>
    </p:embeddedFont>
    <p:embeddedFont>
      <p:font typeface="PT Sans"/>
      <p:regular r:id="rId58"/>
      <p:bold r:id="rId59"/>
      <p:italic r:id="rId60"/>
      <p:boldItalic r:id="rId61"/>
    </p:embeddedFont>
    <p:embeddedFont>
      <p:font typeface="Merriweather"/>
      <p:regular r:id="rId62"/>
      <p:bold r:id="rId63"/>
      <p:italic r:id="rId64"/>
      <p:boldItalic r:id="rId65"/>
    </p:embeddedFont>
    <p:embeddedFont>
      <p:font typeface="Merriweather ExtraBold"/>
      <p:bold r:id="rId66"/>
      <p:boldItalic r:id="rId67"/>
    </p:embeddedFont>
    <p:embeddedFont>
      <p:font typeface="Open Sans Light"/>
      <p:regular r:id="rId68"/>
      <p:bold r:id="rId69"/>
      <p:italic r:id="rId70"/>
      <p:boldItalic r:id="rId71"/>
    </p:embeddedFont>
    <p:embeddedFont>
      <p:font typeface="Open Sans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zoka haz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8DA5A8-484D-4D44-B962-AE79F3E53782}">
  <a:tblStyle styleId="{F38DA5A8-484D-4D44-B962-AE79F3E537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44" Type="http://schemas.openxmlformats.org/officeDocument/2006/relationships/font" Target="fonts/Manrope-regular.fntdata"/><Relationship Id="rId43" Type="http://schemas.openxmlformats.org/officeDocument/2006/relationships/font" Target="fonts/Inter-boldItalic.fntdata"/><Relationship Id="rId46" Type="http://schemas.openxmlformats.org/officeDocument/2006/relationships/font" Target="fonts/ManropeExtraBold-bold.fntdata"/><Relationship Id="rId45" Type="http://schemas.openxmlformats.org/officeDocument/2006/relationships/font" Target="fonts/Manrop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Lora-regular.fntdata"/><Relationship Id="rId47" Type="http://schemas.openxmlformats.org/officeDocument/2006/relationships/font" Target="fonts/Carattere-regular.fntdata"/><Relationship Id="rId49" Type="http://schemas.openxmlformats.org/officeDocument/2006/relationships/font" Target="fonts/Lor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.fntdata"/><Relationship Id="rId72" Type="http://schemas.openxmlformats.org/officeDocument/2006/relationships/font" Target="fonts/OpenSans-regular.fntdata"/><Relationship Id="rId31" Type="http://schemas.openxmlformats.org/officeDocument/2006/relationships/slide" Target="slides/slide25.xml"/><Relationship Id="rId75" Type="http://schemas.openxmlformats.org/officeDocument/2006/relationships/font" Target="fonts/OpenSans-boldItalic.fntdata"/><Relationship Id="rId30" Type="http://schemas.openxmlformats.org/officeDocument/2006/relationships/slide" Target="slides/slide24.xml"/><Relationship Id="rId74" Type="http://schemas.openxmlformats.org/officeDocument/2006/relationships/font" Target="fonts/OpenSans-italic.fntdata"/><Relationship Id="rId33" Type="http://schemas.openxmlformats.org/officeDocument/2006/relationships/font" Target="fonts/Raleway-bold.fntdata"/><Relationship Id="rId32" Type="http://schemas.openxmlformats.org/officeDocument/2006/relationships/font" Target="fonts/Raleway-regular.fntdata"/><Relationship Id="rId35" Type="http://schemas.openxmlformats.org/officeDocument/2006/relationships/font" Target="fonts/Raleway-boldItalic.fntdata"/><Relationship Id="rId34" Type="http://schemas.openxmlformats.org/officeDocument/2006/relationships/font" Target="fonts/Raleway-italic.fntdata"/><Relationship Id="rId71" Type="http://schemas.openxmlformats.org/officeDocument/2006/relationships/font" Target="fonts/OpenSansLight-boldItalic.fntdata"/><Relationship Id="rId70" Type="http://schemas.openxmlformats.org/officeDocument/2006/relationships/font" Target="fonts/OpenSansLight-italic.fntdata"/><Relationship Id="rId37" Type="http://schemas.openxmlformats.org/officeDocument/2006/relationships/font" Target="fonts/MerriweatherLight-bold.fntdata"/><Relationship Id="rId36" Type="http://schemas.openxmlformats.org/officeDocument/2006/relationships/font" Target="fonts/MerriweatherLight-regular.fntdata"/><Relationship Id="rId39" Type="http://schemas.openxmlformats.org/officeDocument/2006/relationships/font" Target="fonts/MerriweatherLight-boldItalic.fntdata"/><Relationship Id="rId38" Type="http://schemas.openxmlformats.org/officeDocument/2006/relationships/font" Target="fonts/MerriweatherLight-italic.fntdata"/><Relationship Id="rId62" Type="http://schemas.openxmlformats.org/officeDocument/2006/relationships/font" Target="fonts/Merriweather-regular.fntdata"/><Relationship Id="rId61" Type="http://schemas.openxmlformats.org/officeDocument/2006/relationships/font" Target="fonts/PTSans-boldItalic.fntdata"/><Relationship Id="rId20" Type="http://schemas.openxmlformats.org/officeDocument/2006/relationships/slide" Target="slides/slide14.xml"/><Relationship Id="rId64" Type="http://schemas.openxmlformats.org/officeDocument/2006/relationships/font" Target="fonts/Merriweather-italic.fntdata"/><Relationship Id="rId63" Type="http://schemas.openxmlformats.org/officeDocument/2006/relationships/font" Target="fonts/Merriweather-bold.fntdata"/><Relationship Id="rId22" Type="http://schemas.openxmlformats.org/officeDocument/2006/relationships/slide" Target="slides/slide16.xml"/><Relationship Id="rId66" Type="http://schemas.openxmlformats.org/officeDocument/2006/relationships/font" Target="fonts/MerriweatherExtraBold-bold.fntdata"/><Relationship Id="rId21" Type="http://schemas.openxmlformats.org/officeDocument/2006/relationships/slide" Target="slides/slide15.xml"/><Relationship Id="rId65" Type="http://schemas.openxmlformats.org/officeDocument/2006/relationships/font" Target="fonts/Merriweather-boldItalic.fntdata"/><Relationship Id="rId24" Type="http://schemas.openxmlformats.org/officeDocument/2006/relationships/slide" Target="slides/slide18.xml"/><Relationship Id="rId68" Type="http://schemas.openxmlformats.org/officeDocument/2006/relationships/font" Target="fonts/OpenSansLight-regular.fntdata"/><Relationship Id="rId23" Type="http://schemas.openxmlformats.org/officeDocument/2006/relationships/slide" Target="slides/slide17.xml"/><Relationship Id="rId67" Type="http://schemas.openxmlformats.org/officeDocument/2006/relationships/font" Target="fonts/MerriweatherExtraBold-boldItalic.fntdata"/><Relationship Id="rId60" Type="http://schemas.openxmlformats.org/officeDocument/2006/relationships/font" Target="fonts/PTSan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Light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ora-boldItalic.fntdata"/><Relationship Id="rId50" Type="http://schemas.openxmlformats.org/officeDocument/2006/relationships/font" Target="fonts/Lora-italic.fntdata"/><Relationship Id="rId53" Type="http://schemas.openxmlformats.org/officeDocument/2006/relationships/font" Target="fonts/OpenSansExtraBold-boldItalic.fntdata"/><Relationship Id="rId52" Type="http://schemas.openxmlformats.org/officeDocument/2006/relationships/font" Target="fonts/OpenSansExtraBold-bold.fntdata"/><Relationship Id="rId11" Type="http://schemas.openxmlformats.org/officeDocument/2006/relationships/slide" Target="slides/slide5.xml"/><Relationship Id="rId55" Type="http://schemas.openxmlformats.org/officeDocument/2006/relationships/font" Target="fonts/MerriweatherSemiBold-bold.fntdata"/><Relationship Id="rId10" Type="http://schemas.openxmlformats.org/officeDocument/2006/relationships/slide" Target="slides/slide4.xml"/><Relationship Id="rId54" Type="http://schemas.openxmlformats.org/officeDocument/2006/relationships/font" Target="fonts/Merriweather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MerriweatherSemiBold-boldItalic.fntdata"/><Relationship Id="rId12" Type="http://schemas.openxmlformats.org/officeDocument/2006/relationships/slide" Target="slides/slide6.xml"/><Relationship Id="rId56" Type="http://schemas.openxmlformats.org/officeDocument/2006/relationships/font" Target="fonts/MerriweatherSemiBold-italic.fntdata"/><Relationship Id="rId15" Type="http://schemas.openxmlformats.org/officeDocument/2006/relationships/slide" Target="slides/slide9.xml"/><Relationship Id="rId59" Type="http://schemas.openxmlformats.org/officeDocument/2006/relationships/font" Target="fonts/PTSans-bold.fntdata"/><Relationship Id="rId14" Type="http://schemas.openxmlformats.org/officeDocument/2006/relationships/slide" Target="slides/slide8.xml"/><Relationship Id="rId58" Type="http://schemas.openxmlformats.org/officeDocument/2006/relationships/font" Target="fonts/PT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20T13:52:49.088">
    <p:pos x="12" y="52"/>
    <p:text>finish everything else u think should be done i finished the animations i thought were supposed to be added. After send it i made it able for anyone to open it (:</p:text>
  </p:cm>
  <p:cm authorId="0" idx="2" dt="2026-10-20T13:51:58.539">
    <p:pos x="12" y="52"/>
    <p:text>and if anyone else thinks anything else should be addes just do it no worries</p:text>
  </p:cm>
  <p:cm authorId="0" idx="3" dt="2026-10-20T13:52:18.280">
    <p:pos x="12" y="52"/>
    <p:text>im working from a friends laptop cuz mine is dead</p:text>
  </p:cm>
  <p:cm authorId="0" idx="4" dt="2026-10-20T13:52:49.088">
    <p:pos x="12" y="52"/>
    <p:text>i also added the letterbox or whatever they are called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bf5cb345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bf5cb345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17985e49a7d15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17985e49a7d15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acb618ab7593f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1acb618ab7593f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acb618ab7593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1acb618ab7593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acb618ab7593fb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1acb618ab7593f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dda1bc21ac9d18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dda1bc21ac9d18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bf5cb345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bf5cb345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84d99d1a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84d99d1a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17985e49a7d15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17985e49a7d15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c7e38b37a8bf522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4c7e38b37a8bf52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1a591ad19d2ea5c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1a591ad19d2ea5c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1a591ad19d2ea5c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1a591ad19d2ea5c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17985e49a7d15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17985e49a7d15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4c7e38b37a8bf522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4c7e38b37a8bf522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17985e49a7d15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717985e49a7d15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37e25b98494bdd51_1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37e25b98494bdd51_1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bda3770724da02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bda3770724da02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37e25b98494bdd51_17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37e25b98494bdd51_17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37e25b98494bdd51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37e25b98494bdd5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37e25b98494bdd51_17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37e25b98494bdd51_1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bf5cb345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4bf5cb345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7358b55c651521d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7358b55c651521d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27675" y="200750"/>
            <a:ext cx="45939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27675" y="4206575"/>
            <a:ext cx="45939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5363525" y="0"/>
            <a:ext cx="3780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0" y="0"/>
            <a:ext cx="3493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3636000" y="2769250"/>
            <a:ext cx="4794900" cy="18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3" type="title"/>
          </p:nvPr>
        </p:nvSpPr>
        <p:spPr>
          <a:xfrm>
            <a:off x="3636000" y="290650"/>
            <a:ext cx="1367400" cy="63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990250"/>
            <a:ext cx="7704000" cy="3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27675" y="2626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5230276" y="2574147"/>
            <a:ext cx="26823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subTitle"/>
          </p:nvPr>
        </p:nvSpPr>
        <p:spPr>
          <a:xfrm>
            <a:off x="995800" y="2574147"/>
            <a:ext cx="26823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3" type="subTitle"/>
          </p:nvPr>
        </p:nvSpPr>
        <p:spPr>
          <a:xfrm>
            <a:off x="995800" y="1659200"/>
            <a:ext cx="2682300" cy="7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4" type="subTitle"/>
          </p:nvPr>
        </p:nvSpPr>
        <p:spPr>
          <a:xfrm>
            <a:off x="5230277" y="1659200"/>
            <a:ext cx="2682300" cy="7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11975" y="878850"/>
            <a:ext cx="36372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811975" y="1966350"/>
            <a:ext cx="4294800" cy="24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30" name="Google Shape;30;p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hasCustomPrompt="1" type="title"/>
          </p:nvPr>
        </p:nvSpPr>
        <p:spPr>
          <a:xfrm>
            <a:off x="1284000" y="1340875"/>
            <a:ext cx="6576000" cy="16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/>
          <p:nvPr>
            <p:ph idx="1" type="subTitle"/>
          </p:nvPr>
        </p:nvSpPr>
        <p:spPr>
          <a:xfrm>
            <a:off x="1284000" y="3101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327675" y="251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hasCustomPrompt="1" idx="2" type="title"/>
          </p:nvPr>
        </p:nvSpPr>
        <p:spPr>
          <a:xfrm>
            <a:off x="720000" y="1326522"/>
            <a:ext cx="734700" cy="63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3" type="title"/>
          </p:nvPr>
        </p:nvSpPr>
        <p:spPr>
          <a:xfrm>
            <a:off x="720000" y="2947428"/>
            <a:ext cx="734700" cy="63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4" type="title"/>
          </p:nvPr>
        </p:nvSpPr>
        <p:spPr>
          <a:xfrm>
            <a:off x="4883325" y="1326522"/>
            <a:ext cx="734700" cy="63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5" type="title"/>
          </p:nvPr>
        </p:nvSpPr>
        <p:spPr>
          <a:xfrm>
            <a:off x="4883325" y="2947428"/>
            <a:ext cx="734700" cy="63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1345250" y="1847125"/>
            <a:ext cx="2532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6" type="subTitle"/>
          </p:nvPr>
        </p:nvSpPr>
        <p:spPr>
          <a:xfrm>
            <a:off x="5508575" y="1847125"/>
            <a:ext cx="2532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7" type="subTitle"/>
          </p:nvPr>
        </p:nvSpPr>
        <p:spPr>
          <a:xfrm>
            <a:off x="1345250" y="3468025"/>
            <a:ext cx="2532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8" type="subTitle"/>
          </p:nvPr>
        </p:nvSpPr>
        <p:spPr>
          <a:xfrm>
            <a:off x="5508575" y="3468025"/>
            <a:ext cx="25320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71312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1025875" y="1046175"/>
            <a:ext cx="7675200" cy="9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1025875" y="2295775"/>
            <a:ext cx="5144400" cy="21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27675" y="209100"/>
            <a:ext cx="46698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791675" y="1432725"/>
            <a:ext cx="4205700" cy="30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61" name="Google Shape;61;p16"/>
          <p:cNvSpPr/>
          <p:nvPr>
            <p:ph idx="2" type="pic"/>
          </p:nvPr>
        </p:nvSpPr>
        <p:spPr>
          <a:xfrm>
            <a:off x="5230800" y="0"/>
            <a:ext cx="3913200" cy="515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6291725" y="324456"/>
            <a:ext cx="2402100" cy="91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subTitle"/>
          </p:nvPr>
        </p:nvSpPr>
        <p:spPr>
          <a:xfrm>
            <a:off x="5226075" y="3687500"/>
            <a:ext cx="29937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" name="Google Shape;65;p17"/>
          <p:cNvSpPr/>
          <p:nvPr>
            <p:ph idx="2" type="pic"/>
          </p:nvPr>
        </p:nvSpPr>
        <p:spPr>
          <a:xfrm>
            <a:off x="229225" y="207075"/>
            <a:ext cx="2209500" cy="3194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7"/>
          <p:cNvSpPr/>
          <p:nvPr>
            <p:ph idx="3" type="pic"/>
          </p:nvPr>
        </p:nvSpPr>
        <p:spPr>
          <a:xfrm>
            <a:off x="229225" y="3601850"/>
            <a:ext cx="2209500" cy="15417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7"/>
          <p:cNvSpPr/>
          <p:nvPr>
            <p:ph idx="4" type="pic"/>
          </p:nvPr>
        </p:nvSpPr>
        <p:spPr>
          <a:xfrm>
            <a:off x="2607000" y="1506225"/>
            <a:ext cx="2368200" cy="2528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/>
          <p:nvPr>
            <p:ph idx="5" type="pic"/>
          </p:nvPr>
        </p:nvSpPr>
        <p:spPr>
          <a:xfrm>
            <a:off x="2607000" y="-36425"/>
            <a:ext cx="2368200" cy="1413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/>
          <p:nvPr>
            <p:ph idx="6" type="pic"/>
          </p:nvPr>
        </p:nvSpPr>
        <p:spPr>
          <a:xfrm>
            <a:off x="2607000" y="4163750"/>
            <a:ext cx="2368200" cy="979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subTitle"/>
          </p:nvPr>
        </p:nvSpPr>
        <p:spPr>
          <a:xfrm>
            <a:off x="3996925" y="1102300"/>
            <a:ext cx="4434000" cy="10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subTitle"/>
          </p:nvPr>
        </p:nvSpPr>
        <p:spPr>
          <a:xfrm>
            <a:off x="3996925" y="2187975"/>
            <a:ext cx="4434000" cy="10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3" type="subTitle"/>
          </p:nvPr>
        </p:nvSpPr>
        <p:spPr>
          <a:xfrm>
            <a:off x="3996925" y="3419900"/>
            <a:ext cx="4434000" cy="10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4" type="subTitle"/>
          </p:nvPr>
        </p:nvSpPr>
        <p:spPr>
          <a:xfrm>
            <a:off x="1293325" y="1248700"/>
            <a:ext cx="2703600" cy="7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5" type="subTitle"/>
          </p:nvPr>
        </p:nvSpPr>
        <p:spPr>
          <a:xfrm>
            <a:off x="1293495" y="2334300"/>
            <a:ext cx="2703600" cy="7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6" type="subTitle"/>
          </p:nvPr>
        </p:nvSpPr>
        <p:spPr>
          <a:xfrm>
            <a:off x="1293495" y="3585500"/>
            <a:ext cx="2703600" cy="7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995800" y="1398847"/>
            <a:ext cx="23154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2" type="subTitle"/>
          </p:nvPr>
        </p:nvSpPr>
        <p:spPr>
          <a:xfrm>
            <a:off x="3555586" y="1398847"/>
            <a:ext cx="23154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3" type="subTitle"/>
          </p:nvPr>
        </p:nvSpPr>
        <p:spPr>
          <a:xfrm>
            <a:off x="995800" y="3364251"/>
            <a:ext cx="23154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4" type="subTitle"/>
          </p:nvPr>
        </p:nvSpPr>
        <p:spPr>
          <a:xfrm>
            <a:off x="3555586" y="3364251"/>
            <a:ext cx="23154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6115373" y="1398847"/>
            <a:ext cx="23154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6115373" y="3364251"/>
            <a:ext cx="23154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995800" y="905563"/>
            <a:ext cx="231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3555586" y="905563"/>
            <a:ext cx="2313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6115373" y="905563"/>
            <a:ext cx="2313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3" type="subTitle"/>
          </p:nvPr>
        </p:nvSpPr>
        <p:spPr>
          <a:xfrm>
            <a:off x="995800" y="2867745"/>
            <a:ext cx="231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4" type="subTitle"/>
          </p:nvPr>
        </p:nvSpPr>
        <p:spPr>
          <a:xfrm>
            <a:off x="3555586" y="2867752"/>
            <a:ext cx="2313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5" type="subTitle"/>
          </p:nvPr>
        </p:nvSpPr>
        <p:spPr>
          <a:xfrm>
            <a:off x="6115373" y="2867752"/>
            <a:ext cx="2313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hasCustomPrompt="1" type="title"/>
          </p:nvPr>
        </p:nvSpPr>
        <p:spPr>
          <a:xfrm>
            <a:off x="713225" y="3049568"/>
            <a:ext cx="234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713225" y="3818488"/>
            <a:ext cx="23415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5" name="Google Shape;95;p20"/>
          <p:cNvSpPr txBox="1"/>
          <p:nvPr>
            <p:ph hasCustomPrompt="1" idx="2" type="title"/>
          </p:nvPr>
        </p:nvSpPr>
        <p:spPr>
          <a:xfrm>
            <a:off x="3401250" y="3049563"/>
            <a:ext cx="234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20"/>
          <p:cNvSpPr txBox="1"/>
          <p:nvPr>
            <p:ph idx="3" type="subTitle"/>
          </p:nvPr>
        </p:nvSpPr>
        <p:spPr>
          <a:xfrm>
            <a:off x="3401250" y="3818472"/>
            <a:ext cx="23415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hasCustomPrompt="1" idx="4" type="title"/>
          </p:nvPr>
        </p:nvSpPr>
        <p:spPr>
          <a:xfrm>
            <a:off x="6089276" y="3049568"/>
            <a:ext cx="234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20"/>
          <p:cNvSpPr txBox="1"/>
          <p:nvPr>
            <p:ph idx="5" type="subTitle"/>
          </p:nvPr>
        </p:nvSpPr>
        <p:spPr>
          <a:xfrm>
            <a:off x="6089276" y="3818488"/>
            <a:ext cx="23415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hasCustomPrompt="1" idx="6" type="title"/>
          </p:nvPr>
        </p:nvSpPr>
        <p:spPr>
          <a:xfrm>
            <a:off x="713225" y="900313"/>
            <a:ext cx="5252100" cy="1073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0"/>
          <p:cNvSpPr txBox="1"/>
          <p:nvPr>
            <p:ph idx="7" type="subTitle"/>
          </p:nvPr>
        </p:nvSpPr>
        <p:spPr>
          <a:xfrm>
            <a:off x="713225" y="1973414"/>
            <a:ext cx="52521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27675" y="240475"/>
            <a:ext cx="55395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subTitle"/>
          </p:nvPr>
        </p:nvSpPr>
        <p:spPr>
          <a:xfrm>
            <a:off x="3998350" y="2042397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/>
        </p:nvSpPr>
        <p:spPr>
          <a:xfrm>
            <a:off x="4447275" y="3757600"/>
            <a:ext cx="39993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000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4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hyperlink" Target="https://doi.org/10.1073/pnas.1711842115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hyperlink" Target="https://doi.org/10.1073/pnas.1711842115" TargetMode="Externa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doi.org/10.1073/pnas.1711842115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Relationship Id="rId4" Type="http://schemas.openxmlformats.org/officeDocument/2006/relationships/image" Target="../media/image30.jpg"/><Relationship Id="rId5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Relationship Id="rId4" Type="http://schemas.openxmlformats.org/officeDocument/2006/relationships/image" Target="../media/image19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jpg"/><Relationship Id="rId4" Type="http://schemas.openxmlformats.org/officeDocument/2006/relationships/image" Target="../media/image25.jpg"/><Relationship Id="rId5" Type="http://schemas.openxmlformats.org/officeDocument/2006/relationships/image" Target="../media/image31.jpg"/><Relationship Id="rId6" Type="http://schemas.openxmlformats.org/officeDocument/2006/relationships/image" Target="../media/image26.jpg"/><Relationship Id="rId7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p25"/>
          <p:cNvCxnSpPr/>
          <p:nvPr/>
        </p:nvCxnSpPr>
        <p:spPr>
          <a:xfrm>
            <a:off x="-5300" y="412680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" name="Google Shape;115;p25" title="oecd-cbd-cop17-shutterstock-2222861623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431" r="25436" t="0"/>
          <a:stretch/>
        </p:blipFill>
        <p:spPr>
          <a:xfrm>
            <a:off x="5363525" y="0"/>
            <a:ext cx="3780598" cy="5143501"/>
          </a:xfrm>
          <a:prstGeom prst="rect">
            <a:avLst/>
          </a:prstGeom>
        </p:spPr>
      </p:pic>
      <p:sp>
        <p:nvSpPr>
          <p:cNvPr id="116" name="Google Shape;116;p25"/>
          <p:cNvSpPr txBox="1"/>
          <p:nvPr>
            <p:ph type="ctrTitle"/>
          </p:nvPr>
        </p:nvSpPr>
        <p:spPr>
          <a:xfrm>
            <a:off x="327675" y="200750"/>
            <a:ext cx="45939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The Main Drivers of Biodiversity Crisis 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327675" y="4206575"/>
            <a:ext cx="45939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erriweather Light"/>
                <a:ea typeface="Merriweather Light"/>
                <a:cs typeface="Merriweather Light"/>
                <a:sym typeface="Merriweather Light"/>
              </a:rPr>
              <a:t>Zofia Muchowska, Katelyn Keenen, Diana Alvarez Peralta, Matej Dimitrievski, Hesam Owlanj</a:t>
            </a:r>
            <a:endParaRPr sz="13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89175" y="3418625"/>
            <a:ext cx="597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 How Has Human Activity Restructured Life on Earth?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/>
        </p:nvSpPr>
        <p:spPr>
          <a:xfrm>
            <a:off x="150" y="0"/>
            <a:ext cx="914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BIODIVERSITY</a:t>
            </a:r>
            <a:endParaRPr sz="420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cxnSp>
        <p:nvCxnSpPr>
          <p:cNvPr id="124" name="Google Shape;124;p26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6"/>
          <p:cNvCxnSpPr/>
          <p:nvPr/>
        </p:nvCxnSpPr>
        <p:spPr>
          <a:xfrm>
            <a:off x="-5300" y="3944575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6"/>
          <p:cNvSpPr txBox="1"/>
          <p:nvPr/>
        </p:nvSpPr>
        <p:spPr>
          <a:xfrm>
            <a:off x="3125" y="1313275"/>
            <a:ext cx="6596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 </a:t>
            </a:r>
            <a:r>
              <a:rPr lang="en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it?</a:t>
            </a:r>
            <a:endParaRPr sz="2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7" name="Google Shape;127;p26"/>
          <p:cNvSpPr txBox="1"/>
          <p:nvPr/>
        </p:nvSpPr>
        <p:spPr>
          <a:xfrm>
            <a:off x="-5300" y="2866813"/>
            <a:ext cx="709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 </a:t>
            </a:r>
            <a:r>
              <a:rPr lang="en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the biodiversity crisis?</a:t>
            </a:r>
            <a:endParaRPr sz="2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8" name="Google Shape;128;p26"/>
          <p:cNvSpPr txBox="1"/>
          <p:nvPr/>
        </p:nvSpPr>
        <p:spPr>
          <a:xfrm>
            <a:off x="-66175" y="2097463"/>
            <a:ext cx="673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 What is its role?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/>
        </p:nvSpPr>
        <p:spPr>
          <a:xfrm>
            <a:off x="0" y="1667800"/>
            <a:ext cx="8693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What are the main drivers of </a:t>
            </a: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the</a:t>
            </a: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biodiversity crisis?</a:t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idx="3" type="title"/>
          </p:nvPr>
        </p:nvSpPr>
        <p:spPr>
          <a:xfrm>
            <a:off x="153050" y="290650"/>
            <a:ext cx="1367400" cy="6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 b="1">
              <a:solidFill>
                <a:schemeClr val="dk2"/>
              </a:solidFill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-5300" y="10366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8"/>
          <p:cNvCxnSpPr/>
          <p:nvPr/>
        </p:nvCxnSpPr>
        <p:spPr>
          <a:xfrm>
            <a:off x="-5300" y="1036650"/>
            <a:ext cx="342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8"/>
          <p:cNvSpPr txBox="1"/>
          <p:nvPr/>
        </p:nvSpPr>
        <p:spPr>
          <a:xfrm>
            <a:off x="698800" y="375925"/>
            <a:ext cx="844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DIMENSIONS MONITORED FOR BIODIVERSITY</a:t>
            </a:r>
            <a:r>
              <a:rPr lang="en" sz="25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25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-5300" y="4881900"/>
            <a:ext cx="599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*Infographic generated with Notebook LM. Percentage values verified and sourced from </a:t>
            </a:r>
            <a:r>
              <a:rPr lang="en" sz="500">
                <a:solidFill>
                  <a:srgbClr val="33333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Jaureguiberry et al. </a:t>
            </a:r>
            <a:r>
              <a:rPr i="1" lang="en" sz="500">
                <a:solidFill>
                  <a:srgbClr val="33333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direct drivers of recent Global Anthropogenic Biodiversity loss</a:t>
            </a:r>
            <a:endParaRPr/>
          </a:p>
        </p:txBody>
      </p:sp>
      <p:sp>
        <p:nvSpPr>
          <p:cNvPr id="143" name="Google Shape;143;p28"/>
          <p:cNvSpPr txBox="1"/>
          <p:nvPr/>
        </p:nvSpPr>
        <p:spPr>
          <a:xfrm>
            <a:off x="1071921" y="1379375"/>
            <a:ext cx="3091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Essential Biodiversity Variables (EBVs):</a:t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4" name="Google Shape;144;p28" title="image-removebg-preview.png"/>
          <p:cNvPicPr preferRelativeResize="0"/>
          <p:nvPr/>
        </p:nvPicPr>
        <p:blipFill rotWithShape="1">
          <a:blip r:embed="rId3">
            <a:alphaModFix/>
          </a:blip>
          <a:srcRect b="24614" l="0" r="0" t="0"/>
          <a:stretch/>
        </p:blipFill>
        <p:spPr>
          <a:xfrm>
            <a:off x="446875" y="1326400"/>
            <a:ext cx="8374876" cy="238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/>
          <p:nvPr/>
        </p:nvSpPr>
        <p:spPr>
          <a:xfrm>
            <a:off x="609825" y="1149050"/>
            <a:ext cx="40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Essential </a:t>
            </a:r>
            <a:r>
              <a:rPr lang="en" sz="12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Biodiversity</a:t>
            </a:r>
            <a:r>
              <a:rPr lang="en" sz="12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 Variables (EBVs):</a:t>
            </a:r>
            <a:endParaRPr sz="12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711073" y="85281"/>
            <a:ext cx="68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5 Drivers of The Biodiversity Crisis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90375" y="2172350"/>
            <a:ext cx="1728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Values derived from a meta-analysis of 45,162 studies narrowed down to 154 through extensive screening.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0" y="4929800"/>
            <a:ext cx="59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*Infographic generated with Notebook LM. Percentage values verified and sourced from the article </a:t>
            </a:r>
            <a:r>
              <a:rPr lang="en" sz="500">
                <a:solidFill>
                  <a:srgbClr val="33333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Jaureguiberry et al. </a:t>
            </a:r>
            <a:r>
              <a:rPr i="1" lang="en" sz="500">
                <a:solidFill>
                  <a:srgbClr val="33333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direct drivers of recent Global Anthropogenic Biodiversity loss</a:t>
            </a:r>
            <a:endParaRPr sz="5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53" name="Google Shape;153;p29" title="image-removebg-preview (1).png"/>
          <p:cNvPicPr preferRelativeResize="0"/>
          <p:nvPr/>
        </p:nvPicPr>
        <p:blipFill rotWithShape="1">
          <a:blip r:embed="rId3">
            <a:alphaModFix/>
          </a:blip>
          <a:srcRect b="0" l="179" r="169" t="0"/>
          <a:stretch/>
        </p:blipFill>
        <p:spPr>
          <a:xfrm>
            <a:off x="2002425" y="626713"/>
            <a:ext cx="4312199" cy="4199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 title="Firefly-2.png"/>
          <p:cNvPicPr preferRelativeResize="0"/>
          <p:nvPr/>
        </p:nvPicPr>
        <p:blipFill rotWithShape="1">
          <a:blip r:embed="rId4">
            <a:alphaModFix/>
          </a:blip>
          <a:srcRect b="2860" l="2860" r="-2860" t="-2860"/>
          <a:stretch/>
        </p:blipFill>
        <p:spPr>
          <a:xfrm>
            <a:off x="7056351" y="820271"/>
            <a:ext cx="1560776" cy="181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9" title="Firefly-3.png"/>
          <p:cNvPicPr preferRelativeResize="0"/>
          <p:nvPr/>
        </p:nvPicPr>
        <p:blipFill rotWithShape="1">
          <a:blip r:embed="rId5">
            <a:alphaModFix/>
          </a:blip>
          <a:srcRect b="0" l="0" r="0" t="9983"/>
          <a:stretch/>
        </p:blipFill>
        <p:spPr>
          <a:xfrm>
            <a:off x="7070163" y="2582375"/>
            <a:ext cx="1533150" cy="16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/>
        </p:nvSpPr>
        <p:spPr>
          <a:xfrm>
            <a:off x="0" y="1667800"/>
            <a:ext cx="8693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Who is behind these direct drivers?</a:t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375" y="682350"/>
            <a:ext cx="7129251" cy="41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/>
          <p:nvPr/>
        </p:nvSpPr>
        <p:spPr>
          <a:xfrm>
            <a:off x="518100" y="367050"/>
            <a:ext cx="8107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Human Activity: </a:t>
            </a:r>
            <a:endParaRPr b="1" sz="2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Indirect Drivers of Biodiversity Loss</a:t>
            </a:r>
            <a:endParaRPr b="1" sz="2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0" y="4929800"/>
            <a:ext cx="597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*Infographic generated Notebook LM. Percentage values verified and sourced from </a:t>
            </a:r>
            <a:r>
              <a:rPr lang="en" sz="500">
                <a:solidFill>
                  <a:srgbClr val="33333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Jaureguiberry et al. </a:t>
            </a:r>
            <a:r>
              <a:rPr i="1" lang="en" sz="500">
                <a:solidFill>
                  <a:srgbClr val="33333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direct drivers of recent Global Anthropogenic Biodiversity loss</a:t>
            </a:r>
            <a:endParaRPr sz="5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/>
        </p:nvSpPr>
        <p:spPr>
          <a:xfrm>
            <a:off x="0" y="1667800"/>
            <a:ext cx="8693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How are these drivers seen in different regions</a:t>
            </a: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?</a:t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Google Shape;177;p33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25" y="1239016"/>
            <a:ext cx="5336400" cy="37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>
            <p:ph idx="4294967295" type="subTitle"/>
          </p:nvPr>
        </p:nvSpPr>
        <p:spPr>
          <a:xfrm>
            <a:off x="5736675" y="1377850"/>
            <a:ext cx="3287700" cy="3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TERRESTRIAL : Land-based environments, eg. forests, grasslands, savannas, deserts and mountains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FRESHWATER: Rivers, lakes, streams, ponds, wetlands and  freshwater marshes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MARINE REALMS: Oceans, seas, coral reefs, estuaries, coastal systems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3"/>
          <p:cNvSpPr txBox="1"/>
          <p:nvPr/>
        </p:nvSpPr>
        <p:spPr>
          <a:xfrm>
            <a:off x="327675" y="903425"/>
            <a:ext cx="540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HOW DID THE DRIVERS DIFFER IN EACH REALM? 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33"/>
          <p:cNvSpPr txBox="1"/>
          <p:nvPr>
            <p:ph type="title"/>
          </p:nvPr>
        </p:nvSpPr>
        <p:spPr>
          <a:xfrm>
            <a:off x="232449" y="-141032"/>
            <a:ext cx="836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latin typeface="Carattere"/>
                <a:ea typeface="Carattere"/>
                <a:cs typeface="Carattere"/>
                <a:sym typeface="Carattere"/>
              </a:rPr>
              <a:t>2</a:t>
            </a:r>
            <a:r>
              <a:rPr lang="en" sz="4400">
                <a:latin typeface="Carattere"/>
                <a:ea typeface="Carattere"/>
                <a:cs typeface="Carattere"/>
                <a:sym typeface="Carattere"/>
              </a:rPr>
              <a:t> </a:t>
            </a:r>
            <a:r>
              <a:rPr b="1" lang="en"/>
              <a:t>DIFFERENCES IN ECOSYSTEMS </a:t>
            </a:r>
            <a:endParaRPr b="1"/>
          </a:p>
        </p:txBody>
      </p:sp>
      <p:sp>
        <p:nvSpPr>
          <p:cNvPr id="182" name="Google Shape;182;p33"/>
          <p:cNvSpPr txBox="1"/>
          <p:nvPr/>
        </p:nvSpPr>
        <p:spPr>
          <a:xfrm>
            <a:off x="-76402" y="4901724"/>
            <a:ext cx="89793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Data extracted from Jaureguiberry, Pedro, et al. “The Direct Drivers of Recent Global Anthropogenic Biodiversity Loss.” Science Advances, vol. 8, no. 45, Nov. 2022.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DIFFERENCES IN REGIONS </a:t>
            </a:r>
            <a:r>
              <a:rPr lang="en"/>
              <a:t> </a:t>
            </a:r>
            <a:endParaRPr b="1"/>
          </a:p>
        </p:txBody>
      </p:sp>
      <p:sp>
        <p:nvSpPr>
          <p:cNvPr id="188" name="Google Shape;188;p34"/>
          <p:cNvSpPr txBox="1"/>
          <p:nvPr>
            <p:ph idx="1" type="subTitle"/>
          </p:nvPr>
        </p:nvSpPr>
        <p:spPr>
          <a:xfrm>
            <a:off x="467275" y="1279125"/>
            <a:ext cx="2916900" cy="27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b="1" lang="en" sz="1500">
                <a:latin typeface="Merriweather"/>
                <a:ea typeface="Merriweather"/>
                <a:cs typeface="Merriweather"/>
                <a:sym typeface="Merriweather"/>
              </a:rPr>
              <a:t>The Americas</a:t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b="1" lang="en" sz="1500">
                <a:latin typeface="Merriweather"/>
                <a:ea typeface="Merriweather"/>
                <a:cs typeface="Merriweather"/>
                <a:sym typeface="Merriweather"/>
              </a:rPr>
              <a:t>Europe and </a:t>
            </a:r>
            <a:r>
              <a:rPr b="1" lang="en" sz="1500">
                <a:latin typeface="Merriweather"/>
                <a:ea typeface="Merriweather"/>
                <a:cs typeface="Merriweather"/>
                <a:sym typeface="Merriweather"/>
              </a:rPr>
              <a:t>Central Asia </a:t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b="1" lang="en" sz="1500">
                <a:latin typeface="Merriweather"/>
                <a:ea typeface="Merriweather"/>
                <a:cs typeface="Merriweather"/>
                <a:sym typeface="Merriweather"/>
              </a:rPr>
              <a:t>Africa </a:t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b="1" lang="en" sz="1500">
                <a:latin typeface="Merriweather"/>
                <a:ea typeface="Merriweather"/>
                <a:cs typeface="Merriweather"/>
                <a:sym typeface="Merriweather"/>
              </a:rPr>
              <a:t>Asia and the Pacific </a:t>
            </a:r>
            <a:endParaRPr b="1"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89" name="Google Shape;189;p34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34"/>
          <p:cNvCxnSpPr/>
          <p:nvPr/>
        </p:nvCxnSpPr>
        <p:spPr>
          <a:xfrm>
            <a:off x="-19050" y="462832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1" name="Google Shape;191;p34" title="image-removebg-preview (3).png"/>
          <p:cNvPicPr preferRelativeResize="0"/>
          <p:nvPr/>
        </p:nvPicPr>
        <p:blipFill rotWithShape="1">
          <a:blip r:embed="rId3">
            <a:alphaModFix/>
          </a:blip>
          <a:srcRect b="0" l="690" r="690" t="0"/>
          <a:stretch/>
        </p:blipFill>
        <p:spPr>
          <a:xfrm>
            <a:off x="3671750" y="1007136"/>
            <a:ext cx="5214807" cy="34765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4"/>
          <p:cNvSpPr txBox="1"/>
          <p:nvPr/>
        </p:nvSpPr>
        <p:spPr>
          <a:xfrm>
            <a:off x="1902002" y="4804811"/>
            <a:ext cx="724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AI-generated image 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68276" y="156549"/>
            <a:ext cx="866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PREVALENCE OF EACH DRIVER IN EACH REGION</a:t>
            </a:r>
            <a:r>
              <a:rPr b="1" lang="en"/>
              <a:t> </a:t>
            </a:r>
            <a:endParaRPr b="1"/>
          </a:p>
        </p:txBody>
      </p:sp>
      <p:cxnSp>
        <p:nvCxnSpPr>
          <p:cNvPr id="198" name="Google Shape;198;p35"/>
          <p:cNvCxnSpPr/>
          <p:nvPr/>
        </p:nvCxnSpPr>
        <p:spPr>
          <a:xfrm>
            <a:off x="-19050" y="7292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113" y="835349"/>
            <a:ext cx="6654828" cy="4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5"/>
          <p:cNvSpPr txBox="1"/>
          <p:nvPr/>
        </p:nvSpPr>
        <p:spPr>
          <a:xfrm>
            <a:off x="-76402" y="4901724"/>
            <a:ext cx="89793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"/>
                <a:ea typeface="Open Sans"/>
                <a:cs typeface="Open Sans"/>
                <a:sym typeface="Open Sans"/>
              </a:rPr>
              <a:t>Data extracted from Jaureguiberry, Pedro, et al. “The Direct Drivers of Recent Global Anthropogenic Biodiversity Loss.” Science Advances, vol. 8, no. 45, Nov. 2022.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/>
        </p:nvSpPr>
        <p:spPr>
          <a:xfrm>
            <a:off x="558557" y="1440450"/>
            <a:ext cx="7734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Biomass and how do we know how much of it there is?  </a:t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19050" y="83725"/>
            <a:ext cx="9144000" cy="9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Carattere"/>
                <a:ea typeface="Carattere"/>
                <a:cs typeface="Carattere"/>
                <a:sym typeface="Carattere"/>
              </a:rPr>
              <a:t>3</a:t>
            </a:r>
            <a:r>
              <a:rPr b="1" lang="en" sz="3300">
                <a:latin typeface="Carattere"/>
                <a:ea typeface="Carattere"/>
                <a:cs typeface="Carattere"/>
                <a:sym typeface="Carattere"/>
              </a:rPr>
              <a:t>.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Biomass article: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IS BIOMASS AND HOW DO WE KNOW HOW MUCH OF IT IS THERE?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1" name="Google Shape;211;p37"/>
          <p:cNvCxnSpPr/>
          <p:nvPr/>
        </p:nvCxnSpPr>
        <p:spPr>
          <a:xfrm>
            <a:off x="-19050" y="9372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37"/>
          <p:cNvSpPr txBox="1"/>
          <p:nvPr/>
        </p:nvSpPr>
        <p:spPr>
          <a:xfrm>
            <a:off x="19050" y="543176"/>
            <a:ext cx="5290800" cy="4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A biomass census is a comprehensive, scientific audit or quantitative assessment designed to calculate the total mass of all living biological organisms within a given scope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METHODOLOGY: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Combine existing studies, DNA sequencing, satellite data, biomass sampling and environmental measurements to estimate global biomass.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MEASUREMENT: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Biomass is measured in </a:t>
            </a: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gigatons of carbon (Gt C)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, excluding water content. </a:t>
            </a: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1 Gt C = 10¹⁵ g carbon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, linking estimates to the carbon cycle.</a:t>
            </a:r>
            <a:endParaRPr b="1" sz="12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13" name="Google Shape;213;p37"/>
          <p:cNvPicPr preferRelativeResize="0"/>
          <p:nvPr/>
        </p:nvPicPr>
        <p:blipFill rotWithShape="1">
          <a:blip r:embed="rId4">
            <a:alphaModFix/>
          </a:blip>
          <a:srcRect b="44478" l="0" r="0" t="0"/>
          <a:stretch/>
        </p:blipFill>
        <p:spPr>
          <a:xfrm>
            <a:off x="5352875" y="1010425"/>
            <a:ext cx="3810174" cy="118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7"/>
          <p:cNvPicPr preferRelativeResize="0"/>
          <p:nvPr/>
        </p:nvPicPr>
        <p:blipFill rotWithShape="1">
          <a:blip r:embed="rId5">
            <a:alphaModFix/>
          </a:blip>
          <a:srcRect b="40497" l="0" r="0" t="0"/>
          <a:stretch/>
        </p:blipFill>
        <p:spPr>
          <a:xfrm>
            <a:off x="5352875" y="2197850"/>
            <a:ext cx="3810175" cy="153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7"/>
          <p:cNvPicPr preferRelativeResize="0"/>
          <p:nvPr/>
        </p:nvPicPr>
        <p:blipFill rotWithShape="1">
          <a:blip r:embed="rId6">
            <a:alphaModFix/>
          </a:blip>
          <a:srcRect b="10086" l="0" r="0" t="33250"/>
          <a:stretch/>
        </p:blipFill>
        <p:spPr>
          <a:xfrm>
            <a:off x="5352875" y="3728750"/>
            <a:ext cx="3810176" cy="141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80150" y="43600"/>
            <a:ext cx="9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latin typeface="Times New Roman"/>
                <a:ea typeface="Times New Roman"/>
                <a:cs typeface="Times New Roman"/>
                <a:sym typeface="Times New Roman"/>
              </a:rPr>
              <a:t>How is the biomass </a:t>
            </a:r>
            <a:r>
              <a:rPr b="1" lang="en" sz="4200">
                <a:latin typeface="Times New Roman"/>
                <a:ea typeface="Times New Roman"/>
                <a:cs typeface="Times New Roman"/>
                <a:sym typeface="Times New Roman"/>
              </a:rPr>
              <a:t>divided</a:t>
            </a:r>
            <a:r>
              <a:rPr b="1" lang="en" sz="42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1"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626" y="679450"/>
            <a:ext cx="7020750" cy="434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" name="Google Shape;226;p39"/>
          <p:cNvGraphicFramePr/>
          <p:nvPr/>
        </p:nvGraphicFramePr>
        <p:xfrm>
          <a:off x="7099511" y="620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{F38DA5A8-484D-4D44-B962-AE79F3E53782}</a:tableStyleId>
              </a:tblPr>
              <a:tblGrid>
                <a:gridCol w="1007475"/>
                <a:gridCol w="929025"/>
              </a:tblGrid>
              <a:tr h="544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/>
                        <a:t>Group</a:t>
                      </a:r>
                      <a:endParaRPr b="1" i="1" sz="9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/>
                        <a:t>Eѕtimаted Biomаѕѕ (Gt C)</a:t>
                      </a:r>
                      <a:endParaRPr b="1" i="1" sz="9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Terreѕtriаl аrthropodѕ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0.2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Mаrine аrthropodѕ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1.0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Fiѕh chordаteѕ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0.7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Liveѕtock chordаteѕ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0.1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Humаn chordаteѕ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0.06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Wild mаmmаl chordаteѕ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0.007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Wild bird chordаteѕ</a:t>
                      </a:r>
                      <a:endParaRPr b="1" sz="10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0.002</a:t>
                      </a:r>
                      <a:endParaRPr b="1" sz="15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7" name="Google Shape;227;p3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275" y="1010324"/>
            <a:ext cx="5053000" cy="3122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p39"/>
          <p:cNvGraphicFramePr/>
          <p:nvPr/>
        </p:nvGraphicFramePr>
        <p:xfrm>
          <a:off x="5009717" y="1201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{F38DA5A8-484D-4D44-B962-AE79F3E53782}</a:tableStyleId>
              </a:tblPr>
              <a:tblGrid>
                <a:gridCol w="732200"/>
                <a:gridCol w="1232800"/>
              </a:tblGrid>
              <a:tr h="170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Group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Eѕtimаted Biomаѕѕ </a:t>
                      </a:r>
                      <a:r>
                        <a:rPr b="1" lang="en" sz="900"/>
                        <a:t>(Gt C)</a:t>
                      </a:r>
                      <a:endParaRPr sz="9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Plаntѕ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450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Bаcteriа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70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Fungi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12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аrchаeа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7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Protiѕtѕ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4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аnimаlѕ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Viruѕeѕ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0.2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39"/>
          <p:cNvSpPr txBox="1"/>
          <p:nvPr/>
        </p:nvSpPr>
        <p:spPr>
          <a:xfrm>
            <a:off x="0" y="4774200"/>
            <a:ext cx="50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</a:rPr>
              <a:t> Bar-On, Yinon M., et al. “The Biomass Distribution on Earth.” Proceedings of the National Academy of Sciences, vol. 115, no. 25, 2018, pp. 6506–6511. </a:t>
            </a:r>
            <a:r>
              <a:rPr lang="en" sz="600" u="sng">
                <a:solidFill>
                  <a:srgbClr val="99999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https://doi.org/10.1073/pnas.1711842115</a:t>
            </a:r>
            <a:r>
              <a:rPr lang="en" sz="600">
                <a:solidFill>
                  <a:srgbClr val="999999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/>
        </p:nvSpPr>
        <p:spPr>
          <a:xfrm>
            <a:off x="610625" y="1556350"/>
            <a:ext cx="7734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</a:t>
            </a: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hat are the effects of humans of biomass</a:t>
            </a: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?</a:t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idx="1" type="subTitle"/>
          </p:nvPr>
        </p:nvSpPr>
        <p:spPr>
          <a:xfrm>
            <a:off x="5756715" y="3360375"/>
            <a:ext cx="3203700" cy="1512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*note there iѕ only limited informаtion on the biomаѕѕ regаrding theѕe ѕpecific tаxа (</a:t>
            </a:r>
            <a:r>
              <a:rPr lang="en" sz="10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plаntѕ, mаmmаlѕ (lаnd аnd ѕeа), аnd fiѕh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). There iѕ no dаtа аvаilаble for the other cаtegorieѕ (becаuѕe of </a:t>
            </a:r>
            <a:r>
              <a:rPr lang="en" sz="10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Lаck of Hiѕtoricаl Proxieѕ аnd riѕk of high error mаrgin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41" title="Wild mammals per taxonomy and combined before and after human civil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3375" y="-135350"/>
            <a:ext cx="5131925" cy="3173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3425" y="0"/>
            <a:ext cx="4270574" cy="26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1"/>
          <p:cNvSpPr txBox="1"/>
          <p:nvPr/>
        </p:nvSpPr>
        <p:spPr>
          <a:xfrm>
            <a:off x="198775" y="3185988"/>
            <a:ext cx="5374200" cy="166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Globаl Vegetаtion (Plаntѕ): ~50% Totаl Reduction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Wild Mаmmаlѕ (Lаnd &amp; ѕeа) ѕixfold Overаll Collаpѕe: Totаl wild mаmmаliаn biomаѕѕ hаѕ fаllen by ~82.5%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Wild Lаnd Mаmmаlѕ: 85% reduction (7-fold drop)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Wild Mаrine Mаmmаlѕ: 80% reduction (5-fold drop) 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3" name="Google Shape;243;p41"/>
          <p:cNvGrpSpPr/>
          <p:nvPr/>
        </p:nvGrpSpPr>
        <p:grpSpPr>
          <a:xfrm>
            <a:off x="1559363" y="1893068"/>
            <a:ext cx="300850" cy="390335"/>
            <a:chOff x="10290098" y="4060301"/>
            <a:chExt cx="804843" cy="1044236"/>
          </a:xfrm>
        </p:grpSpPr>
        <p:sp>
          <p:nvSpPr>
            <p:cNvPr id="244" name="Google Shape;244;p41"/>
            <p:cNvSpPr/>
            <p:nvPr/>
          </p:nvSpPr>
          <p:spPr>
            <a:xfrm flipH="1">
              <a:off x="10290098" y="4060301"/>
              <a:ext cx="804843" cy="1044236"/>
            </a:xfrm>
            <a:custGeom>
              <a:rect b="b" l="l" r="r" t="t"/>
              <a:pathLst>
                <a:path extrusionOk="0" h="1044236" w="804843">
                  <a:moveTo>
                    <a:pt x="402424" y="0"/>
                  </a:moveTo>
                  <a:cubicBezTo>
                    <a:pt x="321783" y="0"/>
                    <a:pt x="243979" y="23767"/>
                    <a:pt x="177419" y="68732"/>
                  </a:cubicBezTo>
                  <a:cubicBezTo>
                    <a:pt x="170305" y="73539"/>
                    <a:pt x="168432" y="83205"/>
                    <a:pt x="173240" y="90321"/>
                  </a:cubicBezTo>
                  <a:cubicBezTo>
                    <a:pt x="178047" y="97434"/>
                    <a:pt x="187710" y="99305"/>
                    <a:pt x="194828" y="94500"/>
                  </a:cubicBezTo>
                  <a:cubicBezTo>
                    <a:pt x="256226" y="53018"/>
                    <a:pt x="328013" y="31095"/>
                    <a:pt x="402426" y="31095"/>
                  </a:cubicBezTo>
                  <a:cubicBezTo>
                    <a:pt x="607174" y="31095"/>
                    <a:pt x="773749" y="197669"/>
                    <a:pt x="773749" y="402418"/>
                  </a:cubicBezTo>
                  <a:lnTo>
                    <a:pt x="773749" y="433304"/>
                  </a:lnTo>
                  <a:cubicBezTo>
                    <a:pt x="765492" y="420088"/>
                    <a:pt x="755678" y="407710"/>
                    <a:pt x="744387" y="396419"/>
                  </a:cubicBezTo>
                  <a:cubicBezTo>
                    <a:pt x="727955" y="379987"/>
                    <a:pt x="721208" y="355765"/>
                    <a:pt x="726784" y="333202"/>
                  </a:cubicBezTo>
                  <a:lnTo>
                    <a:pt x="734689" y="301206"/>
                  </a:lnTo>
                  <a:cubicBezTo>
                    <a:pt x="736747" y="292870"/>
                    <a:pt x="731661" y="284443"/>
                    <a:pt x="723325" y="282383"/>
                  </a:cubicBezTo>
                  <a:cubicBezTo>
                    <a:pt x="714996" y="280329"/>
                    <a:pt x="706562" y="285412"/>
                    <a:pt x="704502" y="293747"/>
                  </a:cubicBezTo>
                  <a:lnTo>
                    <a:pt x="696597" y="325743"/>
                  </a:lnTo>
                  <a:cubicBezTo>
                    <a:pt x="688427" y="358814"/>
                    <a:pt x="698316" y="394321"/>
                    <a:pt x="722401" y="418405"/>
                  </a:cubicBezTo>
                  <a:cubicBezTo>
                    <a:pt x="755515" y="451519"/>
                    <a:pt x="773753" y="495544"/>
                    <a:pt x="773753" y="542376"/>
                  </a:cubicBezTo>
                  <a:lnTo>
                    <a:pt x="773753" y="652649"/>
                  </a:lnTo>
                  <a:cubicBezTo>
                    <a:pt x="773753" y="699577"/>
                    <a:pt x="735575" y="737755"/>
                    <a:pt x="688647" y="737755"/>
                  </a:cubicBezTo>
                  <a:cubicBezTo>
                    <a:pt x="688619" y="737755"/>
                    <a:pt x="688592" y="737759"/>
                    <a:pt x="688563" y="737759"/>
                  </a:cubicBezTo>
                  <a:cubicBezTo>
                    <a:pt x="658289" y="737728"/>
                    <a:pt x="630076" y="721428"/>
                    <a:pt x="614920" y="695198"/>
                  </a:cubicBezTo>
                  <a:cubicBezTo>
                    <a:pt x="610623" y="687762"/>
                    <a:pt x="601113" y="685217"/>
                    <a:pt x="593680" y="689516"/>
                  </a:cubicBezTo>
                  <a:cubicBezTo>
                    <a:pt x="586246" y="693811"/>
                    <a:pt x="583701" y="703322"/>
                    <a:pt x="587998" y="710756"/>
                  </a:cubicBezTo>
                  <a:cubicBezTo>
                    <a:pt x="606083" y="742056"/>
                    <a:pt x="637796" y="763000"/>
                    <a:pt x="673102" y="767801"/>
                  </a:cubicBezTo>
                  <a:lnTo>
                    <a:pt x="673102" y="859180"/>
                  </a:lnTo>
                  <a:lnTo>
                    <a:pt x="644351" y="859180"/>
                  </a:lnTo>
                  <a:lnTo>
                    <a:pt x="644351" y="836874"/>
                  </a:lnTo>
                  <a:cubicBezTo>
                    <a:pt x="644351" y="807429"/>
                    <a:pt x="620394" y="783473"/>
                    <a:pt x="590950" y="783473"/>
                  </a:cubicBezTo>
                  <a:cubicBezTo>
                    <a:pt x="576169" y="783473"/>
                    <a:pt x="562775" y="789512"/>
                    <a:pt x="553096" y="799249"/>
                  </a:cubicBezTo>
                  <a:cubicBezTo>
                    <a:pt x="543416" y="789512"/>
                    <a:pt x="530023" y="783473"/>
                    <a:pt x="515242" y="783473"/>
                  </a:cubicBezTo>
                  <a:cubicBezTo>
                    <a:pt x="500462" y="783473"/>
                    <a:pt x="487068" y="789512"/>
                    <a:pt x="477389" y="799249"/>
                  </a:cubicBezTo>
                  <a:cubicBezTo>
                    <a:pt x="467709" y="789512"/>
                    <a:pt x="454315" y="783473"/>
                    <a:pt x="439535" y="783473"/>
                  </a:cubicBezTo>
                  <a:cubicBezTo>
                    <a:pt x="424754" y="783473"/>
                    <a:pt x="411361" y="789512"/>
                    <a:pt x="401681" y="799249"/>
                  </a:cubicBezTo>
                  <a:cubicBezTo>
                    <a:pt x="392002" y="789512"/>
                    <a:pt x="378608" y="783473"/>
                    <a:pt x="363828" y="783473"/>
                  </a:cubicBezTo>
                  <a:cubicBezTo>
                    <a:pt x="349047" y="783473"/>
                    <a:pt x="335654" y="789512"/>
                    <a:pt x="325974" y="799249"/>
                  </a:cubicBezTo>
                  <a:cubicBezTo>
                    <a:pt x="316294" y="789512"/>
                    <a:pt x="302901" y="783473"/>
                    <a:pt x="288120" y="783473"/>
                  </a:cubicBezTo>
                  <a:cubicBezTo>
                    <a:pt x="273340" y="783473"/>
                    <a:pt x="259946" y="789512"/>
                    <a:pt x="250267" y="799249"/>
                  </a:cubicBezTo>
                  <a:cubicBezTo>
                    <a:pt x="240587" y="789512"/>
                    <a:pt x="227193" y="783473"/>
                    <a:pt x="212413" y="783473"/>
                  </a:cubicBezTo>
                  <a:cubicBezTo>
                    <a:pt x="182968" y="783473"/>
                    <a:pt x="159012" y="807429"/>
                    <a:pt x="159012" y="836874"/>
                  </a:cubicBezTo>
                  <a:lnTo>
                    <a:pt x="159012" y="859180"/>
                  </a:lnTo>
                  <a:lnTo>
                    <a:pt x="131760" y="859180"/>
                  </a:lnTo>
                  <a:lnTo>
                    <a:pt x="131760" y="767801"/>
                  </a:lnTo>
                  <a:cubicBezTo>
                    <a:pt x="167066" y="763000"/>
                    <a:pt x="198777" y="742056"/>
                    <a:pt x="216863" y="710756"/>
                  </a:cubicBezTo>
                  <a:cubicBezTo>
                    <a:pt x="221160" y="703322"/>
                    <a:pt x="218615" y="693811"/>
                    <a:pt x="211181" y="689516"/>
                  </a:cubicBezTo>
                  <a:cubicBezTo>
                    <a:pt x="203743" y="685217"/>
                    <a:pt x="194235" y="687766"/>
                    <a:pt x="189941" y="695198"/>
                  </a:cubicBezTo>
                  <a:cubicBezTo>
                    <a:pt x="174786" y="721428"/>
                    <a:pt x="146573" y="737728"/>
                    <a:pt x="116298" y="737759"/>
                  </a:cubicBezTo>
                  <a:cubicBezTo>
                    <a:pt x="116269" y="737759"/>
                    <a:pt x="116243" y="737755"/>
                    <a:pt x="116214" y="737755"/>
                  </a:cubicBezTo>
                  <a:cubicBezTo>
                    <a:pt x="69287" y="737755"/>
                    <a:pt x="31109" y="699577"/>
                    <a:pt x="31109" y="652649"/>
                  </a:cubicBezTo>
                  <a:lnTo>
                    <a:pt x="31109" y="542376"/>
                  </a:lnTo>
                  <a:cubicBezTo>
                    <a:pt x="31109" y="495546"/>
                    <a:pt x="49344" y="451519"/>
                    <a:pt x="82460" y="418405"/>
                  </a:cubicBezTo>
                  <a:cubicBezTo>
                    <a:pt x="106547" y="394319"/>
                    <a:pt x="116435" y="358814"/>
                    <a:pt x="108262" y="325741"/>
                  </a:cubicBezTo>
                  <a:lnTo>
                    <a:pt x="100355" y="293745"/>
                  </a:lnTo>
                  <a:cubicBezTo>
                    <a:pt x="98295" y="285410"/>
                    <a:pt x="89864" y="280317"/>
                    <a:pt x="81532" y="282383"/>
                  </a:cubicBezTo>
                  <a:cubicBezTo>
                    <a:pt x="73197" y="284441"/>
                    <a:pt x="68110" y="292870"/>
                    <a:pt x="70168" y="301206"/>
                  </a:cubicBezTo>
                  <a:lnTo>
                    <a:pt x="78075" y="333202"/>
                  </a:lnTo>
                  <a:cubicBezTo>
                    <a:pt x="83649" y="355765"/>
                    <a:pt x="76905" y="379985"/>
                    <a:pt x="60472" y="396419"/>
                  </a:cubicBezTo>
                  <a:cubicBezTo>
                    <a:pt x="49181" y="407712"/>
                    <a:pt x="39367" y="420088"/>
                    <a:pt x="31109" y="433304"/>
                  </a:cubicBezTo>
                  <a:lnTo>
                    <a:pt x="31109" y="402420"/>
                  </a:lnTo>
                  <a:cubicBezTo>
                    <a:pt x="31109" y="303235"/>
                    <a:pt x="69734" y="209984"/>
                    <a:pt x="139869" y="139851"/>
                  </a:cubicBezTo>
                  <a:cubicBezTo>
                    <a:pt x="145941" y="133779"/>
                    <a:pt x="145941" y="123934"/>
                    <a:pt x="139869" y="117864"/>
                  </a:cubicBezTo>
                  <a:cubicBezTo>
                    <a:pt x="133797" y="111791"/>
                    <a:pt x="123952" y="111793"/>
                    <a:pt x="117883" y="117864"/>
                  </a:cubicBezTo>
                  <a:cubicBezTo>
                    <a:pt x="41859" y="193872"/>
                    <a:pt x="0" y="294928"/>
                    <a:pt x="0" y="402420"/>
                  </a:cubicBezTo>
                  <a:lnTo>
                    <a:pt x="0" y="652649"/>
                  </a:lnTo>
                  <a:cubicBezTo>
                    <a:pt x="0" y="711451"/>
                    <a:pt x="43907" y="760192"/>
                    <a:pt x="100653" y="767816"/>
                  </a:cubicBezTo>
                  <a:lnTo>
                    <a:pt x="100653" y="874730"/>
                  </a:lnTo>
                  <a:cubicBezTo>
                    <a:pt x="100653" y="883316"/>
                    <a:pt x="107614" y="890277"/>
                    <a:pt x="116200" y="890277"/>
                  </a:cubicBezTo>
                  <a:lnTo>
                    <a:pt x="159000" y="890277"/>
                  </a:lnTo>
                  <a:lnTo>
                    <a:pt x="159000" y="912583"/>
                  </a:lnTo>
                  <a:cubicBezTo>
                    <a:pt x="159000" y="916899"/>
                    <a:pt x="159528" y="921090"/>
                    <a:pt x="160499" y="925112"/>
                  </a:cubicBezTo>
                  <a:lnTo>
                    <a:pt x="160499" y="983337"/>
                  </a:lnTo>
                  <a:cubicBezTo>
                    <a:pt x="160499" y="1016918"/>
                    <a:pt x="187818" y="1044237"/>
                    <a:pt x="221399" y="1044237"/>
                  </a:cubicBezTo>
                  <a:lnTo>
                    <a:pt x="483269" y="1044237"/>
                  </a:lnTo>
                  <a:cubicBezTo>
                    <a:pt x="491855" y="1044237"/>
                    <a:pt x="498816" y="1037276"/>
                    <a:pt x="498816" y="1028690"/>
                  </a:cubicBezTo>
                  <a:cubicBezTo>
                    <a:pt x="498816" y="1020103"/>
                    <a:pt x="491855" y="1013142"/>
                    <a:pt x="483269" y="1013142"/>
                  </a:cubicBezTo>
                  <a:lnTo>
                    <a:pt x="221405" y="1013142"/>
                  </a:lnTo>
                  <a:cubicBezTo>
                    <a:pt x="204971" y="1013142"/>
                    <a:pt x="191600" y="999771"/>
                    <a:pt x="191600" y="983337"/>
                  </a:cubicBezTo>
                  <a:lnTo>
                    <a:pt x="191600" y="961760"/>
                  </a:lnTo>
                  <a:cubicBezTo>
                    <a:pt x="197998" y="964479"/>
                    <a:pt x="205028" y="965982"/>
                    <a:pt x="212407" y="965982"/>
                  </a:cubicBezTo>
                  <a:cubicBezTo>
                    <a:pt x="227187" y="965982"/>
                    <a:pt x="240581" y="959943"/>
                    <a:pt x="250260" y="950207"/>
                  </a:cubicBezTo>
                  <a:cubicBezTo>
                    <a:pt x="259940" y="959943"/>
                    <a:pt x="273334" y="965982"/>
                    <a:pt x="288114" y="965982"/>
                  </a:cubicBezTo>
                  <a:cubicBezTo>
                    <a:pt x="302895" y="965982"/>
                    <a:pt x="316288" y="959943"/>
                    <a:pt x="325968" y="950207"/>
                  </a:cubicBezTo>
                  <a:cubicBezTo>
                    <a:pt x="335647" y="959943"/>
                    <a:pt x="349041" y="965982"/>
                    <a:pt x="363821" y="965982"/>
                  </a:cubicBezTo>
                  <a:cubicBezTo>
                    <a:pt x="378602" y="965982"/>
                    <a:pt x="391996" y="959943"/>
                    <a:pt x="401675" y="950207"/>
                  </a:cubicBezTo>
                  <a:cubicBezTo>
                    <a:pt x="411355" y="959943"/>
                    <a:pt x="424748" y="965982"/>
                    <a:pt x="439529" y="965982"/>
                  </a:cubicBezTo>
                  <a:cubicBezTo>
                    <a:pt x="454309" y="965982"/>
                    <a:pt x="467703" y="959943"/>
                    <a:pt x="477382" y="950207"/>
                  </a:cubicBezTo>
                  <a:cubicBezTo>
                    <a:pt x="487062" y="959943"/>
                    <a:pt x="500456" y="965982"/>
                    <a:pt x="515236" y="965982"/>
                  </a:cubicBezTo>
                  <a:cubicBezTo>
                    <a:pt x="530017" y="965982"/>
                    <a:pt x="543410" y="959943"/>
                    <a:pt x="553090" y="950207"/>
                  </a:cubicBezTo>
                  <a:cubicBezTo>
                    <a:pt x="562769" y="959943"/>
                    <a:pt x="576163" y="965982"/>
                    <a:pt x="590943" y="965982"/>
                  </a:cubicBezTo>
                  <a:cubicBezTo>
                    <a:pt x="598904" y="965982"/>
                    <a:pt x="606456" y="964218"/>
                    <a:pt x="613250" y="961081"/>
                  </a:cubicBezTo>
                  <a:lnTo>
                    <a:pt x="613250" y="983335"/>
                  </a:lnTo>
                  <a:cubicBezTo>
                    <a:pt x="613250" y="999769"/>
                    <a:pt x="599879" y="1013140"/>
                    <a:pt x="583444" y="1013140"/>
                  </a:cubicBezTo>
                  <a:lnTo>
                    <a:pt x="535101" y="1013140"/>
                  </a:lnTo>
                  <a:cubicBezTo>
                    <a:pt x="526515" y="1013140"/>
                    <a:pt x="519554" y="1020101"/>
                    <a:pt x="519554" y="1028688"/>
                  </a:cubicBezTo>
                  <a:cubicBezTo>
                    <a:pt x="519554" y="1037274"/>
                    <a:pt x="526515" y="1044235"/>
                    <a:pt x="535101" y="1044235"/>
                  </a:cubicBezTo>
                  <a:lnTo>
                    <a:pt x="583444" y="1044235"/>
                  </a:lnTo>
                  <a:cubicBezTo>
                    <a:pt x="617025" y="1044235"/>
                    <a:pt x="644344" y="1016915"/>
                    <a:pt x="644344" y="983335"/>
                  </a:cubicBezTo>
                  <a:lnTo>
                    <a:pt x="644344" y="912579"/>
                  </a:lnTo>
                  <a:lnTo>
                    <a:pt x="644344" y="890275"/>
                  </a:lnTo>
                  <a:lnTo>
                    <a:pt x="688643" y="890275"/>
                  </a:lnTo>
                  <a:cubicBezTo>
                    <a:pt x="697229" y="890275"/>
                    <a:pt x="704190" y="883314"/>
                    <a:pt x="704190" y="874728"/>
                  </a:cubicBezTo>
                  <a:lnTo>
                    <a:pt x="704190" y="767813"/>
                  </a:lnTo>
                  <a:cubicBezTo>
                    <a:pt x="760938" y="760192"/>
                    <a:pt x="804843" y="711451"/>
                    <a:pt x="804843" y="652647"/>
                  </a:cubicBezTo>
                  <a:lnTo>
                    <a:pt x="804843" y="402420"/>
                  </a:lnTo>
                  <a:cubicBezTo>
                    <a:pt x="804843" y="180523"/>
                    <a:pt x="624318" y="0"/>
                    <a:pt x="402424" y="0"/>
                  </a:cubicBezTo>
                  <a:close/>
                  <a:moveTo>
                    <a:pt x="190096" y="859180"/>
                  </a:moveTo>
                  <a:lnTo>
                    <a:pt x="190096" y="836874"/>
                  </a:lnTo>
                  <a:lnTo>
                    <a:pt x="190098" y="836874"/>
                  </a:lnTo>
                  <a:cubicBezTo>
                    <a:pt x="190098" y="824576"/>
                    <a:pt x="200104" y="814568"/>
                    <a:pt x="212405" y="814568"/>
                  </a:cubicBezTo>
                  <a:cubicBezTo>
                    <a:pt x="224705" y="814568"/>
                    <a:pt x="234711" y="824574"/>
                    <a:pt x="234711" y="836874"/>
                  </a:cubicBezTo>
                  <a:lnTo>
                    <a:pt x="234711" y="859180"/>
                  </a:lnTo>
                  <a:lnTo>
                    <a:pt x="190096" y="859180"/>
                  </a:lnTo>
                  <a:close/>
                  <a:moveTo>
                    <a:pt x="234711" y="912579"/>
                  </a:moveTo>
                  <a:cubicBezTo>
                    <a:pt x="234711" y="924880"/>
                    <a:pt x="224705" y="934888"/>
                    <a:pt x="212405" y="934888"/>
                  </a:cubicBezTo>
                  <a:cubicBezTo>
                    <a:pt x="202919" y="934888"/>
                    <a:pt x="194818" y="928924"/>
                    <a:pt x="191597" y="920554"/>
                  </a:cubicBezTo>
                  <a:lnTo>
                    <a:pt x="191597" y="890275"/>
                  </a:lnTo>
                  <a:lnTo>
                    <a:pt x="234709" y="890275"/>
                  </a:lnTo>
                  <a:lnTo>
                    <a:pt x="234709" y="912579"/>
                  </a:lnTo>
                  <a:close/>
                  <a:moveTo>
                    <a:pt x="265806" y="836874"/>
                  </a:moveTo>
                  <a:cubicBezTo>
                    <a:pt x="265808" y="824576"/>
                    <a:pt x="275814" y="814568"/>
                    <a:pt x="288114" y="814568"/>
                  </a:cubicBezTo>
                  <a:cubicBezTo>
                    <a:pt x="300415" y="814568"/>
                    <a:pt x="310420" y="824574"/>
                    <a:pt x="310420" y="836874"/>
                  </a:cubicBezTo>
                  <a:lnTo>
                    <a:pt x="310420" y="859180"/>
                  </a:lnTo>
                  <a:lnTo>
                    <a:pt x="265808" y="859180"/>
                  </a:lnTo>
                  <a:lnTo>
                    <a:pt x="265808" y="836874"/>
                  </a:lnTo>
                  <a:close/>
                  <a:moveTo>
                    <a:pt x="310420" y="912581"/>
                  </a:moveTo>
                  <a:cubicBezTo>
                    <a:pt x="310418" y="924880"/>
                    <a:pt x="300412" y="934888"/>
                    <a:pt x="288112" y="934888"/>
                  </a:cubicBezTo>
                  <a:cubicBezTo>
                    <a:pt x="275812" y="934888"/>
                    <a:pt x="265806" y="924882"/>
                    <a:pt x="265806" y="912581"/>
                  </a:cubicBezTo>
                  <a:lnTo>
                    <a:pt x="265806" y="890275"/>
                  </a:lnTo>
                  <a:lnTo>
                    <a:pt x="310418" y="890275"/>
                  </a:lnTo>
                  <a:lnTo>
                    <a:pt x="310418" y="912581"/>
                  </a:lnTo>
                  <a:close/>
                  <a:moveTo>
                    <a:pt x="341513" y="836874"/>
                  </a:moveTo>
                  <a:cubicBezTo>
                    <a:pt x="341513" y="824576"/>
                    <a:pt x="351521" y="814568"/>
                    <a:pt x="363821" y="814568"/>
                  </a:cubicBezTo>
                  <a:cubicBezTo>
                    <a:pt x="376122" y="814568"/>
                    <a:pt x="386128" y="824574"/>
                    <a:pt x="386128" y="836874"/>
                  </a:cubicBezTo>
                  <a:lnTo>
                    <a:pt x="386128" y="859180"/>
                  </a:lnTo>
                  <a:lnTo>
                    <a:pt x="341515" y="859180"/>
                  </a:lnTo>
                  <a:lnTo>
                    <a:pt x="341515" y="836874"/>
                  </a:lnTo>
                  <a:close/>
                  <a:moveTo>
                    <a:pt x="386130" y="912581"/>
                  </a:moveTo>
                  <a:cubicBezTo>
                    <a:pt x="386128" y="924880"/>
                    <a:pt x="376122" y="934888"/>
                    <a:pt x="363821" y="934888"/>
                  </a:cubicBezTo>
                  <a:cubicBezTo>
                    <a:pt x="351521" y="934888"/>
                    <a:pt x="341515" y="924882"/>
                    <a:pt x="341515" y="912581"/>
                  </a:cubicBezTo>
                  <a:lnTo>
                    <a:pt x="341515" y="890275"/>
                  </a:lnTo>
                  <a:lnTo>
                    <a:pt x="386128" y="890275"/>
                  </a:lnTo>
                  <a:lnTo>
                    <a:pt x="386128" y="912581"/>
                  </a:lnTo>
                  <a:close/>
                  <a:moveTo>
                    <a:pt x="417220" y="836874"/>
                  </a:moveTo>
                  <a:cubicBezTo>
                    <a:pt x="417222" y="824576"/>
                    <a:pt x="427228" y="814568"/>
                    <a:pt x="439529" y="814568"/>
                  </a:cubicBezTo>
                  <a:cubicBezTo>
                    <a:pt x="451829" y="814568"/>
                    <a:pt x="461835" y="824574"/>
                    <a:pt x="461835" y="836874"/>
                  </a:cubicBezTo>
                  <a:lnTo>
                    <a:pt x="461835" y="859180"/>
                  </a:lnTo>
                  <a:lnTo>
                    <a:pt x="417222" y="859180"/>
                  </a:lnTo>
                  <a:lnTo>
                    <a:pt x="417222" y="836874"/>
                  </a:lnTo>
                  <a:close/>
                  <a:moveTo>
                    <a:pt x="461835" y="912581"/>
                  </a:moveTo>
                  <a:cubicBezTo>
                    <a:pt x="461833" y="924880"/>
                    <a:pt x="451827" y="934888"/>
                    <a:pt x="439527" y="934888"/>
                  </a:cubicBezTo>
                  <a:cubicBezTo>
                    <a:pt x="427226" y="934888"/>
                    <a:pt x="417220" y="924882"/>
                    <a:pt x="417220" y="912581"/>
                  </a:cubicBezTo>
                  <a:lnTo>
                    <a:pt x="417220" y="890275"/>
                  </a:lnTo>
                  <a:lnTo>
                    <a:pt x="461833" y="890275"/>
                  </a:lnTo>
                  <a:lnTo>
                    <a:pt x="461833" y="912581"/>
                  </a:lnTo>
                  <a:close/>
                  <a:moveTo>
                    <a:pt x="492928" y="836874"/>
                  </a:moveTo>
                  <a:cubicBezTo>
                    <a:pt x="492928" y="824576"/>
                    <a:pt x="502936" y="814568"/>
                    <a:pt x="515236" y="814568"/>
                  </a:cubicBezTo>
                  <a:cubicBezTo>
                    <a:pt x="527534" y="814568"/>
                    <a:pt x="537542" y="824574"/>
                    <a:pt x="537542" y="836874"/>
                  </a:cubicBezTo>
                  <a:lnTo>
                    <a:pt x="537542" y="859180"/>
                  </a:lnTo>
                  <a:lnTo>
                    <a:pt x="492930" y="859180"/>
                  </a:lnTo>
                  <a:lnTo>
                    <a:pt x="492930" y="836874"/>
                  </a:lnTo>
                  <a:close/>
                  <a:moveTo>
                    <a:pt x="537542" y="912581"/>
                  </a:moveTo>
                  <a:cubicBezTo>
                    <a:pt x="537540" y="924880"/>
                    <a:pt x="527534" y="934888"/>
                    <a:pt x="515234" y="934888"/>
                  </a:cubicBezTo>
                  <a:cubicBezTo>
                    <a:pt x="502934" y="934888"/>
                    <a:pt x="492928" y="924882"/>
                    <a:pt x="492928" y="912581"/>
                  </a:cubicBezTo>
                  <a:lnTo>
                    <a:pt x="492928" y="890275"/>
                  </a:lnTo>
                  <a:lnTo>
                    <a:pt x="537540" y="890275"/>
                  </a:lnTo>
                  <a:lnTo>
                    <a:pt x="537540" y="912581"/>
                  </a:lnTo>
                  <a:close/>
                  <a:moveTo>
                    <a:pt x="568635" y="836874"/>
                  </a:moveTo>
                  <a:cubicBezTo>
                    <a:pt x="568637" y="824576"/>
                    <a:pt x="578643" y="814568"/>
                    <a:pt x="590943" y="814568"/>
                  </a:cubicBezTo>
                  <a:cubicBezTo>
                    <a:pt x="603244" y="814568"/>
                    <a:pt x="613250" y="824574"/>
                    <a:pt x="613250" y="836874"/>
                  </a:cubicBezTo>
                  <a:lnTo>
                    <a:pt x="613250" y="859180"/>
                  </a:lnTo>
                  <a:lnTo>
                    <a:pt x="568637" y="859180"/>
                  </a:lnTo>
                  <a:lnTo>
                    <a:pt x="568637" y="836874"/>
                  </a:lnTo>
                  <a:close/>
                  <a:moveTo>
                    <a:pt x="613250" y="912581"/>
                  </a:moveTo>
                  <a:cubicBezTo>
                    <a:pt x="613248" y="924880"/>
                    <a:pt x="603242" y="934888"/>
                    <a:pt x="590941" y="934888"/>
                  </a:cubicBezTo>
                  <a:cubicBezTo>
                    <a:pt x="578641" y="934888"/>
                    <a:pt x="568635" y="924882"/>
                    <a:pt x="568635" y="912581"/>
                  </a:cubicBezTo>
                  <a:lnTo>
                    <a:pt x="568635" y="890275"/>
                  </a:lnTo>
                  <a:lnTo>
                    <a:pt x="613248" y="890275"/>
                  </a:lnTo>
                  <a:lnTo>
                    <a:pt x="613248" y="91258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41"/>
            <p:cNvSpPr/>
            <p:nvPr/>
          </p:nvSpPr>
          <p:spPr>
            <a:xfrm flipH="1">
              <a:off x="10610761" y="4575139"/>
              <a:ext cx="163513" cy="204923"/>
            </a:xfrm>
            <a:custGeom>
              <a:rect b="b" l="l" r="r" t="t"/>
              <a:pathLst>
                <a:path extrusionOk="0" h="204923" w="163513">
                  <a:moveTo>
                    <a:pt x="161754" y="143424"/>
                  </a:moveTo>
                  <a:lnTo>
                    <a:pt x="133182" y="39222"/>
                  </a:lnTo>
                  <a:cubicBezTo>
                    <a:pt x="126749" y="15761"/>
                    <a:pt x="106083" y="0"/>
                    <a:pt x="81757" y="0"/>
                  </a:cubicBezTo>
                  <a:cubicBezTo>
                    <a:pt x="57430" y="0"/>
                    <a:pt x="36765" y="15764"/>
                    <a:pt x="30333" y="39222"/>
                  </a:cubicBezTo>
                  <a:lnTo>
                    <a:pt x="1761" y="143424"/>
                  </a:lnTo>
                  <a:cubicBezTo>
                    <a:pt x="-2285" y="158180"/>
                    <a:pt x="717" y="173617"/>
                    <a:pt x="9995" y="185781"/>
                  </a:cubicBezTo>
                  <a:cubicBezTo>
                    <a:pt x="19272" y="197945"/>
                    <a:pt x="33370" y="204924"/>
                    <a:pt x="48668" y="204924"/>
                  </a:cubicBezTo>
                  <a:cubicBezTo>
                    <a:pt x="61436" y="204924"/>
                    <a:pt x="73071" y="199978"/>
                    <a:pt x="81757" y="191901"/>
                  </a:cubicBezTo>
                  <a:cubicBezTo>
                    <a:pt x="90444" y="199978"/>
                    <a:pt x="102079" y="204924"/>
                    <a:pt x="114847" y="204924"/>
                  </a:cubicBezTo>
                  <a:cubicBezTo>
                    <a:pt x="130145" y="204924"/>
                    <a:pt x="144242" y="197947"/>
                    <a:pt x="153520" y="185781"/>
                  </a:cubicBezTo>
                  <a:cubicBezTo>
                    <a:pt x="162798" y="173617"/>
                    <a:pt x="165798" y="158176"/>
                    <a:pt x="161754" y="143424"/>
                  </a:cubicBezTo>
                  <a:close/>
                  <a:moveTo>
                    <a:pt x="128797" y="166923"/>
                  </a:moveTo>
                  <a:cubicBezTo>
                    <a:pt x="125450" y="171312"/>
                    <a:pt x="120366" y="173829"/>
                    <a:pt x="114849" y="173829"/>
                  </a:cubicBezTo>
                  <a:cubicBezTo>
                    <a:pt x="105175" y="173829"/>
                    <a:pt x="97307" y="165961"/>
                    <a:pt x="97307" y="156287"/>
                  </a:cubicBezTo>
                  <a:lnTo>
                    <a:pt x="97307" y="135396"/>
                  </a:lnTo>
                  <a:cubicBezTo>
                    <a:pt x="97307" y="126810"/>
                    <a:pt x="90346" y="119849"/>
                    <a:pt x="81759" y="119849"/>
                  </a:cubicBezTo>
                  <a:cubicBezTo>
                    <a:pt x="73173" y="119849"/>
                    <a:pt x="66212" y="126810"/>
                    <a:pt x="66212" y="135396"/>
                  </a:cubicBezTo>
                  <a:lnTo>
                    <a:pt x="66212" y="156287"/>
                  </a:lnTo>
                  <a:cubicBezTo>
                    <a:pt x="66212" y="165961"/>
                    <a:pt x="58344" y="173829"/>
                    <a:pt x="48670" y="173829"/>
                  </a:cubicBezTo>
                  <a:cubicBezTo>
                    <a:pt x="43151" y="173829"/>
                    <a:pt x="38067" y="171312"/>
                    <a:pt x="34722" y="166923"/>
                  </a:cubicBezTo>
                  <a:cubicBezTo>
                    <a:pt x="31375" y="162536"/>
                    <a:pt x="30292" y="156966"/>
                    <a:pt x="31752" y="151645"/>
                  </a:cubicBezTo>
                  <a:lnTo>
                    <a:pt x="60324" y="47444"/>
                  </a:lnTo>
                  <a:cubicBezTo>
                    <a:pt x="63630" y="35390"/>
                    <a:pt x="73565" y="31095"/>
                    <a:pt x="81761" y="31095"/>
                  </a:cubicBezTo>
                  <a:cubicBezTo>
                    <a:pt x="89958" y="31095"/>
                    <a:pt x="99893" y="35390"/>
                    <a:pt x="103199" y="47444"/>
                  </a:cubicBezTo>
                  <a:lnTo>
                    <a:pt x="131771" y="151645"/>
                  </a:lnTo>
                  <a:cubicBezTo>
                    <a:pt x="133227" y="156966"/>
                    <a:pt x="132146" y="162534"/>
                    <a:pt x="128797" y="16692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41"/>
            <p:cNvSpPr/>
            <p:nvPr/>
          </p:nvSpPr>
          <p:spPr>
            <a:xfrm flipH="1">
              <a:off x="10385280" y="4485665"/>
              <a:ext cx="223565" cy="223565"/>
            </a:xfrm>
            <a:custGeom>
              <a:rect b="b" l="l" r="r" t="t"/>
              <a:pathLst>
                <a:path extrusionOk="0" h="223565" w="223565">
                  <a:moveTo>
                    <a:pt x="61420" y="0"/>
                  </a:moveTo>
                  <a:cubicBezTo>
                    <a:pt x="27552" y="0"/>
                    <a:pt x="0" y="27554"/>
                    <a:pt x="0" y="61420"/>
                  </a:cubicBezTo>
                  <a:lnTo>
                    <a:pt x="0" y="135274"/>
                  </a:lnTo>
                  <a:cubicBezTo>
                    <a:pt x="0" y="183959"/>
                    <a:pt x="39608" y="223565"/>
                    <a:pt x="88293" y="223565"/>
                  </a:cubicBezTo>
                  <a:lnTo>
                    <a:pt x="162145" y="223565"/>
                  </a:lnTo>
                  <a:cubicBezTo>
                    <a:pt x="196011" y="223565"/>
                    <a:pt x="223565" y="196011"/>
                    <a:pt x="223565" y="162145"/>
                  </a:cubicBezTo>
                  <a:cubicBezTo>
                    <a:pt x="223565" y="72738"/>
                    <a:pt x="150827" y="0"/>
                    <a:pt x="61420" y="0"/>
                  </a:cubicBezTo>
                  <a:close/>
                  <a:moveTo>
                    <a:pt x="162145" y="192470"/>
                  </a:moveTo>
                  <a:lnTo>
                    <a:pt x="88291" y="192470"/>
                  </a:lnTo>
                  <a:cubicBezTo>
                    <a:pt x="56752" y="192470"/>
                    <a:pt x="31095" y="166811"/>
                    <a:pt x="31095" y="135272"/>
                  </a:cubicBezTo>
                  <a:lnTo>
                    <a:pt x="31095" y="61418"/>
                  </a:lnTo>
                  <a:cubicBezTo>
                    <a:pt x="31095" y="44698"/>
                    <a:pt x="44700" y="31093"/>
                    <a:pt x="61420" y="31093"/>
                  </a:cubicBezTo>
                  <a:cubicBezTo>
                    <a:pt x="133681" y="31093"/>
                    <a:pt x="192470" y="89882"/>
                    <a:pt x="192470" y="162145"/>
                  </a:cubicBezTo>
                  <a:cubicBezTo>
                    <a:pt x="192470" y="178867"/>
                    <a:pt x="178865" y="192470"/>
                    <a:pt x="162145" y="192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41"/>
            <p:cNvSpPr/>
            <p:nvPr/>
          </p:nvSpPr>
          <p:spPr>
            <a:xfrm flipH="1">
              <a:off x="10776187" y="4485663"/>
              <a:ext cx="223565" cy="223567"/>
            </a:xfrm>
            <a:custGeom>
              <a:rect b="b" l="l" r="r" t="t"/>
              <a:pathLst>
                <a:path extrusionOk="0" h="223567" w="223565">
                  <a:moveTo>
                    <a:pt x="162145" y="0"/>
                  </a:moveTo>
                  <a:cubicBezTo>
                    <a:pt x="72738" y="0"/>
                    <a:pt x="0" y="72738"/>
                    <a:pt x="0" y="162147"/>
                  </a:cubicBezTo>
                  <a:cubicBezTo>
                    <a:pt x="-2" y="196013"/>
                    <a:pt x="27550" y="223567"/>
                    <a:pt x="61418" y="223567"/>
                  </a:cubicBezTo>
                  <a:lnTo>
                    <a:pt x="135272" y="223567"/>
                  </a:lnTo>
                  <a:cubicBezTo>
                    <a:pt x="183957" y="223567"/>
                    <a:pt x="223565" y="183959"/>
                    <a:pt x="223565" y="135276"/>
                  </a:cubicBezTo>
                  <a:lnTo>
                    <a:pt x="223565" y="61420"/>
                  </a:lnTo>
                  <a:cubicBezTo>
                    <a:pt x="223565" y="27556"/>
                    <a:pt x="196011" y="0"/>
                    <a:pt x="162145" y="0"/>
                  </a:cubicBezTo>
                  <a:close/>
                  <a:moveTo>
                    <a:pt x="192468" y="135274"/>
                  </a:moveTo>
                  <a:cubicBezTo>
                    <a:pt x="192468" y="166813"/>
                    <a:pt x="166811" y="192470"/>
                    <a:pt x="135270" y="192470"/>
                  </a:cubicBezTo>
                  <a:lnTo>
                    <a:pt x="61416" y="192470"/>
                  </a:lnTo>
                  <a:cubicBezTo>
                    <a:pt x="44696" y="192470"/>
                    <a:pt x="31091" y="178865"/>
                    <a:pt x="31091" y="162145"/>
                  </a:cubicBezTo>
                  <a:cubicBezTo>
                    <a:pt x="31093" y="89884"/>
                    <a:pt x="89882" y="31095"/>
                    <a:pt x="162143" y="31095"/>
                  </a:cubicBezTo>
                  <a:cubicBezTo>
                    <a:pt x="178865" y="31095"/>
                    <a:pt x="192468" y="44700"/>
                    <a:pt x="192468" y="61420"/>
                  </a:cubicBezTo>
                  <a:lnTo>
                    <a:pt x="192468" y="13527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41"/>
          <p:cNvGrpSpPr/>
          <p:nvPr/>
        </p:nvGrpSpPr>
        <p:grpSpPr>
          <a:xfrm>
            <a:off x="2919172" y="1851528"/>
            <a:ext cx="300850" cy="390335"/>
            <a:chOff x="10290098" y="4060301"/>
            <a:chExt cx="804843" cy="1044236"/>
          </a:xfrm>
        </p:grpSpPr>
        <p:sp>
          <p:nvSpPr>
            <p:cNvPr id="249" name="Google Shape;249;p41"/>
            <p:cNvSpPr/>
            <p:nvPr/>
          </p:nvSpPr>
          <p:spPr>
            <a:xfrm flipH="1">
              <a:off x="10290098" y="4060301"/>
              <a:ext cx="804843" cy="1044236"/>
            </a:xfrm>
            <a:custGeom>
              <a:rect b="b" l="l" r="r" t="t"/>
              <a:pathLst>
                <a:path extrusionOk="0" h="1044236" w="804843">
                  <a:moveTo>
                    <a:pt x="402424" y="0"/>
                  </a:moveTo>
                  <a:cubicBezTo>
                    <a:pt x="321783" y="0"/>
                    <a:pt x="243979" y="23767"/>
                    <a:pt x="177419" y="68732"/>
                  </a:cubicBezTo>
                  <a:cubicBezTo>
                    <a:pt x="170305" y="73539"/>
                    <a:pt x="168432" y="83205"/>
                    <a:pt x="173240" y="90321"/>
                  </a:cubicBezTo>
                  <a:cubicBezTo>
                    <a:pt x="178047" y="97434"/>
                    <a:pt x="187710" y="99305"/>
                    <a:pt x="194828" y="94500"/>
                  </a:cubicBezTo>
                  <a:cubicBezTo>
                    <a:pt x="256226" y="53018"/>
                    <a:pt x="328013" y="31095"/>
                    <a:pt x="402426" y="31095"/>
                  </a:cubicBezTo>
                  <a:cubicBezTo>
                    <a:pt x="607174" y="31095"/>
                    <a:pt x="773749" y="197669"/>
                    <a:pt x="773749" y="402418"/>
                  </a:cubicBezTo>
                  <a:lnTo>
                    <a:pt x="773749" y="433304"/>
                  </a:lnTo>
                  <a:cubicBezTo>
                    <a:pt x="765492" y="420088"/>
                    <a:pt x="755678" y="407710"/>
                    <a:pt x="744387" y="396419"/>
                  </a:cubicBezTo>
                  <a:cubicBezTo>
                    <a:pt x="727955" y="379987"/>
                    <a:pt x="721208" y="355765"/>
                    <a:pt x="726784" y="333202"/>
                  </a:cubicBezTo>
                  <a:lnTo>
                    <a:pt x="734689" y="301206"/>
                  </a:lnTo>
                  <a:cubicBezTo>
                    <a:pt x="736747" y="292870"/>
                    <a:pt x="731661" y="284443"/>
                    <a:pt x="723325" y="282383"/>
                  </a:cubicBezTo>
                  <a:cubicBezTo>
                    <a:pt x="714996" y="280329"/>
                    <a:pt x="706562" y="285412"/>
                    <a:pt x="704502" y="293747"/>
                  </a:cubicBezTo>
                  <a:lnTo>
                    <a:pt x="696597" y="325743"/>
                  </a:lnTo>
                  <a:cubicBezTo>
                    <a:pt x="688427" y="358814"/>
                    <a:pt x="698316" y="394321"/>
                    <a:pt x="722401" y="418405"/>
                  </a:cubicBezTo>
                  <a:cubicBezTo>
                    <a:pt x="755515" y="451519"/>
                    <a:pt x="773753" y="495544"/>
                    <a:pt x="773753" y="542376"/>
                  </a:cubicBezTo>
                  <a:lnTo>
                    <a:pt x="773753" y="652649"/>
                  </a:lnTo>
                  <a:cubicBezTo>
                    <a:pt x="773753" y="699577"/>
                    <a:pt x="735575" y="737755"/>
                    <a:pt x="688647" y="737755"/>
                  </a:cubicBezTo>
                  <a:cubicBezTo>
                    <a:pt x="688619" y="737755"/>
                    <a:pt x="688592" y="737759"/>
                    <a:pt x="688563" y="737759"/>
                  </a:cubicBezTo>
                  <a:cubicBezTo>
                    <a:pt x="658289" y="737728"/>
                    <a:pt x="630076" y="721428"/>
                    <a:pt x="614920" y="695198"/>
                  </a:cubicBezTo>
                  <a:cubicBezTo>
                    <a:pt x="610623" y="687762"/>
                    <a:pt x="601113" y="685217"/>
                    <a:pt x="593680" y="689516"/>
                  </a:cubicBezTo>
                  <a:cubicBezTo>
                    <a:pt x="586246" y="693811"/>
                    <a:pt x="583701" y="703322"/>
                    <a:pt x="587998" y="710756"/>
                  </a:cubicBezTo>
                  <a:cubicBezTo>
                    <a:pt x="606083" y="742056"/>
                    <a:pt x="637796" y="763000"/>
                    <a:pt x="673102" y="767801"/>
                  </a:cubicBezTo>
                  <a:lnTo>
                    <a:pt x="673102" y="859180"/>
                  </a:lnTo>
                  <a:lnTo>
                    <a:pt x="644351" y="859180"/>
                  </a:lnTo>
                  <a:lnTo>
                    <a:pt x="644351" y="836874"/>
                  </a:lnTo>
                  <a:cubicBezTo>
                    <a:pt x="644351" y="807429"/>
                    <a:pt x="620394" y="783473"/>
                    <a:pt x="590950" y="783473"/>
                  </a:cubicBezTo>
                  <a:cubicBezTo>
                    <a:pt x="576169" y="783473"/>
                    <a:pt x="562775" y="789512"/>
                    <a:pt x="553096" y="799249"/>
                  </a:cubicBezTo>
                  <a:cubicBezTo>
                    <a:pt x="543416" y="789512"/>
                    <a:pt x="530023" y="783473"/>
                    <a:pt x="515242" y="783473"/>
                  </a:cubicBezTo>
                  <a:cubicBezTo>
                    <a:pt x="500462" y="783473"/>
                    <a:pt x="487068" y="789512"/>
                    <a:pt x="477389" y="799249"/>
                  </a:cubicBezTo>
                  <a:cubicBezTo>
                    <a:pt x="467709" y="789512"/>
                    <a:pt x="454315" y="783473"/>
                    <a:pt x="439535" y="783473"/>
                  </a:cubicBezTo>
                  <a:cubicBezTo>
                    <a:pt x="424754" y="783473"/>
                    <a:pt x="411361" y="789512"/>
                    <a:pt x="401681" y="799249"/>
                  </a:cubicBezTo>
                  <a:cubicBezTo>
                    <a:pt x="392002" y="789512"/>
                    <a:pt x="378608" y="783473"/>
                    <a:pt x="363828" y="783473"/>
                  </a:cubicBezTo>
                  <a:cubicBezTo>
                    <a:pt x="349047" y="783473"/>
                    <a:pt x="335654" y="789512"/>
                    <a:pt x="325974" y="799249"/>
                  </a:cubicBezTo>
                  <a:cubicBezTo>
                    <a:pt x="316294" y="789512"/>
                    <a:pt x="302901" y="783473"/>
                    <a:pt x="288120" y="783473"/>
                  </a:cubicBezTo>
                  <a:cubicBezTo>
                    <a:pt x="273340" y="783473"/>
                    <a:pt x="259946" y="789512"/>
                    <a:pt x="250267" y="799249"/>
                  </a:cubicBezTo>
                  <a:cubicBezTo>
                    <a:pt x="240587" y="789512"/>
                    <a:pt x="227193" y="783473"/>
                    <a:pt x="212413" y="783473"/>
                  </a:cubicBezTo>
                  <a:cubicBezTo>
                    <a:pt x="182968" y="783473"/>
                    <a:pt x="159012" y="807429"/>
                    <a:pt x="159012" y="836874"/>
                  </a:cubicBezTo>
                  <a:lnTo>
                    <a:pt x="159012" y="859180"/>
                  </a:lnTo>
                  <a:lnTo>
                    <a:pt x="131760" y="859180"/>
                  </a:lnTo>
                  <a:lnTo>
                    <a:pt x="131760" y="767801"/>
                  </a:lnTo>
                  <a:cubicBezTo>
                    <a:pt x="167066" y="763000"/>
                    <a:pt x="198777" y="742056"/>
                    <a:pt x="216863" y="710756"/>
                  </a:cubicBezTo>
                  <a:cubicBezTo>
                    <a:pt x="221160" y="703322"/>
                    <a:pt x="218615" y="693811"/>
                    <a:pt x="211181" y="689516"/>
                  </a:cubicBezTo>
                  <a:cubicBezTo>
                    <a:pt x="203743" y="685217"/>
                    <a:pt x="194235" y="687766"/>
                    <a:pt x="189941" y="695198"/>
                  </a:cubicBezTo>
                  <a:cubicBezTo>
                    <a:pt x="174786" y="721428"/>
                    <a:pt x="146573" y="737728"/>
                    <a:pt x="116298" y="737759"/>
                  </a:cubicBezTo>
                  <a:cubicBezTo>
                    <a:pt x="116269" y="737759"/>
                    <a:pt x="116243" y="737755"/>
                    <a:pt x="116214" y="737755"/>
                  </a:cubicBezTo>
                  <a:cubicBezTo>
                    <a:pt x="69287" y="737755"/>
                    <a:pt x="31109" y="699577"/>
                    <a:pt x="31109" y="652649"/>
                  </a:cubicBezTo>
                  <a:lnTo>
                    <a:pt x="31109" y="542376"/>
                  </a:lnTo>
                  <a:cubicBezTo>
                    <a:pt x="31109" y="495546"/>
                    <a:pt x="49344" y="451519"/>
                    <a:pt x="82460" y="418405"/>
                  </a:cubicBezTo>
                  <a:cubicBezTo>
                    <a:pt x="106547" y="394319"/>
                    <a:pt x="116435" y="358814"/>
                    <a:pt x="108262" y="325741"/>
                  </a:cubicBezTo>
                  <a:lnTo>
                    <a:pt x="100355" y="293745"/>
                  </a:lnTo>
                  <a:cubicBezTo>
                    <a:pt x="98295" y="285410"/>
                    <a:pt x="89864" y="280317"/>
                    <a:pt x="81532" y="282383"/>
                  </a:cubicBezTo>
                  <a:cubicBezTo>
                    <a:pt x="73197" y="284441"/>
                    <a:pt x="68110" y="292870"/>
                    <a:pt x="70168" y="301206"/>
                  </a:cubicBezTo>
                  <a:lnTo>
                    <a:pt x="78075" y="333202"/>
                  </a:lnTo>
                  <a:cubicBezTo>
                    <a:pt x="83649" y="355765"/>
                    <a:pt x="76905" y="379985"/>
                    <a:pt x="60472" y="396419"/>
                  </a:cubicBezTo>
                  <a:cubicBezTo>
                    <a:pt x="49181" y="407712"/>
                    <a:pt x="39367" y="420088"/>
                    <a:pt x="31109" y="433304"/>
                  </a:cubicBezTo>
                  <a:lnTo>
                    <a:pt x="31109" y="402420"/>
                  </a:lnTo>
                  <a:cubicBezTo>
                    <a:pt x="31109" y="303235"/>
                    <a:pt x="69734" y="209984"/>
                    <a:pt x="139869" y="139851"/>
                  </a:cubicBezTo>
                  <a:cubicBezTo>
                    <a:pt x="145941" y="133779"/>
                    <a:pt x="145941" y="123934"/>
                    <a:pt x="139869" y="117864"/>
                  </a:cubicBezTo>
                  <a:cubicBezTo>
                    <a:pt x="133797" y="111791"/>
                    <a:pt x="123952" y="111793"/>
                    <a:pt x="117883" y="117864"/>
                  </a:cubicBezTo>
                  <a:cubicBezTo>
                    <a:pt x="41859" y="193872"/>
                    <a:pt x="0" y="294928"/>
                    <a:pt x="0" y="402420"/>
                  </a:cubicBezTo>
                  <a:lnTo>
                    <a:pt x="0" y="652649"/>
                  </a:lnTo>
                  <a:cubicBezTo>
                    <a:pt x="0" y="711451"/>
                    <a:pt x="43907" y="760192"/>
                    <a:pt x="100653" y="767816"/>
                  </a:cubicBezTo>
                  <a:lnTo>
                    <a:pt x="100653" y="874730"/>
                  </a:lnTo>
                  <a:cubicBezTo>
                    <a:pt x="100653" y="883316"/>
                    <a:pt x="107614" y="890277"/>
                    <a:pt x="116200" y="890277"/>
                  </a:cubicBezTo>
                  <a:lnTo>
                    <a:pt x="159000" y="890277"/>
                  </a:lnTo>
                  <a:lnTo>
                    <a:pt x="159000" y="912583"/>
                  </a:lnTo>
                  <a:cubicBezTo>
                    <a:pt x="159000" y="916899"/>
                    <a:pt x="159528" y="921090"/>
                    <a:pt x="160499" y="925112"/>
                  </a:cubicBezTo>
                  <a:lnTo>
                    <a:pt x="160499" y="983337"/>
                  </a:lnTo>
                  <a:cubicBezTo>
                    <a:pt x="160499" y="1016918"/>
                    <a:pt x="187818" y="1044237"/>
                    <a:pt x="221399" y="1044237"/>
                  </a:cubicBezTo>
                  <a:lnTo>
                    <a:pt x="483269" y="1044237"/>
                  </a:lnTo>
                  <a:cubicBezTo>
                    <a:pt x="491855" y="1044237"/>
                    <a:pt x="498816" y="1037276"/>
                    <a:pt x="498816" y="1028690"/>
                  </a:cubicBezTo>
                  <a:cubicBezTo>
                    <a:pt x="498816" y="1020103"/>
                    <a:pt x="491855" y="1013142"/>
                    <a:pt x="483269" y="1013142"/>
                  </a:cubicBezTo>
                  <a:lnTo>
                    <a:pt x="221405" y="1013142"/>
                  </a:lnTo>
                  <a:cubicBezTo>
                    <a:pt x="204971" y="1013142"/>
                    <a:pt x="191600" y="999771"/>
                    <a:pt x="191600" y="983337"/>
                  </a:cubicBezTo>
                  <a:lnTo>
                    <a:pt x="191600" y="961760"/>
                  </a:lnTo>
                  <a:cubicBezTo>
                    <a:pt x="197998" y="964479"/>
                    <a:pt x="205028" y="965982"/>
                    <a:pt x="212407" y="965982"/>
                  </a:cubicBezTo>
                  <a:cubicBezTo>
                    <a:pt x="227187" y="965982"/>
                    <a:pt x="240581" y="959943"/>
                    <a:pt x="250260" y="950207"/>
                  </a:cubicBezTo>
                  <a:cubicBezTo>
                    <a:pt x="259940" y="959943"/>
                    <a:pt x="273334" y="965982"/>
                    <a:pt x="288114" y="965982"/>
                  </a:cubicBezTo>
                  <a:cubicBezTo>
                    <a:pt x="302895" y="965982"/>
                    <a:pt x="316288" y="959943"/>
                    <a:pt x="325968" y="950207"/>
                  </a:cubicBezTo>
                  <a:cubicBezTo>
                    <a:pt x="335647" y="959943"/>
                    <a:pt x="349041" y="965982"/>
                    <a:pt x="363821" y="965982"/>
                  </a:cubicBezTo>
                  <a:cubicBezTo>
                    <a:pt x="378602" y="965982"/>
                    <a:pt x="391996" y="959943"/>
                    <a:pt x="401675" y="950207"/>
                  </a:cubicBezTo>
                  <a:cubicBezTo>
                    <a:pt x="411355" y="959943"/>
                    <a:pt x="424748" y="965982"/>
                    <a:pt x="439529" y="965982"/>
                  </a:cubicBezTo>
                  <a:cubicBezTo>
                    <a:pt x="454309" y="965982"/>
                    <a:pt x="467703" y="959943"/>
                    <a:pt x="477382" y="950207"/>
                  </a:cubicBezTo>
                  <a:cubicBezTo>
                    <a:pt x="487062" y="959943"/>
                    <a:pt x="500456" y="965982"/>
                    <a:pt x="515236" y="965982"/>
                  </a:cubicBezTo>
                  <a:cubicBezTo>
                    <a:pt x="530017" y="965982"/>
                    <a:pt x="543410" y="959943"/>
                    <a:pt x="553090" y="950207"/>
                  </a:cubicBezTo>
                  <a:cubicBezTo>
                    <a:pt x="562769" y="959943"/>
                    <a:pt x="576163" y="965982"/>
                    <a:pt x="590943" y="965982"/>
                  </a:cubicBezTo>
                  <a:cubicBezTo>
                    <a:pt x="598904" y="965982"/>
                    <a:pt x="606456" y="964218"/>
                    <a:pt x="613250" y="961081"/>
                  </a:cubicBezTo>
                  <a:lnTo>
                    <a:pt x="613250" y="983335"/>
                  </a:lnTo>
                  <a:cubicBezTo>
                    <a:pt x="613250" y="999769"/>
                    <a:pt x="599879" y="1013140"/>
                    <a:pt x="583444" y="1013140"/>
                  </a:cubicBezTo>
                  <a:lnTo>
                    <a:pt x="535101" y="1013140"/>
                  </a:lnTo>
                  <a:cubicBezTo>
                    <a:pt x="526515" y="1013140"/>
                    <a:pt x="519554" y="1020101"/>
                    <a:pt x="519554" y="1028688"/>
                  </a:cubicBezTo>
                  <a:cubicBezTo>
                    <a:pt x="519554" y="1037274"/>
                    <a:pt x="526515" y="1044235"/>
                    <a:pt x="535101" y="1044235"/>
                  </a:cubicBezTo>
                  <a:lnTo>
                    <a:pt x="583444" y="1044235"/>
                  </a:lnTo>
                  <a:cubicBezTo>
                    <a:pt x="617025" y="1044235"/>
                    <a:pt x="644344" y="1016915"/>
                    <a:pt x="644344" y="983335"/>
                  </a:cubicBezTo>
                  <a:lnTo>
                    <a:pt x="644344" y="912579"/>
                  </a:lnTo>
                  <a:lnTo>
                    <a:pt x="644344" y="890275"/>
                  </a:lnTo>
                  <a:lnTo>
                    <a:pt x="688643" y="890275"/>
                  </a:lnTo>
                  <a:cubicBezTo>
                    <a:pt x="697229" y="890275"/>
                    <a:pt x="704190" y="883314"/>
                    <a:pt x="704190" y="874728"/>
                  </a:cubicBezTo>
                  <a:lnTo>
                    <a:pt x="704190" y="767813"/>
                  </a:lnTo>
                  <a:cubicBezTo>
                    <a:pt x="760938" y="760192"/>
                    <a:pt x="804843" y="711451"/>
                    <a:pt x="804843" y="652647"/>
                  </a:cubicBezTo>
                  <a:lnTo>
                    <a:pt x="804843" y="402420"/>
                  </a:lnTo>
                  <a:cubicBezTo>
                    <a:pt x="804843" y="180523"/>
                    <a:pt x="624318" y="0"/>
                    <a:pt x="402424" y="0"/>
                  </a:cubicBezTo>
                  <a:close/>
                  <a:moveTo>
                    <a:pt x="190096" y="859180"/>
                  </a:moveTo>
                  <a:lnTo>
                    <a:pt x="190096" y="836874"/>
                  </a:lnTo>
                  <a:lnTo>
                    <a:pt x="190098" y="836874"/>
                  </a:lnTo>
                  <a:cubicBezTo>
                    <a:pt x="190098" y="824576"/>
                    <a:pt x="200104" y="814568"/>
                    <a:pt x="212405" y="814568"/>
                  </a:cubicBezTo>
                  <a:cubicBezTo>
                    <a:pt x="224705" y="814568"/>
                    <a:pt x="234711" y="824574"/>
                    <a:pt x="234711" y="836874"/>
                  </a:cubicBezTo>
                  <a:lnTo>
                    <a:pt x="234711" y="859180"/>
                  </a:lnTo>
                  <a:lnTo>
                    <a:pt x="190096" y="859180"/>
                  </a:lnTo>
                  <a:close/>
                  <a:moveTo>
                    <a:pt x="234711" y="912579"/>
                  </a:moveTo>
                  <a:cubicBezTo>
                    <a:pt x="234711" y="924880"/>
                    <a:pt x="224705" y="934888"/>
                    <a:pt x="212405" y="934888"/>
                  </a:cubicBezTo>
                  <a:cubicBezTo>
                    <a:pt x="202919" y="934888"/>
                    <a:pt x="194818" y="928924"/>
                    <a:pt x="191597" y="920554"/>
                  </a:cubicBezTo>
                  <a:lnTo>
                    <a:pt x="191597" y="890275"/>
                  </a:lnTo>
                  <a:lnTo>
                    <a:pt x="234709" y="890275"/>
                  </a:lnTo>
                  <a:lnTo>
                    <a:pt x="234709" y="912579"/>
                  </a:lnTo>
                  <a:close/>
                  <a:moveTo>
                    <a:pt x="265806" y="836874"/>
                  </a:moveTo>
                  <a:cubicBezTo>
                    <a:pt x="265808" y="824576"/>
                    <a:pt x="275814" y="814568"/>
                    <a:pt x="288114" y="814568"/>
                  </a:cubicBezTo>
                  <a:cubicBezTo>
                    <a:pt x="300415" y="814568"/>
                    <a:pt x="310420" y="824574"/>
                    <a:pt x="310420" y="836874"/>
                  </a:cubicBezTo>
                  <a:lnTo>
                    <a:pt x="310420" y="859180"/>
                  </a:lnTo>
                  <a:lnTo>
                    <a:pt x="265808" y="859180"/>
                  </a:lnTo>
                  <a:lnTo>
                    <a:pt x="265808" y="836874"/>
                  </a:lnTo>
                  <a:close/>
                  <a:moveTo>
                    <a:pt x="310420" y="912581"/>
                  </a:moveTo>
                  <a:cubicBezTo>
                    <a:pt x="310418" y="924880"/>
                    <a:pt x="300412" y="934888"/>
                    <a:pt x="288112" y="934888"/>
                  </a:cubicBezTo>
                  <a:cubicBezTo>
                    <a:pt x="275812" y="934888"/>
                    <a:pt x="265806" y="924882"/>
                    <a:pt x="265806" y="912581"/>
                  </a:cubicBezTo>
                  <a:lnTo>
                    <a:pt x="265806" y="890275"/>
                  </a:lnTo>
                  <a:lnTo>
                    <a:pt x="310418" y="890275"/>
                  </a:lnTo>
                  <a:lnTo>
                    <a:pt x="310418" y="912581"/>
                  </a:lnTo>
                  <a:close/>
                  <a:moveTo>
                    <a:pt x="341513" y="836874"/>
                  </a:moveTo>
                  <a:cubicBezTo>
                    <a:pt x="341513" y="824576"/>
                    <a:pt x="351521" y="814568"/>
                    <a:pt x="363821" y="814568"/>
                  </a:cubicBezTo>
                  <a:cubicBezTo>
                    <a:pt x="376122" y="814568"/>
                    <a:pt x="386128" y="824574"/>
                    <a:pt x="386128" y="836874"/>
                  </a:cubicBezTo>
                  <a:lnTo>
                    <a:pt x="386128" y="859180"/>
                  </a:lnTo>
                  <a:lnTo>
                    <a:pt x="341515" y="859180"/>
                  </a:lnTo>
                  <a:lnTo>
                    <a:pt x="341515" y="836874"/>
                  </a:lnTo>
                  <a:close/>
                  <a:moveTo>
                    <a:pt x="386130" y="912581"/>
                  </a:moveTo>
                  <a:cubicBezTo>
                    <a:pt x="386128" y="924880"/>
                    <a:pt x="376122" y="934888"/>
                    <a:pt x="363821" y="934888"/>
                  </a:cubicBezTo>
                  <a:cubicBezTo>
                    <a:pt x="351521" y="934888"/>
                    <a:pt x="341515" y="924882"/>
                    <a:pt x="341515" y="912581"/>
                  </a:cubicBezTo>
                  <a:lnTo>
                    <a:pt x="341515" y="890275"/>
                  </a:lnTo>
                  <a:lnTo>
                    <a:pt x="386128" y="890275"/>
                  </a:lnTo>
                  <a:lnTo>
                    <a:pt x="386128" y="912581"/>
                  </a:lnTo>
                  <a:close/>
                  <a:moveTo>
                    <a:pt x="417220" y="836874"/>
                  </a:moveTo>
                  <a:cubicBezTo>
                    <a:pt x="417222" y="824576"/>
                    <a:pt x="427228" y="814568"/>
                    <a:pt x="439529" y="814568"/>
                  </a:cubicBezTo>
                  <a:cubicBezTo>
                    <a:pt x="451829" y="814568"/>
                    <a:pt x="461835" y="824574"/>
                    <a:pt x="461835" y="836874"/>
                  </a:cubicBezTo>
                  <a:lnTo>
                    <a:pt x="461835" y="859180"/>
                  </a:lnTo>
                  <a:lnTo>
                    <a:pt x="417222" y="859180"/>
                  </a:lnTo>
                  <a:lnTo>
                    <a:pt x="417222" y="836874"/>
                  </a:lnTo>
                  <a:close/>
                  <a:moveTo>
                    <a:pt x="461835" y="912581"/>
                  </a:moveTo>
                  <a:cubicBezTo>
                    <a:pt x="461833" y="924880"/>
                    <a:pt x="451827" y="934888"/>
                    <a:pt x="439527" y="934888"/>
                  </a:cubicBezTo>
                  <a:cubicBezTo>
                    <a:pt x="427226" y="934888"/>
                    <a:pt x="417220" y="924882"/>
                    <a:pt x="417220" y="912581"/>
                  </a:cubicBezTo>
                  <a:lnTo>
                    <a:pt x="417220" y="890275"/>
                  </a:lnTo>
                  <a:lnTo>
                    <a:pt x="461833" y="890275"/>
                  </a:lnTo>
                  <a:lnTo>
                    <a:pt x="461833" y="912581"/>
                  </a:lnTo>
                  <a:close/>
                  <a:moveTo>
                    <a:pt x="492928" y="836874"/>
                  </a:moveTo>
                  <a:cubicBezTo>
                    <a:pt x="492928" y="824576"/>
                    <a:pt x="502936" y="814568"/>
                    <a:pt x="515236" y="814568"/>
                  </a:cubicBezTo>
                  <a:cubicBezTo>
                    <a:pt x="527534" y="814568"/>
                    <a:pt x="537542" y="824574"/>
                    <a:pt x="537542" y="836874"/>
                  </a:cubicBezTo>
                  <a:lnTo>
                    <a:pt x="537542" y="859180"/>
                  </a:lnTo>
                  <a:lnTo>
                    <a:pt x="492930" y="859180"/>
                  </a:lnTo>
                  <a:lnTo>
                    <a:pt x="492930" y="836874"/>
                  </a:lnTo>
                  <a:close/>
                  <a:moveTo>
                    <a:pt x="537542" y="912581"/>
                  </a:moveTo>
                  <a:cubicBezTo>
                    <a:pt x="537540" y="924880"/>
                    <a:pt x="527534" y="934888"/>
                    <a:pt x="515234" y="934888"/>
                  </a:cubicBezTo>
                  <a:cubicBezTo>
                    <a:pt x="502934" y="934888"/>
                    <a:pt x="492928" y="924882"/>
                    <a:pt x="492928" y="912581"/>
                  </a:cubicBezTo>
                  <a:lnTo>
                    <a:pt x="492928" y="890275"/>
                  </a:lnTo>
                  <a:lnTo>
                    <a:pt x="537540" y="890275"/>
                  </a:lnTo>
                  <a:lnTo>
                    <a:pt x="537540" y="912581"/>
                  </a:lnTo>
                  <a:close/>
                  <a:moveTo>
                    <a:pt x="568635" y="836874"/>
                  </a:moveTo>
                  <a:cubicBezTo>
                    <a:pt x="568637" y="824576"/>
                    <a:pt x="578643" y="814568"/>
                    <a:pt x="590943" y="814568"/>
                  </a:cubicBezTo>
                  <a:cubicBezTo>
                    <a:pt x="603244" y="814568"/>
                    <a:pt x="613250" y="824574"/>
                    <a:pt x="613250" y="836874"/>
                  </a:cubicBezTo>
                  <a:lnTo>
                    <a:pt x="613250" y="859180"/>
                  </a:lnTo>
                  <a:lnTo>
                    <a:pt x="568637" y="859180"/>
                  </a:lnTo>
                  <a:lnTo>
                    <a:pt x="568637" y="836874"/>
                  </a:lnTo>
                  <a:close/>
                  <a:moveTo>
                    <a:pt x="613250" y="912581"/>
                  </a:moveTo>
                  <a:cubicBezTo>
                    <a:pt x="613248" y="924880"/>
                    <a:pt x="603242" y="934888"/>
                    <a:pt x="590941" y="934888"/>
                  </a:cubicBezTo>
                  <a:cubicBezTo>
                    <a:pt x="578641" y="934888"/>
                    <a:pt x="568635" y="924882"/>
                    <a:pt x="568635" y="912581"/>
                  </a:cubicBezTo>
                  <a:lnTo>
                    <a:pt x="568635" y="890275"/>
                  </a:lnTo>
                  <a:lnTo>
                    <a:pt x="613248" y="890275"/>
                  </a:lnTo>
                  <a:lnTo>
                    <a:pt x="613248" y="91258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41"/>
            <p:cNvSpPr/>
            <p:nvPr/>
          </p:nvSpPr>
          <p:spPr>
            <a:xfrm flipH="1">
              <a:off x="10610761" y="4575139"/>
              <a:ext cx="163513" cy="204923"/>
            </a:xfrm>
            <a:custGeom>
              <a:rect b="b" l="l" r="r" t="t"/>
              <a:pathLst>
                <a:path extrusionOk="0" h="204923" w="163513">
                  <a:moveTo>
                    <a:pt x="161754" y="143424"/>
                  </a:moveTo>
                  <a:lnTo>
                    <a:pt x="133182" y="39222"/>
                  </a:lnTo>
                  <a:cubicBezTo>
                    <a:pt x="126749" y="15761"/>
                    <a:pt x="106083" y="0"/>
                    <a:pt x="81757" y="0"/>
                  </a:cubicBezTo>
                  <a:cubicBezTo>
                    <a:pt x="57430" y="0"/>
                    <a:pt x="36765" y="15764"/>
                    <a:pt x="30333" y="39222"/>
                  </a:cubicBezTo>
                  <a:lnTo>
                    <a:pt x="1761" y="143424"/>
                  </a:lnTo>
                  <a:cubicBezTo>
                    <a:pt x="-2285" y="158180"/>
                    <a:pt x="717" y="173617"/>
                    <a:pt x="9995" y="185781"/>
                  </a:cubicBezTo>
                  <a:cubicBezTo>
                    <a:pt x="19272" y="197945"/>
                    <a:pt x="33370" y="204924"/>
                    <a:pt x="48668" y="204924"/>
                  </a:cubicBezTo>
                  <a:cubicBezTo>
                    <a:pt x="61436" y="204924"/>
                    <a:pt x="73071" y="199978"/>
                    <a:pt x="81757" y="191901"/>
                  </a:cubicBezTo>
                  <a:cubicBezTo>
                    <a:pt x="90444" y="199978"/>
                    <a:pt x="102079" y="204924"/>
                    <a:pt x="114847" y="204924"/>
                  </a:cubicBezTo>
                  <a:cubicBezTo>
                    <a:pt x="130145" y="204924"/>
                    <a:pt x="144242" y="197947"/>
                    <a:pt x="153520" y="185781"/>
                  </a:cubicBezTo>
                  <a:cubicBezTo>
                    <a:pt x="162798" y="173617"/>
                    <a:pt x="165798" y="158176"/>
                    <a:pt x="161754" y="143424"/>
                  </a:cubicBezTo>
                  <a:close/>
                  <a:moveTo>
                    <a:pt x="128797" y="166923"/>
                  </a:moveTo>
                  <a:cubicBezTo>
                    <a:pt x="125450" y="171312"/>
                    <a:pt x="120366" y="173829"/>
                    <a:pt x="114849" y="173829"/>
                  </a:cubicBezTo>
                  <a:cubicBezTo>
                    <a:pt x="105175" y="173829"/>
                    <a:pt x="97307" y="165961"/>
                    <a:pt x="97307" y="156287"/>
                  </a:cubicBezTo>
                  <a:lnTo>
                    <a:pt x="97307" y="135396"/>
                  </a:lnTo>
                  <a:cubicBezTo>
                    <a:pt x="97307" y="126810"/>
                    <a:pt x="90346" y="119849"/>
                    <a:pt x="81759" y="119849"/>
                  </a:cubicBezTo>
                  <a:cubicBezTo>
                    <a:pt x="73173" y="119849"/>
                    <a:pt x="66212" y="126810"/>
                    <a:pt x="66212" y="135396"/>
                  </a:cubicBezTo>
                  <a:lnTo>
                    <a:pt x="66212" y="156287"/>
                  </a:lnTo>
                  <a:cubicBezTo>
                    <a:pt x="66212" y="165961"/>
                    <a:pt x="58344" y="173829"/>
                    <a:pt x="48670" y="173829"/>
                  </a:cubicBezTo>
                  <a:cubicBezTo>
                    <a:pt x="43151" y="173829"/>
                    <a:pt x="38067" y="171312"/>
                    <a:pt x="34722" y="166923"/>
                  </a:cubicBezTo>
                  <a:cubicBezTo>
                    <a:pt x="31375" y="162536"/>
                    <a:pt x="30292" y="156966"/>
                    <a:pt x="31752" y="151645"/>
                  </a:cubicBezTo>
                  <a:lnTo>
                    <a:pt x="60324" y="47444"/>
                  </a:lnTo>
                  <a:cubicBezTo>
                    <a:pt x="63630" y="35390"/>
                    <a:pt x="73565" y="31095"/>
                    <a:pt x="81761" y="31095"/>
                  </a:cubicBezTo>
                  <a:cubicBezTo>
                    <a:pt x="89958" y="31095"/>
                    <a:pt x="99893" y="35390"/>
                    <a:pt x="103199" y="47444"/>
                  </a:cubicBezTo>
                  <a:lnTo>
                    <a:pt x="131771" y="151645"/>
                  </a:lnTo>
                  <a:cubicBezTo>
                    <a:pt x="133227" y="156966"/>
                    <a:pt x="132146" y="162534"/>
                    <a:pt x="128797" y="16692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41"/>
            <p:cNvSpPr/>
            <p:nvPr/>
          </p:nvSpPr>
          <p:spPr>
            <a:xfrm flipH="1">
              <a:off x="10385280" y="4485665"/>
              <a:ext cx="223565" cy="223565"/>
            </a:xfrm>
            <a:custGeom>
              <a:rect b="b" l="l" r="r" t="t"/>
              <a:pathLst>
                <a:path extrusionOk="0" h="223565" w="223565">
                  <a:moveTo>
                    <a:pt x="61420" y="0"/>
                  </a:moveTo>
                  <a:cubicBezTo>
                    <a:pt x="27552" y="0"/>
                    <a:pt x="0" y="27554"/>
                    <a:pt x="0" y="61420"/>
                  </a:cubicBezTo>
                  <a:lnTo>
                    <a:pt x="0" y="135274"/>
                  </a:lnTo>
                  <a:cubicBezTo>
                    <a:pt x="0" y="183959"/>
                    <a:pt x="39608" y="223565"/>
                    <a:pt x="88293" y="223565"/>
                  </a:cubicBezTo>
                  <a:lnTo>
                    <a:pt x="162145" y="223565"/>
                  </a:lnTo>
                  <a:cubicBezTo>
                    <a:pt x="196011" y="223565"/>
                    <a:pt x="223565" y="196011"/>
                    <a:pt x="223565" y="162145"/>
                  </a:cubicBezTo>
                  <a:cubicBezTo>
                    <a:pt x="223565" y="72738"/>
                    <a:pt x="150827" y="0"/>
                    <a:pt x="61420" y="0"/>
                  </a:cubicBezTo>
                  <a:close/>
                  <a:moveTo>
                    <a:pt x="162145" y="192470"/>
                  </a:moveTo>
                  <a:lnTo>
                    <a:pt x="88291" y="192470"/>
                  </a:lnTo>
                  <a:cubicBezTo>
                    <a:pt x="56752" y="192470"/>
                    <a:pt x="31095" y="166811"/>
                    <a:pt x="31095" y="135272"/>
                  </a:cubicBezTo>
                  <a:lnTo>
                    <a:pt x="31095" y="61418"/>
                  </a:lnTo>
                  <a:cubicBezTo>
                    <a:pt x="31095" y="44698"/>
                    <a:pt x="44700" y="31093"/>
                    <a:pt x="61420" y="31093"/>
                  </a:cubicBezTo>
                  <a:cubicBezTo>
                    <a:pt x="133681" y="31093"/>
                    <a:pt x="192470" y="89882"/>
                    <a:pt x="192470" y="162145"/>
                  </a:cubicBezTo>
                  <a:cubicBezTo>
                    <a:pt x="192470" y="178867"/>
                    <a:pt x="178865" y="192470"/>
                    <a:pt x="162145" y="192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 flipH="1">
              <a:off x="10776187" y="4485663"/>
              <a:ext cx="223565" cy="223567"/>
            </a:xfrm>
            <a:custGeom>
              <a:rect b="b" l="l" r="r" t="t"/>
              <a:pathLst>
                <a:path extrusionOk="0" h="223567" w="223565">
                  <a:moveTo>
                    <a:pt x="162145" y="0"/>
                  </a:moveTo>
                  <a:cubicBezTo>
                    <a:pt x="72738" y="0"/>
                    <a:pt x="0" y="72738"/>
                    <a:pt x="0" y="162147"/>
                  </a:cubicBezTo>
                  <a:cubicBezTo>
                    <a:pt x="-2" y="196013"/>
                    <a:pt x="27550" y="223567"/>
                    <a:pt x="61418" y="223567"/>
                  </a:cubicBezTo>
                  <a:lnTo>
                    <a:pt x="135272" y="223567"/>
                  </a:lnTo>
                  <a:cubicBezTo>
                    <a:pt x="183957" y="223567"/>
                    <a:pt x="223565" y="183959"/>
                    <a:pt x="223565" y="135276"/>
                  </a:cubicBezTo>
                  <a:lnTo>
                    <a:pt x="223565" y="61420"/>
                  </a:lnTo>
                  <a:cubicBezTo>
                    <a:pt x="223565" y="27556"/>
                    <a:pt x="196011" y="0"/>
                    <a:pt x="162145" y="0"/>
                  </a:cubicBezTo>
                  <a:close/>
                  <a:moveTo>
                    <a:pt x="192468" y="135274"/>
                  </a:moveTo>
                  <a:cubicBezTo>
                    <a:pt x="192468" y="166813"/>
                    <a:pt x="166811" y="192470"/>
                    <a:pt x="135270" y="192470"/>
                  </a:cubicBezTo>
                  <a:lnTo>
                    <a:pt x="61416" y="192470"/>
                  </a:lnTo>
                  <a:cubicBezTo>
                    <a:pt x="44696" y="192470"/>
                    <a:pt x="31091" y="178865"/>
                    <a:pt x="31091" y="162145"/>
                  </a:cubicBezTo>
                  <a:cubicBezTo>
                    <a:pt x="31093" y="89884"/>
                    <a:pt x="89882" y="31095"/>
                    <a:pt x="162143" y="31095"/>
                  </a:cubicBezTo>
                  <a:cubicBezTo>
                    <a:pt x="178865" y="31095"/>
                    <a:pt x="192468" y="44700"/>
                    <a:pt x="192468" y="61420"/>
                  </a:cubicBezTo>
                  <a:lnTo>
                    <a:pt x="192468" y="13527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41"/>
          <p:cNvGrpSpPr/>
          <p:nvPr/>
        </p:nvGrpSpPr>
        <p:grpSpPr>
          <a:xfrm>
            <a:off x="4278980" y="1748435"/>
            <a:ext cx="300850" cy="390335"/>
            <a:chOff x="10290098" y="4060301"/>
            <a:chExt cx="804843" cy="1044236"/>
          </a:xfrm>
        </p:grpSpPr>
        <p:sp>
          <p:nvSpPr>
            <p:cNvPr id="254" name="Google Shape;254;p41"/>
            <p:cNvSpPr/>
            <p:nvPr/>
          </p:nvSpPr>
          <p:spPr>
            <a:xfrm flipH="1">
              <a:off x="10290098" y="4060301"/>
              <a:ext cx="804843" cy="1044236"/>
            </a:xfrm>
            <a:custGeom>
              <a:rect b="b" l="l" r="r" t="t"/>
              <a:pathLst>
                <a:path extrusionOk="0" h="1044236" w="804843">
                  <a:moveTo>
                    <a:pt x="402424" y="0"/>
                  </a:moveTo>
                  <a:cubicBezTo>
                    <a:pt x="321783" y="0"/>
                    <a:pt x="243979" y="23767"/>
                    <a:pt x="177419" y="68732"/>
                  </a:cubicBezTo>
                  <a:cubicBezTo>
                    <a:pt x="170305" y="73539"/>
                    <a:pt x="168432" y="83205"/>
                    <a:pt x="173240" y="90321"/>
                  </a:cubicBezTo>
                  <a:cubicBezTo>
                    <a:pt x="178047" y="97434"/>
                    <a:pt x="187710" y="99305"/>
                    <a:pt x="194828" y="94500"/>
                  </a:cubicBezTo>
                  <a:cubicBezTo>
                    <a:pt x="256226" y="53018"/>
                    <a:pt x="328013" y="31095"/>
                    <a:pt x="402426" y="31095"/>
                  </a:cubicBezTo>
                  <a:cubicBezTo>
                    <a:pt x="607174" y="31095"/>
                    <a:pt x="773749" y="197669"/>
                    <a:pt x="773749" y="402418"/>
                  </a:cubicBezTo>
                  <a:lnTo>
                    <a:pt x="773749" y="433304"/>
                  </a:lnTo>
                  <a:cubicBezTo>
                    <a:pt x="765492" y="420088"/>
                    <a:pt x="755678" y="407710"/>
                    <a:pt x="744387" y="396419"/>
                  </a:cubicBezTo>
                  <a:cubicBezTo>
                    <a:pt x="727955" y="379987"/>
                    <a:pt x="721208" y="355765"/>
                    <a:pt x="726784" y="333202"/>
                  </a:cubicBezTo>
                  <a:lnTo>
                    <a:pt x="734689" y="301206"/>
                  </a:lnTo>
                  <a:cubicBezTo>
                    <a:pt x="736747" y="292870"/>
                    <a:pt x="731661" y="284443"/>
                    <a:pt x="723325" y="282383"/>
                  </a:cubicBezTo>
                  <a:cubicBezTo>
                    <a:pt x="714996" y="280329"/>
                    <a:pt x="706562" y="285412"/>
                    <a:pt x="704502" y="293747"/>
                  </a:cubicBezTo>
                  <a:lnTo>
                    <a:pt x="696597" y="325743"/>
                  </a:lnTo>
                  <a:cubicBezTo>
                    <a:pt x="688427" y="358814"/>
                    <a:pt x="698316" y="394321"/>
                    <a:pt x="722401" y="418405"/>
                  </a:cubicBezTo>
                  <a:cubicBezTo>
                    <a:pt x="755515" y="451519"/>
                    <a:pt x="773753" y="495544"/>
                    <a:pt x="773753" y="542376"/>
                  </a:cubicBezTo>
                  <a:lnTo>
                    <a:pt x="773753" y="652649"/>
                  </a:lnTo>
                  <a:cubicBezTo>
                    <a:pt x="773753" y="699577"/>
                    <a:pt x="735575" y="737755"/>
                    <a:pt x="688647" y="737755"/>
                  </a:cubicBezTo>
                  <a:cubicBezTo>
                    <a:pt x="688619" y="737755"/>
                    <a:pt x="688592" y="737759"/>
                    <a:pt x="688563" y="737759"/>
                  </a:cubicBezTo>
                  <a:cubicBezTo>
                    <a:pt x="658289" y="737728"/>
                    <a:pt x="630076" y="721428"/>
                    <a:pt x="614920" y="695198"/>
                  </a:cubicBezTo>
                  <a:cubicBezTo>
                    <a:pt x="610623" y="687762"/>
                    <a:pt x="601113" y="685217"/>
                    <a:pt x="593680" y="689516"/>
                  </a:cubicBezTo>
                  <a:cubicBezTo>
                    <a:pt x="586246" y="693811"/>
                    <a:pt x="583701" y="703322"/>
                    <a:pt x="587998" y="710756"/>
                  </a:cubicBezTo>
                  <a:cubicBezTo>
                    <a:pt x="606083" y="742056"/>
                    <a:pt x="637796" y="763000"/>
                    <a:pt x="673102" y="767801"/>
                  </a:cubicBezTo>
                  <a:lnTo>
                    <a:pt x="673102" y="859180"/>
                  </a:lnTo>
                  <a:lnTo>
                    <a:pt x="644351" y="859180"/>
                  </a:lnTo>
                  <a:lnTo>
                    <a:pt x="644351" y="836874"/>
                  </a:lnTo>
                  <a:cubicBezTo>
                    <a:pt x="644351" y="807429"/>
                    <a:pt x="620394" y="783473"/>
                    <a:pt x="590950" y="783473"/>
                  </a:cubicBezTo>
                  <a:cubicBezTo>
                    <a:pt x="576169" y="783473"/>
                    <a:pt x="562775" y="789512"/>
                    <a:pt x="553096" y="799249"/>
                  </a:cubicBezTo>
                  <a:cubicBezTo>
                    <a:pt x="543416" y="789512"/>
                    <a:pt x="530023" y="783473"/>
                    <a:pt x="515242" y="783473"/>
                  </a:cubicBezTo>
                  <a:cubicBezTo>
                    <a:pt x="500462" y="783473"/>
                    <a:pt x="487068" y="789512"/>
                    <a:pt x="477389" y="799249"/>
                  </a:cubicBezTo>
                  <a:cubicBezTo>
                    <a:pt x="467709" y="789512"/>
                    <a:pt x="454315" y="783473"/>
                    <a:pt x="439535" y="783473"/>
                  </a:cubicBezTo>
                  <a:cubicBezTo>
                    <a:pt x="424754" y="783473"/>
                    <a:pt x="411361" y="789512"/>
                    <a:pt x="401681" y="799249"/>
                  </a:cubicBezTo>
                  <a:cubicBezTo>
                    <a:pt x="392002" y="789512"/>
                    <a:pt x="378608" y="783473"/>
                    <a:pt x="363828" y="783473"/>
                  </a:cubicBezTo>
                  <a:cubicBezTo>
                    <a:pt x="349047" y="783473"/>
                    <a:pt x="335654" y="789512"/>
                    <a:pt x="325974" y="799249"/>
                  </a:cubicBezTo>
                  <a:cubicBezTo>
                    <a:pt x="316294" y="789512"/>
                    <a:pt x="302901" y="783473"/>
                    <a:pt x="288120" y="783473"/>
                  </a:cubicBezTo>
                  <a:cubicBezTo>
                    <a:pt x="273340" y="783473"/>
                    <a:pt x="259946" y="789512"/>
                    <a:pt x="250267" y="799249"/>
                  </a:cubicBezTo>
                  <a:cubicBezTo>
                    <a:pt x="240587" y="789512"/>
                    <a:pt x="227193" y="783473"/>
                    <a:pt x="212413" y="783473"/>
                  </a:cubicBezTo>
                  <a:cubicBezTo>
                    <a:pt x="182968" y="783473"/>
                    <a:pt x="159012" y="807429"/>
                    <a:pt x="159012" y="836874"/>
                  </a:cubicBezTo>
                  <a:lnTo>
                    <a:pt x="159012" y="859180"/>
                  </a:lnTo>
                  <a:lnTo>
                    <a:pt x="131760" y="859180"/>
                  </a:lnTo>
                  <a:lnTo>
                    <a:pt x="131760" y="767801"/>
                  </a:lnTo>
                  <a:cubicBezTo>
                    <a:pt x="167066" y="763000"/>
                    <a:pt x="198777" y="742056"/>
                    <a:pt x="216863" y="710756"/>
                  </a:cubicBezTo>
                  <a:cubicBezTo>
                    <a:pt x="221160" y="703322"/>
                    <a:pt x="218615" y="693811"/>
                    <a:pt x="211181" y="689516"/>
                  </a:cubicBezTo>
                  <a:cubicBezTo>
                    <a:pt x="203743" y="685217"/>
                    <a:pt x="194235" y="687766"/>
                    <a:pt x="189941" y="695198"/>
                  </a:cubicBezTo>
                  <a:cubicBezTo>
                    <a:pt x="174786" y="721428"/>
                    <a:pt x="146573" y="737728"/>
                    <a:pt x="116298" y="737759"/>
                  </a:cubicBezTo>
                  <a:cubicBezTo>
                    <a:pt x="116269" y="737759"/>
                    <a:pt x="116243" y="737755"/>
                    <a:pt x="116214" y="737755"/>
                  </a:cubicBezTo>
                  <a:cubicBezTo>
                    <a:pt x="69287" y="737755"/>
                    <a:pt x="31109" y="699577"/>
                    <a:pt x="31109" y="652649"/>
                  </a:cubicBezTo>
                  <a:lnTo>
                    <a:pt x="31109" y="542376"/>
                  </a:lnTo>
                  <a:cubicBezTo>
                    <a:pt x="31109" y="495546"/>
                    <a:pt x="49344" y="451519"/>
                    <a:pt x="82460" y="418405"/>
                  </a:cubicBezTo>
                  <a:cubicBezTo>
                    <a:pt x="106547" y="394319"/>
                    <a:pt x="116435" y="358814"/>
                    <a:pt x="108262" y="325741"/>
                  </a:cubicBezTo>
                  <a:lnTo>
                    <a:pt x="100355" y="293745"/>
                  </a:lnTo>
                  <a:cubicBezTo>
                    <a:pt x="98295" y="285410"/>
                    <a:pt x="89864" y="280317"/>
                    <a:pt x="81532" y="282383"/>
                  </a:cubicBezTo>
                  <a:cubicBezTo>
                    <a:pt x="73197" y="284441"/>
                    <a:pt x="68110" y="292870"/>
                    <a:pt x="70168" y="301206"/>
                  </a:cubicBezTo>
                  <a:lnTo>
                    <a:pt x="78075" y="333202"/>
                  </a:lnTo>
                  <a:cubicBezTo>
                    <a:pt x="83649" y="355765"/>
                    <a:pt x="76905" y="379985"/>
                    <a:pt x="60472" y="396419"/>
                  </a:cubicBezTo>
                  <a:cubicBezTo>
                    <a:pt x="49181" y="407712"/>
                    <a:pt x="39367" y="420088"/>
                    <a:pt x="31109" y="433304"/>
                  </a:cubicBezTo>
                  <a:lnTo>
                    <a:pt x="31109" y="402420"/>
                  </a:lnTo>
                  <a:cubicBezTo>
                    <a:pt x="31109" y="303235"/>
                    <a:pt x="69734" y="209984"/>
                    <a:pt x="139869" y="139851"/>
                  </a:cubicBezTo>
                  <a:cubicBezTo>
                    <a:pt x="145941" y="133779"/>
                    <a:pt x="145941" y="123934"/>
                    <a:pt x="139869" y="117864"/>
                  </a:cubicBezTo>
                  <a:cubicBezTo>
                    <a:pt x="133797" y="111791"/>
                    <a:pt x="123952" y="111793"/>
                    <a:pt x="117883" y="117864"/>
                  </a:cubicBezTo>
                  <a:cubicBezTo>
                    <a:pt x="41859" y="193872"/>
                    <a:pt x="0" y="294928"/>
                    <a:pt x="0" y="402420"/>
                  </a:cubicBezTo>
                  <a:lnTo>
                    <a:pt x="0" y="652649"/>
                  </a:lnTo>
                  <a:cubicBezTo>
                    <a:pt x="0" y="711451"/>
                    <a:pt x="43907" y="760192"/>
                    <a:pt x="100653" y="767816"/>
                  </a:cubicBezTo>
                  <a:lnTo>
                    <a:pt x="100653" y="874730"/>
                  </a:lnTo>
                  <a:cubicBezTo>
                    <a:pt x="100653" y="883316"/>
                    <a:pt x="107614" y="890277"/>
                    <a:pt x="116200" y="890277"/>
                  </a:cubicBezTo>
                  <a:lnTo>
                    <a:pt x="159000" y="890277"/>
                  </a:lnTo>
                  <a:lnTo>
                    <a:pt x="159000" y="912583"/>
                  </a:lnTo>
                  <a:cubicBezTo>
                    <a:pt x="159000" y="916899"/>
                    <a:pt x="159528" y="921090"/>
                    <a:pt x="160499" y="925112"/>
                  </a:cubicBezTo>
                  <a:lnTo>
                    <a:pt x="160499" y="983337"/>
                  </a:lnTo>
                  <a:cubicBezTo>
                    <a:pt x="160499" y="1016918"/>
                    <a:pt x="187818" y="1044237"/>
                    <a:pt x="221399" y="1044237"/>
                  </a:cubicBezTo>
                  <a:lnTo>
                    <a:pt x="483269" y="1044237"/>
                  </a:lnTo>
                  <a:cubicBezTo>
                    <a:pt x="491855" y="1044237"/>
                    <a:pt x="498816" y="1037276"/>
                    <a:pt x="498816" y="1028690"/>
                  </a:cubicBezTo>
                  <a:cubicBezTo>
                    <a:pt x="498816" y="1020103"/>
                    <a:pt x="491855" y="1013142"/>
                    <a:pt x="483269" y="1013142"/>
                  </a:cubicBezTo>
                  <a:lnTo>
                    <a:pt x="221405" y="1013142"/>
                  </a:lnTo>
                  <a:cubicBezTo>
                    <a:pt x="204971" y="1013142"/>
                    <a:pt x="191600" y="999771"/>
                    <a:pt x="191600" y="983337"/>
                  </a:cubicBezTo>
                  <a:lnTo>
                    <a:pt x="191600" y="961760"/>
                  </a:lnTo>
                  <a:cubicBezTo>
                    <a:pt x="197998" y="964479"/>
                    <a:pt x="205028" y="965982"/>
                    <a:pt x="212407" y="965982"/>
                  </a:cubicBezTo>
                  <a:cubicBezTo>
                    <a:pt x="227187" y="965982"/>
                    <a:pt x="240581" y="959943"/>
                    <a:pt x="250260" y="950207"/>
                  </a:cubicBezTo>
                  <a:cubicBezTo>
                    <a:pt x="259940" y="959943"/>
                    <a:pt x="273334" y="965982"/>
                    <a:pt x="288114" y="965982"/>
                  </a:cubicBezTo>
                  <a:cubicBezTo>
                    <a:pt x="302895" y="965982"/>
                    <a:pt x="316288" y="959943"/>
                    <a:pt x="325968" y="950207"/>
                  </a:cubicBezTo>
                  <a:cubicBezTo>
                    <a:pt x="335647" y="959943"/>
                    <a:pt x="349041" y="965982"/>
                    <a:pt x="363821" y="965982"/>
                  </a:cubicBezTo>
                  <a:cubicBezTo>
                    <a:pt x="378602" y="965982"/>
                    <a:pt x="391996" y="959943"/>
                    <a:pt x="401675" y="950207"/>
                  </a:cubicBezTo>
                  <a:cubicBezTo>
                    <a:pt x="411355" y="959943"/>
                    <a:pt x="424748" y="965982"/>
                    <a:pt x="439529" y="965982"/>
                  </a:cubicBezTo>
                  <a:cubicBezTo>
                    <a:pt x="454309" y="965982"/>
                    <a:pt x="467703" y="959943"/>
                    <a:pt x="477382" y="950207"/>
                  </a:cubicBezTo>
                  <a:cubicBezTo>
                    <a:pt x="487062" y="959943"/>
                    <a:pt x="500456" y="965982"/>
                    <a:pt x="515236" y="965982"/>
                  </a:cubicBezTo>
                  <a:cubicBezTo>
                    <a:pt x="530017" y="965982"/>
                    <a:pt x="543410" y="959943"/>
                    <a:pt x="553090" y="950207"/>
                  </a:cubicBezTo>
                  <a:cubicBezTo>
                    <a:pt x="562769" y="959943"/>
                    <a:pt x="576163" y="965982"/>
                    <a:pt x="590943" y="965982"/>
                  </a:cubicBezTo>
                  <a:cubicBezTo>
                    <a:pt x="598904" y="965982"/>
                    <a:pt x="606456" y="964218"/>
                    <a:pt x="613250" y="961081"/>
                  </a:cubicBezTo>
                  <a:lnTo>
                    <a:pt x="613250" y="983335"/>
                  </a:lnTo>
                  <a:cubicBezTo>
                    <a:pt x="613250" y="999769"/>
                    <a:pt x="599879" y="1013140"/>
                    <a:pt x="583444" y="1013140"/>
                  </a:cubicBezTo>
                  <a:lnTo>
                    <a:pt x="535101" y="1013140"/>
                  </a:lnTo>
                  <a:cubicBezTo>
                    <a:pt x="526515" y="1013140"/>
                    <a:pt x="519554" y="1020101"/>
                    <a:pt x="519554" y="1028688"/>
                  </a:cubicBezTo>
                  <a:cubicBezTo>
                    <a:pt x="519554" y="1037274"/>
                    <a:pt x="526515" y="1044235"/>
                    <a:pt x="535101" y="1044235"/>
                  </a:cubicBezTo>
                  <a:lnTo>
                    <a:pt x="583444" y="1044235"/>
                  </a:lnTo>
                  <a:cubicBezTo>
                    <a:pt x="617025" y="1044235"/>
                    <a:pt x="644344" y="1016915"/>
                    <a:pt x="644344" y="983335"/>
                  </a:cubicBezTo>
                  <a:lnTo>
                    <a:pt x="644344" y="912579"/>
                  </a:lnTo>
                  <a:lnTo>
                    <a:pt x="644344" y="890275"/>
                  </a:lnTo>
                  <a:lnTo>
                    <a:pt x="688643" y="890275"/>
                  </a:lnTo>
                  <a:cubicBezTo>
                    <a:pt x="697229" y="890275"/>
                    <a:pt x="704190" y="883314"/>
                    <a:pt x="704190" y="874728"/>
                  </a:cubicBezTo>
                  <a:lnTo>
                    <a:pt x="704190" y="767813"/>
                  </a:lnTo>
                  <a:cubicBezTo>
                    <a:pt x="760938" y="760192"/>
                    <a:pt x="804843" y="711451"/>
                    <a:pt x="804843" y="652647"/>
                  </a:cubicBezTo>
                  <a:lnTo>
                    <a:pt x="804843" y="402420"/>
                  </a:lnTo>
                  <a:cubicBezTo>
                    <a:pt x="804843" y="180523"/>
                    <a:pt x="624318" y="0"/>
                    <a:pt x="402424" y="0"/>
                  </a:cubicBezTo>
                  <a:close/>
                  <a:moveTo>
                    <a:pt x="190096" y="859180"/>
                  </a:moveTo>
                  <a:lnTo>
                    <a:pt x="190096" y="836874"/>
                  </a:lnTo>
                  <a:lnTo>
                    <a:pt x="190098" y="836874"/>
                  </a:lnTo>
                  <a:cubicBezTo>
                    <a:pt x="190098" y="824576"/>
                    <a:pt x="200104" y="814568"/>
                    <a:pt x="212405" y="814568"/>
                  </a:cubicBezTo>
                  <a:cubicBezTo>
                    <a:pt x="224705" y="814568"/>
                    <a:pt x="234711" y="824574"/>
                    <a:pt x="234711" y="836874"/>
                  </a:cubicBezTo>
                  <a:lnTo>
                    <a:pt x="234711" y="859180"/>
                  </a:lnTo>
                  <a:lnTo>
                    <a:pt x="190096" y="859180"/>
                  </a:lnTo>
                  <a:close/>
                  <a:moveTo>
                    <a:pt x="234711" y="912579"/>
                  </a:moveTo>
                  <a:cubicBezTo>
                    <a:pt x="234711" y="924880"/>
                    <a:pt x="224705" y="934888"/>
                    <a:pt x="212405" y="934888"/>
                  </a:cubicBezTo>
                  <a:cubicBezTo>
                    <a:pt x="202919" y="934888"/>
                    <a:pt x="194818" y="928924"/>
                    <a:pt x="191597" y="920554"/>
                  </a:cubicBezTo>
                  <a:lnTo>
                    <a:pt x="191597" y="890275"/>
                  </a:lnTo>
                  <a:lnTo>
                    <a:pt x="234709" y="890275"/>
                  </a:lnTo>
                  <a:lnTo>
                    <a:pt x="234709" y="912579"/>
                  </a:lnTo>
                  <a:close/>
                  <a:moveTo>
                    <a:pt x="265806" y="836874"/>
                  </a:moveTo>
                  <a:cubicBezTo>
                    <a:pt x="265808" y="824576"/>
                    <a:pt x="275814" y="814568"/>
                    <a:pt x="288114" y="814568"/>
                  </a:cubicBezTo>
                  <a:cubicBezTo>
                    <a:pt x="300415" y="814568"/>
                    <a:pt x="310420" y="824574"/>
                    <a:pt x="310420" y="836874"/>
                  </a:cubicBezTo>
                  <a:lnTo>
                    <a:pt x="310420" y="859180"/>
                  </a:lnTo>
                  <a:lnTo>
                    <a:pt x="265808" y="859180"/>
                  </a:lnTo>
                  <a:lnTo>
                    <a:pt x="265808" y="836874"/>
                  </a:lnTo>
                  <a:close/>
                  <a:moveTo>
                    <a:pt x="310420" y="912581"/>
                  </a:moveTo>
                  <a:cubicBezTo>
                    <a:pt x="310418" y="924880"/>
                    <a:pt x="300412" y="934888"/>
                    <a:pt x="288112" y="934888"/>
                  </a:cubicBezTo>
                  <a:cubicBezTo>
                    <a:pt x="275812" y="934888"/>
                    <a:pt x="265806" y="924882"/>
                    <a:pt x="265806" y="912581"/>
                  </a:cubicBezTo>
                  <a:lnTo>
                    <a:pt x="265806" y="890275"/>
                  </a:lnTo>
                  <a:lnTo>
                    <a:pt x="310418" y="890275"/>
                  </a:lnTo>
                  <a:lnTo>
                    <a:pt x="310418" y="912581"/>
                  </a:lnTo>
                  <a:close/>
                  <a:moveTo>
                    <a:pt x="341513" y="836874"/>
                  </a:moveTo>
                  <a:cubicBezTo>
                    <a:pt x="341513" y="824576"/>
                    <a:pt x="351521" y="814568"/>
                    <a:pt x="363821" y="814568"/>
                  </a:cubicBezTo>
                  <a:cubicBezTo>
                    <a:pt x="376122" y="814568"/>
                    <a:pt x="386128" y="824574"/>
                    <a:pt x="386128" y="836874"/>
                  </a:cubicBezTo>
                  <a:lnTo>
                    <a:pt x="386128" y="859180"/>
                  </a:lnTo>
                  <a:lnTo>
                    <a:pt x="341515" y="859180"/>
                  </a:lnTo>
                  <a:lnTo>
                    <a:pt x="341515" y="836874"/>
                  </a:lnTo>
                  <a:close/>
                  <a:moveTo>
                    <a:pt x="386130" y="912581"/>
                  </a:moveTo>
                  <a:cubicBezTo>
                    <a:pt x="386128" y="924880"/>
                    <a:pt x="376122" y="934888"/>
                    <a:pt x="363821" y="934888"/>
                  </a:cubicBezTo>
                  <a:cubicBezTo>
                    <a:pt x="351521" y="934888"/>
                    <a:pt x="341515" y="924882"/>
                    <a:pt x="341515" y="912581"/>
                  </a:cubicBezTo>
                  <a:lnTo>
                    <a:pt x="341515" y="890275"/>
                  </a:lnTo>
                  <a:lnTo>
                    <a:pt x="386128" y="890275"/>
                  </a:lnTo>
                  <a:lnTo>
                    <a:pt x="386128" y="912581"/>
                  </a:lnTo>
                  <a:close/>
                  <a:moveTo>
                    <a:pt x="417220" y="836874"/>
                  </a:moveTo>
                  <a:cubicBezTo>
                    <a:pt x="417222" y="824576"/>
                    <a:pt x="427228" y="814568"/>
                    <a:pt x="439529" y="814568"/>
                  </a:cubicBezTo>
                  <a:cubicBezTo>
                    <a:pt x="451829" y="814568"/>
                    <a:pt x="461835" y="824574"/>
                    <a:pt x="461835" y="836874"/>
                  </a:cubicBezTo>
                  <a:lnTo>
                    <a:pt x="461835" y="859180"/>
                  </a:lnTo>
                  <a:lnTo>
                    <a:pt x="417222" y="859180"/>
                  </a:lnTo>
                  <a:lnTo>
                    <a:pt x="417222" y="836874"/>
                  </a:lnTo>
                  <a:close/>
                  <a:moveTo>
                    <a:pt x="461835" y="912581"/>
                  </a:moveTo>
                  <a:cubicBezTo>
                    <a:pt x="461833" y="924880"/>
                    <a:pt x="451827" y="934888"/>
                    <a:pt x="439527" y="934888"/>
                  </a:cubicBezTo>
                  <a:cubicBezTo>
                    <a:pt x="427226" y="934888"/>
                    <a:pt x="417220" y="924882"/>
                    <a:pt x="417220" y="912581"/>
                  </a:cubicBezTo>
                  <a:lnTo>
                    <a:pt x="417220" y="890275"/>
                  </a:lnTo>
                  <a:lnTo>
                    <a:pt x="461833" y="890275"/>
                  </a:lnTo>
                  <a:lnTo>
                    <a:pt x="461833" y="912581"/>
                  </a:lnTo>
                  <a:close/>
                  <a:moveTo>
                    <a:pt x="492928" y="836874"/>
                  </a:moveTo>
                  <a:cubicBezTo>
                    <a:pt x="492928" y="824576"/>
                    <a:pt x="502936" y="814568"/>
                    <a:pt x="515236" y="814568"/>
                  </a:cubicBezTo>
                  <a:cubicBezTo>
                    <a:pt x="527534" y="814568"/>
                    <a:pt x="537542" y="824574"/>
                    <a:pt x="537542" y="836874"/>
                  </a:cubicBezTo>
                  <a:lnTo>
                    <a:pt x="537542" y="859180"/>
                  </a:lnTo>
                  <a:lnTo>
                    <a:pt x="492930" y="859180"/>
                  </a:lnTo>
                  <a:lnTo>
                    <a:pt x="492930" y="836874"/>
                  </a:lnTo>
                  <a:close/>
                  <a:moveTo>
                    <a:pt x="537542" y="912581"/>
                  </a:moveTo>
                  <a:cubicBezTo>
                    <a:pt x="537540" y="924880"/>
                    <a:pt x="527534" y="934888"/>
                    <a:pt x="515234" y="934888"/>
                  </a:cubicBezTo>
                  <a:cubicBezTo>
                    <a:pt x="502934" y="934888"/>
                    <a:pt x="492928" y="924882"/>
                    <a:pt x="492928" y="912581"/>
                  </a:cubicBezTo>
                  <a:lnTo>
                    <a:pt x="492928" y="890275"/>
                  </a:lnTo>
                  <a:lnTo>
                    <a:pt x="537540" y="890275"/>
                  </a:lnTo>
                  <a:lnTo>
                    <a:pt x="537540" y="912581"/>
                  </a:lnTo>
                  <a:close/>
                  <a:moveTo>
                    <a:pt x="568635" y="836874"/>
                  </a:moveTo>
                  <a:cubicBezTo>
                    <a:pt x="568637" y="824576"/>
                    <a:pt x="578643" y="814568"/>
                    <a:pt x="590943" y="814568"/>
                  </a:cubicBezTo>
                  <a:cubicBezTo>
                    <a:pt x="603244" y="814568"/>
                    <a:pt x="613250" y="824574"/>
                    <a:pt x="613250" y="836874"/>
                  </a:cubicBezTo>
                  <a:lnTo>
                    <a:pt x="613250" y="859180"/>
                  </a:lnTo>
                  <a:lnTo>
                    <a:pt x="568637" y="859180"/>
                  </a:lnTo>
                  <a:lnTo>
                    <a:pt x="568637" y="836874"/>
                  </a:lnTo>
                  <a:close/>
                  <a:moveTo>
                    <a:pt x="613250" y="912581"/>
                  </a:moveTo>
                  <a:cubicBezTo>
                    <a:pt x="613248" y="924880"/>
                    <a:pt x="603242" y="934888"/>
                    <a:pt x="590941" y="934888"/>
                  </a:cubicBezTo>
                  <a:cubicBezTo>
                    <a:pt x="578641" y="934888"/>
                    <a:pt x="568635" y="924882"/>
                    <a:pt x="568635" y="912581"/>
                  </a:cubicBezTo>
                  <a:lnTo>
                    <a:pt x="568635" y="890275"/>
                  </a:lnTo>
                  <a:lnTo>
                    <a:pt x="613248" y="890275"/>
                  </a:lnTo>
                  <a:lnTo>
                    <a:pt x="613248" y="91258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41"/>
            <p:cNvSpPr/>
            <p:nvPr/>
          </p:nvSpPr>
          <p:spPr>
            <a:xfrm flipH="1">
              <a:off x="10610761" y="4575139"/>
              <a:ext cx="163513" cy="204923"/>
            </a:xfrm>
            <a:custGeom>
              <a:rect b="b" l="l" r="r" t="t"/>
              <a:pathLst>
                <a:path extrusionOk="0" h="204923" w="163513">
                  <a:moveTo>
                    <a:pt x="161754" y="143424"/>
                  </a:moveTo>
                  <a:lnTo>
                    <a:pt x="133182" y="39222"/>
                  </a:lnTo>
                  <a:cubicBezTo>
                    <a:pt x="126749" y="15761"/>
                    <a:pt x="106083" y="0"/>
                    <a:pt x="81757" y="0"/>
                  </a:cubicBezTo>
                  <a:cubicBezTo>
                    <a:pt x="57430" y="0"/>
                    <a:pt x="36765" y="15764"/>
                    <a:pt x="30333" y="39222"/>
                  </a:cubicBezTo>
                  <a:lnTo>
                    <a:pt x="1761" y="143424"/>
                  </a:lnTo>
                  <a:cubicBezTo>
                    <a:pt x="-2285" y="158180"/>
                    <a:pt x="717" y="173617"/>
                    <a:pt x="9995" y="185781"/>
                  </a:cubicBezTo>
                  <a:cubicBezTo>
                    <a:pt x="19272" y="197945"/>
                    <a:pt x="33370" y="204924"/>
                    <a:pt x="48668" y="204924"/>
                  </a:cubicBezTo>
                  <a:cubicBezTo>
                    <a:pt x="61436" y="204924"/>
                    <a:pt x="73071" y="199978"/>
                    <a:pt x="81757" y="191901"/>
                  </a:cubicBezTo>
                  <a:cubicBezTo>
                    <a:pt x="90444" y="199978"/>
                    <a:pt x="102079" y="204924"/>
                    <a:pt x="114847" y="204924"/>
                  </a:cubicBezTo>
                  <a:cubicBezTo>
                    <a:pt x="130145" y="204924"/>
                    <a:pt x="144242" y="197947"/>
                    <a:pt x="153520" y="185781"/>
                  </a:cubicBezTo>
                  <a:cubicBezTo>
                    <a:pt x="162798" y="173617"/>
                    <a:pt x="165798" y="158176"/>
                    <a:pt x="161754" y="143424"/>
                  </a:cubicBezTo>
                  <a:close/>
                  <a:moveTo>
                    <a:pt x="128797" y="166923"/>
                  </a:moveTo>
                  <a:cubicBezTo>
                    <a:pt x="125450" y="171312"/>
                    <a:pt x="120366" y="173829"/>
                    <a:pt x="114849" y="173829"/>
                  </a:cubicBezTo>
                  <a:cubicBezTo>
                    <a:pt x="105175" y="173829"/>
                    <a:pt x="97307" y="165961"/>
                    <a:pt x="97307" y="156287"/>
                  </a:cubicBezTo>
                  <a:lnTo>
                    <a:pt x="97307" y="135396"/>
                  </a:lnTo>
                  <a:cubicBezTo>
                    <a:pt x="97307" y="126810"/>
                    <a:pt x="90346" y="119849"/>
                    <a:pt x="81759" y="119849"/>
                  </a:cubicBezTo>
                  <a:cubicBezTo>
                    <a:pt x="73173" y="119849"/>
                    <a:pt x="66212" y="126810"/>
                    <a:pt x="66212" y="135396"/>
                  </a:cubicBezTo>
                  <a:lnTo>
                    <a:pt x="66212" y="156287"/>
                  </a:lnTo>
                  <a:cubicBezTo>
                    <a:pt x="66212" y="165961"/>
                    <a:pt x="58344" y="173829"/>
                    <a:pt x="48670" y="173829"/>
                  </a:cubicBezTo>
                  <a:cubicBezTo>
                    <a:pt x="43151" y="173829"/>
                    <a:pt x="38067" y="171312"/>
                    <a:pt x="34722" y="166923"/>
                  </a:cubicBezTo>
                  <a:cubicBezTo>
                    <a:pt x="31375" y="162536"/>
                    <a:pt x="30292" y="156966"/>
                    <a:pt x="31752" y="151645"/>
                  </a:cubicBezTo>
                  <a:lnTo>
                    <a:pt x="60324" y="47444"/>
                  </a:lnTo>
                  <a:cubicBezTo>
                    <a:pt x="63630" y="35390"/>
                    <a:pt x="73565" y="31095"/>
                    <a:pt x="81761" y="31095"/>
                  </a:cubicBezTo>
                  <a:cubicBezTo>
                    <a:pt x="89958" y="31095"/>
                    <a:pt x="99893" y="35390"/>
                    <a:pt x="103199" y="47444"/>
                  </a:cubicBezTo>
                  <a:lnTo>
                    <a:pt x="131771" y="151645"/>
                  </a:lnTo>
                  <a:cubicBezTo>
                    <a:pt x="133227" y="156966"/>
                    <a:pt x="132146" y="162534"/>
                    <a:pt x="128797" y="16692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41"/>
            <p:cNvSpPr/>
            <p:nvPr/>
          </p:nvSpPr>
          <p:spPr>
            <a:xfrm flipH="1">
              <a:off x="10385280" y="4485665"/>
              <a:ext cx="223565" cy="223565"/>
            </a:xfrm>
            <a:custGeom>
              <a:rect b="b" l="l" r="r" t="t"/>
              <a:pathLst>
                <a:path extrusionOk="0" h="223565" w="223565">
                  <a:moveTo>
                    <a:pt x="61420" y="0"/>
                  </a:moveTo>
                  <a:cubicBezTo>
                    <a:pt x="27552" y="0"/>
                    <a:pt x="0" y="27554"/>
                    <a:pt x="0" y="61420"/>
                  </a:cubicBezTo>
                  <a:lnTo>
                    <a:pt x="0" y="135274"/>
                  </a:lnTo>
                  <a:cubicBezTo>
                    <a:pt x="0" y="183959"/>
                    <a:pt x="39608" y="223565"/>
                    <a:pt x="88293" y="223565"/>
                  </a:cubicBezTo>
                  <a:lnTo>
                    <a:pt x="162145" y="223565"/>
                  </a:lnTo>
                  <a:cubicBezTo>
                    <a:pt x="196011" y="223565"/>
                    <a:pt x="223565" y="196011"/>
                    <a:pt x="223565" y="162145"/>
                  </a:cubicBezTo>
                  <a:cubicBezTo>
                    <a:pt x="223565" y="72738"/>
                    <a:pt x="150827" y="0"/>
                    <a:pt x="61420" y="0"/>
                  </a:cubicBezTo>
                  <a:close/>
                  <a:moveTo>
                    <a:pt x="162145" y="192470"/>
                  </a:moveTo>
                  <a:lnTo>
                    <a:pt x="88291" y="192470"/>
                  </a:lnTo>
                  <a:cubicBezTo>
                    <a:pt x="56752" y="192470"/>
                    <a:pt x="31095" y="166811"/>
                    <a:pt x="31095" y="135272"/>
                  </a:cubicBezTo>
                  <a:lnTo>
                    <a:pt x="31095" y="61418"/>
                  </a:lnTo>
                  <a:cubicBezTo>
                    <a:pt x="31095" y="44698"/>
                    <a:pt x="44700" y="31093"/>
                    <a:pt x="61420" y="31093"/>
                  </a:cubicBezTo>
                  <a:cubicBezTo>
                    <a:pt x="133681" y="31093"/>
                    <a:pt x="192470" y="89882"/>
                    <a:pt x="192470" y="162145"/>
                  </a:cubicBezTo>
                  <a:cubicBezTo>
                    <a:pt x="192470" y="178867"/>
                    <a:pt x="178865" y="192470"/>
                    <a:pt x="162145" y="192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41"/>
            <p:cNvSpPr/>
            <p:nvPr/>
          </p:nvSpPr>
          <p:spPr>
            <a:xfrm flipH="1">
              <a:off x="10776187" y="4485663"/>
              <a:ext cx="223565" cy="223567"/>
            </a:xfrm>
            <a:custGeom>
              <a:rect b="b" l="l" r="r" t="t"/>
              <a:pathLst>
                <a:path extrusionOk="0" h="223567" w="223565">
                  <a:moveTo>
                    <a:pt x="162145" y="0"/>
                  </a:moveTo>
                  <a:cubicBezTo>
                    <a:pt x="72738" y="0"/>
                    <a:pt x="0" y="72738"/>
                    <a:pt x="0" y="162147"/>
                  </a:cubicBezTo>
                  <a:cubicBezTo>
                    <a:pt x="-2" y="196013"/>
                    <a:pt x="27550" y="223567"/>
                    <a:pt x="61418" y="223567"/>
                  </a:cubicBezTo>
                  <a:lnTo>
                    <a:pt x="135272" y="223567"/>
                  </a:lnTo>
                  <a:cubicBezTo>
                    <a:pt x="183957" y="223567"/>
                    <a:pt x="223565" y="183959"/>
                    <a:pt x="223565" y="135276"/>
                  </a:cubicBezTo>
                  <a:lnTo>
                    <a:pt x="223565" y="61420"/>
                  </a:lnTo>
                  <a:cubicBezTo>
                    <a:pt x="223565" y="27556"/>
                    <a:pt x="196011" y="0"/>
                    <a:pt x="162145" y="0"/>
                  </a:cubicBezTo>
                  <a:close/>
                  <a:moveTo>
                    <a:pt x="192468" y="135274"/>
                  </a:moveTo>
                  <a:cubicBezTo>
                    <a:pt x="192468" y="166813"/>
                    <a:pt x="166811" y="192470"/>
                    <a:pt x="135270" y="192470"/>
                  </a:cubicBezTo>
                  <a:lnTo>
                    <a:pt x="61416" y="192470"/>
                  </a:lnTo>
                  <a:cubicBezTo>
                    <a:pt x="44696" y="192470"/>
                    <a:pt x="31091" y="178865"/>
                    <a:pt x="31091" y="162145"/>
                  </a:cubicBezTo>
                  <a:cubicBezTo>
                    <a:pt x="31093" y="89884"/>
                    <a:pt x="89882" y="31095"/>
                    <a:pt x="162143" y="31095"/>
                  </a:cubicBezTo>
                  <a:cubicBezTo>
                    <a:pt x="178865" y="31095"/>
                    <a:pt x="192468" y="44700"/>
                    <a:pt x="192468" y="61420"/>
                  </a:cubicBezTo>
                  <a:lnTo>
                    <a:pt x="192468" y="13527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4858" rotWithShape="0" algn="bl" dir="5400000" dist="18286">
                <a:srgbClr val="000000">
                  <a:alpha val="50000"/>
                </a:srgbClr>
              </a:outerShdw>
            </a:effectLst>
          </p:spPr>
          <p:txBody>
            <a:bodyPr anchorCtr="0" anchor="ctr" bIns="60600" lIns="121200" spcFirstLastPara="1" rIns="121200" wrap="square" tIns="60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7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41"/>
          <p:cNvGrpSpPr/>
          <p:nvPr/>
        </p:nvGrpSpPr>
        <p:grpSpPr>
          <a:xfrm>
            <a:off x="7918172" y="1010879"/>
            <a:ext cx="300850" cy="406730"/>
            <a:chOff x="10290098" y="4060301"/>
            <a:chExt cx="804843" cy="1044236"/>
          </a:xfrm>
        </p:grpSpPr>
        <p:sp>
          <p:nvSpPr>
            <p:cNvPr id="259" name="Google Shape;259;p41"/>
            <p:cNvSpPr/>
            <p:nvPr/>
          </p:nvSpPr>
          <p:spPr>
            <a:xfrm flipH="1">
              <a:off x="10290098" y="4060301"/>
              <a:ext cx="804843" cy="1044236"/>
            </a:xfrm>
            <a:custGeom>
              <a:rect b="b" l="l" r="r" t="t"/>
              <a:pathLst>
                <a:path extrusionOk="0" h="1044236" w="804843">
                  <a:moveTo>
                    <a:pt x="402424" y="0"/>
                  </a:moveTo>
                  <a:cubicBezTo>
                    <a:pt x="321783" y="0"/>
                    <a:pt x="243979" y="23767"/>
                    <a:pt x="177419" y="68732"/>
                  </a:cubicBezTo>
                  <a:cubicBezTo>
                    <a:pt x="170305" y="73539"/>
                    <a:pt x="168432" y="83205"/>
                    <a:pt x="173240" y="90321"/>
                  </a:cubicBezTo>
                  <a:cubicBezTo>
                    <a:pt x="178047" y="97434"/>
                    <a:pt x="187710" y="99305"/>
                    <a:pt x="194828" y="94500"/>
                  </a:cubicBezTo>
                  <a:cubicBezTo>
                    <a:pt x="256226" y="53018"/>
                    <a:pt x="328013" y="31095"/>
                    <a:pt x="402426" y="31095"/>
                  </a:cubicBezTo>
                  <a:cubicBezTo>
                    <a:pt x="607174" y="31095"/>
                    <a:pt x="773749" y="197669"/>
                    <a:pt x="773749" y="402418"/>
                  </a:cubicBezTo>
                  <a:lnTo>
                    <a:pt x="773749" y="433304"/>
                  </a:lnTo>
                  <a:cubicBezTo>
                    <a:pt x="765492" y="420088"/>
                    <a:pt x="755678" y="407710"/>
                    <a:pt x="744387" y="396419"/>
                  </a:cubicBezTo>
                  <a:cubicBezTo>
                    <a:pt x="727955" y="379987"/>
                    <a:pt x="721208" y="355765"/>
                    <a:pt x="726784" y="333202"/>
                  </a:cubicBezTo>
                  <a:lnTo>
                    <a:pt x="734689" y="301206"/>
                  </a:lnTo>
                  <a:cubicBezTo>
                    <a:pt x="736747" y="292870"/>
                    <a:pt x="731661" y="284443"/>
                    <a:pt x="723325" y="282383"/>
                  </a:cubicBezTo>
                  <a:cubicBezTo>
                    <a:pt x="714996" y="280329"/>
                    <a:pt x="706562" y="285412"/>
                    <a:pt x="704502" y="293747"/>
                  </a:cubicBezTo>
                  <a:lnTo>
                    <a:pt x="696597" y="325743"/>
                  </a:lnTo>
                  <a:cubicBezTo>
                    <a:pt x="688427" y="358814"/>
                    <a:pt x="698316" y="394321"/>
                    <a:pt x="722401" y="418405"/>
                  </a:cubicBezTo>
                  <a:cubicBezTo>
                    <a:pt x="755515" y="451519"/>
                    <a:pt x="773753" y="495544"/>
                    <a:pt x="773753" y="542376"/>
                  </a:cubicBezTo>
                  <a:lnTo>
                    <a:pt x="773753" y="652649"/>
                  </a:lnTo>
                  <a:cubicBezTo>
                    <a:pt x="773753" y="699577"/>
                    <a:pt x="735575" y="737755"/>
                    <a:pt x="688647" y="737755"/>
                  </a:cubicBezTo>
                  <a:cubicBezTo>
                    <a:pt x="688619" y="737755"/>
                    <a:pt x="688592" y="737759"/>
                    <a:pt x="688563" y="737759"/>
                  </a:cubicBezTo>
                  <a:cubicBezTo>
                    <a:pt x="658289" y="737728"/>
                    <a:pt x="630076" y="721428"/>
                    <a:pt x="614920" y="695198"/>
                  </a:cubicBezTo>
                  <a:cubicBezTo>
                    <a:pt x="610623" y="687762"/>
                    <a:pt x="601113" y="685217"/>
                    <a:pt x="593680" y="689516"/>
                  </a:cubicBezTo>
                  <a:cubicBezTo>
                    <a:pt x="586246" y="693811"/>
                    <a:pt x="583701" y="703322"/>
                    <a:pt x="587998" y="710756"/>
                  </a:cubicBezTo>
                  <a:cubicBezTo>
                    <a:pt x="606083" y="742056"/>
                    <a:pt x="637796" y="763000"/>
                    <a:pt x="673102" y="767801"/>
                  </a:cubicBezTo>
                  <a:lnTo>
                    <a:pt x="673102" y="859180"/>
                  </a:lnTo>
                  <a:lnTo>
                    <a:pt x="644351" y="859180"/>
                  </a:lnTo>
                  <a:lnTo>
                    <a:pt x="644351" y="836874"/>
                  </a:lnTo>
                  <a:cubicBezTo>
                    <a:pt x="644351" y="807429"/>
                    <a:pt x="620394" y="783473"/>
                    <a:pt x="590950" y="783473"/>
                  </a:cubicBezTo>
                  <a:cubicBezTo>
                    <a:pt x="576169" y="783473"/>
                    <a:pt x="562775" y="789512"/>
                    <a:pt x="553096" y="799249"/>
                  </a:cubicBezTo>
                  <a:cubicBezTo>
                    <a:pt x="543416" y="789512"/>
                    <a:pt x="530023" y="783473"/>
                    <a:pt x="515242" y="783473"/>
                  </a:cubicBezTo>
                  <a:cubicBezTo>
                    <a:pt x="500462" y="783473"/>
                    <a:pt x="487068" y="789512"/>
                    <a:pt x="477389" y="799249"/>
                  </a:cubicBezTo>
                  <a:cubicBezTo>
                    <a:pt x="467709" y="789512"/>
                    <a:pt x="454315" y="783473"/>
                    <a:pt x="439535" y="783473"/>
                  </a:cubicBezTo>
                  <a:cubicBezTo>
                    <a:pt x="424754" y="783473"/>
                    <a:pt x="411361" y="789512"/>
                    <a:pt x="401681" y="799249"/>
                  </a:cubicBezTo>
                  <a:cubicBezTo>
                    <a:pt x="392002" y="789512"/>
                    <a:pt x="378608" y="783473"/>
                    <a:pt x="363828" y="783473"/>
                  </a:cubicBezTo>
                  <a:cubicBezTo>
                    <a:pt x="349047" y="783473"/>
                    <a:pt x="335654" y="789512"/>
                    <a:pt x="325974" y="799249"/>
                  </a:cubicBezTo>
                  <a:cubicBezTo>
                    <a:pt x="316294" y="789512"/>
                    <a:pt x="302901" y="783473"/>
                    <a:pt x="288120" y="783473"/>
                  </a:cubicBezTo>
                  <a:cubicBezTo>
                    <a:pt x="273340" y="783473"/>
                    <a:pt x="259946" y="789512"/>
                    <a:pt x="250267" y="799249"/>
                  </a:cubicBezTo>
                  <a:cubicBezTo>
                    <a:pt x="240587" y="789512"/>
                    <a:pt x="227193" y="783473"/>
                    <a:pt x="212413" y="783473"/>
                  </a:cubicBezTo>
                  <a:cubicBezTo>
                    <a:pt x="182968" y="783473"/>
                    <a:pt x="159012" y="807429"/>
                    <a:pt x="159012" y="836874"/>
                  </a:cubicBezTo>
                  <a:lnTo>
                    <a:pt x="159012" y="859180"/>
                  </a:lnTo>
                  <a:lnTo>
                    <a:pt x="131760" y="859180"/>
                  </a:lnTo>
                  <a:lnTo>
                    <a:pt x="131760" y="767801"/>
                  </a:lnTo>
                  <a:cubicBezTo>
                    <a:pt x="167066" y="763000"/>
                    <a:pt x="198777" y="742056"/>
                    <a:pt x="216863" y="710756"/>
                  </a:cubicBezTo>
                  <a:cubicBezTo>
                    <a:pt x="221160" y="703322"/>
                    <a:pt x="218615" y="693811"/>
                    <a:pt x="211181" y="689516"/>
                  </a:cubicBezTo>
                  <a:cubicBezTo>
                    <a:pt x="203743" y="685217"/>
                    <a:pt x="194235" y="687766"/>
                    <a:pt x="189941" y="695198"/>
                  </a:cubicBezTo>
                  <a:cubicBezTo>
                    <a:pt x="174786" y="721428"/>
                    <a:pt x="146573" y="737728"/>
                    <a:pt x="116298" y="737759"/>
                  </a:cubicBezTo>
                  <a:cubicBezTo>
                    <a:pt x="116269" y="737759"/>
                    <a:pt x="116243" y="737755"/>
                    <a:pt x="116214" y="737755"/>
                  </a:cubicBezTo>
                  <a:cubicBezTo>
                    <a:pt x="69287" y="737755"/>
                    <a:pt x="31109" y="699577"/>
                    <a:pt x="31109" y="652649"/>
                  </a:cubicBezTo>
                  <a:lnTo>
                    <a:pt x="31109" y="542376"/>
                  </a:lnTo>
                  <a:cubicBezTo>
                    <a:pt x="31109" y="495546"/>
                    <a:pt x="49344" y="451519"/>
                    <a:pt x="82460" y="418405"/>
                  </a:cubicBezTo>
                  <a:cubicBezTo>
                    <a:pt x="106547" y="394319"/>
                    <a:pt x="116435" y="358814"/>
                    <a:pt x="108262" y="325741"/>
                  </a:cubicBezTo>
                  <a:lnTo>
                    <a:pt x="100355" y="293745"/>
                  </a:lnTo>
                  <a:cubicBezTo>
                    <a:pt x="98295" y="285410"/>
                    <a:pt x="89864" y="280317"/>
                    <a:pt x="81532" y="282383"/>
                  </a:cubicBezTo>
                  <a:cubicBezTo>
                    <a:pt x="73197" y="284441"/>
                    <a:pt x="68110" y="292870"/>
                    <a:pt x="70168" y="301206"/>
                  </a:cubicBezTo>
                  <a:lnTo>
                    <a:pt x="78075" y="333202"/>
                  </a:lnTo>
                  <a:cubicBezTo>
                    <a:pt x="83649" y="355765"/>
                    <a:pt x="76905" y="379985"/>
                    <a:pt x="60472" y="396419"/>
                  </a:cubicBezTo>
                  <a:cubicBezTo>
                    <a:pt x="49181" y="407712"/>
                    <a:pt x="39367" y="420088"/>
                    <a:pt x="31109" y="433304"/>
                  </a:cubicBezTo>
                  <a:lnTo>
                    <a:pt x="31109" y="402420"/>
                  </a:lnTo>
                  <a:cubicBezTo>
                    <a:pt x="31109" y="303235"/>
                    <a:pt x="69734" y="209984"/>
                    <a:pt x="139869" y="139851"/>
                  </a:cubicBezTo>
                  <a:cubicBezTo>
                    <a:pt x="145941" y="133779"/>
                    <a:pt x="145941" y="123934"/>
                    <a:pt x="139869" y="117864"/>
                  </a:cubicBezTo>
                  <a:cubicBezTo>
                    <a:pt x="133797" y="111791"/>
                    <a:pt x="123952" y="111793"/>
                    <a:pt x="117883" y="117864"/>
                  </a:cubicBezTo>
                  <a:cubicBezTo>
                    <a:pt x="41859" y="193872"/>
                    <a:pt x="0" y="294928"/>
                    <a:pt x="0" y="402420"/>
                  </a:cubicBezTo>
                  <a:lnTo>
                    <a:pt x="0" y="652649"/>
                  </a:lnTo>
                  <a:cubicBezTo>
                    <a:pt x="0" y="711451"/>
                    <a:pt x="43907" y="760192"/>
                    <a:pt x="100653" y="767816"/>
                  </a:cubicBezTo>
                  <a:lnTo>
                    <a:pt x="100653" y="874730"/>
                  </a:lnTo>
                  <a:cubicBezTo>
                    <a:pt x="100653" y="883316"/>
                    <a:pt x="107614" y="890277"/>
                    <a:pt x="116200" y="890277"/>
                  </a:cubicBezTo>
                  <a:lnTo>
                    <a:pt x="159000" y="890277"/>
                  </a:lnTo>
                  <a:lnTo>
                    <a:pt x="159000" y="912583"/>
                  </a:lnTo>
                  <a:cubicBezTo>
                    <a:pt x="159000" y="916899"/>
                    <a:pt x="159528" y="921090"/>
                    <a:pt x="160499" y="925112"/>
                  </a:cubicBezTo>
                  <a:lnTo>
                    <a:pt x="160499" y="983337"/>
                  </a:lnTo>
                  <a:cubicBezTo>
                    <a:pt x="160499" y="1016918"/>
                    <a:pt x="187818" y="1044237"/>
                    <a:pt x="221399" y="1044237"/>
                  </a:cubicBezTo>
                  <a:lnTo>
                    <a:pt x="483269" y="1044237"/>
                  </a:lnTo>
                  <a:cubicBezTo>
                    <a:pt x="491855" y="1044237"/>
                    <a:pt x="498816" y="1037276"/>
                    <a:pt x="498816" y="1028690"/>
                  </a:cubicBezTo>
                  <a:cubicBezTo>
                    <a:pt x="498816" y="1020103"/>
                    <a:pt x="491855" y="1013142"/>
                    <a:pt x="483269" y="1013142"/>
                  </a:cubicBezTo>
                  <a:lnTo>
                    <a:pt x="221405" y="1013142"/>
                  </a:lnTo>
                  <a:cubicBezTo>
                    <a:pt x="204971" y="1013142"/>
                    <a:pt x="191600" y="999771"/>
                    <a:pt x="191600" y="983337"/>
                  </a:cubicBezTo>
                  <a:lnTo>
                    <a:pt x="191600" y="961760"/>
                  </a:lnTo>
                  <a:cubicBezTo>
                    <a:pt x="197998" y="964479"/>
                    <a:pt x="205028" y="965982"/>
                    <a:pt x="212407" y="965982"/>
                  </a:cubicBezTo>
                  <a:cubicBezTo>
                    <a:pt x="227187" y="965982"/>
                    <a:pt x="240581" y="959943"/>
                    <a:pt x="250260" y="950207"/>
                  </a:cubicBezTo>
                  <a:cubicBezTo>
                    <a:pt x="259940" y="959943"/>
                    <a:pt x="273334" y="965982"/>
                    <a:pt x="288114" y="965982"/>
                  </a:cubicBezTo>
                  <a:cubicBezTo>
                    <a:pt x="302895" y="965982"/>
                    <a:pt x="316288" y="959943"/>
                    <a:pt x="325968" y="950207"/>
                  </a:cubicBezTo>
                  <a:cubicBezTo>
                    <a:pt x="335647" y="959943"/>
                    <a:pt x="349041" y="965982"/>
                    <a:pt x="363821" y="965982"/>
                  </a:cubicBezTo>
                  <a:cubicBezTo>
                    <a:pt x="378602" y="965982"/>
                    <a:pt x="391996" y="959943"/>
                    <a:pt x="401675" y="950207"/>
                  </a:cubicBezTo>
                  <a:cubicBezTo>
                    <a:pt x="411355" y="959943"/>
                    <a:pt x="424748" y="965982"/>
                    <a:pt x="439529" y="965982"/>
                  </a:cubicBezTo>
                  <a:cubicBezTo>
                    <a:pt x="454309" y="965982"/>
                    <a:pt x="467703" y="959943"/>
                    <a:pt x="477382" y="950207"/>
                  </a:cubicBezTo>
                  <a:cubicBezTo>
                    <a:pt x="487062" y="959943"/>
                    <a:pt x="500456" y="965982"/>
                    <a:pt x="515236" y="965982"/>
                  </a:cubicBezTo>
                  <a:cubicBezTo>
                    <a:pt x="530017" y="965982"/>
                    <a:pt x="543410" y="959943"/>
                    <a:pt x="553090" y="950207"/>
                  </a:cubicBezTo>
                  <a:cubicBezTo>
                    <a:pt x="562769" y="959943"/>
                    <a:pt x="576163" y="965982"/>
                    <a:pt x="590943" y="965982"/>
                  </a:cubicBezTo>
                  <a:cubicBezTo>
                    <a:pt x="598904" y="965982"/>
                    <a:pt x="606456" y="964218"/>
                    <a:pt x="613250" y="961081"/>
                  </a:cubicBezTo>
                  <a:lnTo>
                    <a:pt x="613250" y="983335"/>
                  </a:lnTo>
                  <a:cubicBezTo>
                    <a:pt x="613250" y="999769"/>
                    <a:pt x="599879" y="1013140"/>
                    <a:pt x="583444" y="1013140"/>
                  </a:cubicBezTo>
                  <a:lnTo>
                    <a:pt x="535101" y="1013140"/>
                  </a:lnTo>
                  <a:cubicBezTo>
                    <a:pt x="526515" y="1013140"/>
                    <a:pt x="519554" y="1020101"/>
                    <a:pt x="519554" y="1028688"/>
                  </a:cubicBezTo>
                  <a:cubicBezTo>
                    <a:pt x="519554" y="1037274"/>
                    <a:pt x="526515" y="1044235"/>
                    <a:pt x="535101" y="1044235"/>
                  </a:cubicBezTo>
                  <a:lnTo>
                    <a:pt x="583444" y="1044235"/>
                  </a:lnTo>
                  <a:cubicBezTo>
                    <a:pt x="617025" y="1044235"/>
                    <a:pt x="644344" y="1016915"/>
                    <a:pt x="644344" y="983335"/>
                  </a:cubicBezTo>
                  <a:lnTo>
                    <a:pt x="644344" y="912579"/>
                  </a:lnTo>
                  <a:lnTo>
                    <a:pt x="644344" y="890275"/>
                  </a:lnTo>
                  <a:lnTo>
                    <a:pt x="688643" y="890275"/>
                  </a:lnTo>
                  <a:cubicBezTo>
                    <a:pt x="697229" y="890275"/>
                    <a:pt x="704190" y="883314"/>
                    <a:pt x="704190" y="874728"/>
                  </a:cubicBezTo>
                  <a:lnTo>
                    <a:pt x="704190" y="767813"/>
                  </a:lnTo>
                  <a:cubicBezTo>
                    <a:pt x="760938" y="760192"/>
                    <a:pt x="804843" y="711451"/>
                    <a:pt x="804843" y="652647"/>
                  </a:cubicBezTo>
                  <a:lnTo>
                    <a:pt x="804843" y="402420"/>
                  </a:lnTo>
                  <a:cubicBezTo>
                    <a:pt x="804843" y="180523"/>
                    <a:pt x="624318" y="0"/>
                    <a:pt x="402424" y="0"/>
                  </a:cubicBezTo>
                  <a:close/>
                  <a:moveTo>
                    <a:pt x="190096" y="859180"/>
                  </a:moveTo>
                  <a:lnTo>
                    <a:pt x="190096" y="836874"/>
                  </a:lnTo>
                  <a:lnTo>
                    <a:pt x="190098" y="836874"/>
                  </a:lnTo>
                  <a:cubicBezTo>
                    <a:pt x="190098" y="824576"/>
                    <a:pt x="200104" y="814568"/>
                    <a:pt x="212405" y="814568"/>
                  </a:cubicBezTo>
                  <a:cubicBezTo>
                    <a:pt x="224705" y="814568"/>
                    <a:pt x="234711" y="824574"/>
                    <a:pt x="234711" y="836874"/>
                  </a:cubicBezTo>
                  <a:lnTo>
                    <a:pt x="234711" y="859180"/>
                  </a:lnTo>
                  <a:lnTo>
                    <a:pt x="190096" y="859180"/>
                  </a:lnTo>
                  <a:close/>
                  <a:moveTo>
                    <a:pt x="234711" y="912579"/>
                  </a:moveTo>
                  <a:cubicBezTo>
                    <a:pt x="234711" y="924880"/>
                    <a:pt x="224705" y="934888"/>
                    <a:pt x="212405" y="934888"/>
                  </a:cubicBezTo>
                  <a:cubicBezTo>
                    <a:pt x="202919" y="934888"/>
                    <a:pt x="194818" y="928924"/>
                    <a:pt x="191597" y="920554"/>
                  </a:cubicBezTo>
                  <a:lnTo>
                    <a:pt x="191597" y="890275"/>
                  </a:lnTo>
                  <a:lnTo>
                    <a:pt x="234709" y="890275"/>
                  </a:lnTo>
                  <a:lnTo>
                    <a:pt x="234709" y="912579"/>
                  </a:lnTo>
                  <a:close/>
                  <a:moveTo>
                    <a:pt x="265806" y="836874"/>
                  </a:moveTo>
                  <a:cubicBezTo>
                    <a:pt x="265808" y="824576"/>
                    <a:pt x="275814" y="814568"/>
                    <a:pt x="288114" y="814568"/>
                  </a:cubicBezTo>
                  <a:cubicBezTo>
                    <a:pt x="300415" y="814568"/>
                    <a:pt x="310420" y="824574"/>
                    <a:pt x="310420" y="836874"/>
                  </a:cubicBezTo>
                  <a:lnTo>
                    <a:pt x="310420" y="859180"/>
                  </a:lnTo>
                  <a:lnTo>
                    <a:pt x="265808" y="859180"/>
                  </a:lnTo>
                  <a:lnTo>
                    <a:pt x="265808" y="836874"/>
                  </a:lnTo>
                  <a:close/>
                  <a:moveTo>
                    <a:pt x="310420" y="912581"/>
                  </a:moveTo>
                  <a:cubicBezTo>
                    <a:pt x="310418" y="924880"/>
                    <a:pt x="300412" y="934888"/>
                    <a:pt x="288112" y="934888"/>
                  </a:cubicBezTo>
                  <a:cubicBezTo>
                    <a:pt x="275812" y="934888"/>
                    <a:pt x="265806" y="924882"/>
                    <a:pt x="265806" y="912581"/>
                  </a:cubicBezTo>
                  <a:lnTo>
                    <a:pt x="265806" y="890275"/>
                  </a:lnTo>
                  <a:lnTo>
                    <a:pt x="310418" y="890275"/>
                  </a:lnTo>
                  <a:lnTo>
                    <a:pt x="310418" y="912581"/>
                  </a:lnTo>
                  <a:close/>
                  <a:moveTo>
                    <a:pt x="341513" y="836874"/>
                  </a:moveTo>
                  <a:cubicBezTo>
                    <a:pt x="341513" y="824576"/>
                    <a:pt x="351521" y="814568"/>
                    <a:pt x="363821" y="814568"/>
                  </a:cubicBezTo>
                  <a:cubicBezTo>
                    <a:pt x="376122" y="814568"/>
                    <a:pt x="386128" y="824574"/>
                    <a:pt x="386128" y="836874"/>
                  </a:cubicBezTo>
                  <a:lnTo>
                    <a:pt x="386128" y="859180"/>
                  </a:lnTo>
                  <a:lnTo>
                    <a:pt x="341515" y="859180"/>
                  </a:lnTo>
                  <a:lnTo>
                    <a:pt x="341515" y="836874"/>
                  </a:lnTo>
                  <a:close/>
                  <a:moveTo>
                    <a:pt x="386130" y="912581"/>
                  </a:moveTo>
                  <a:cubicBezTo>
                    <a:pt x="386128" y="924880"/>
                    <a:pt x="376122" y="934888"/>
                    <a:pt x="363821" y="934888"/>
                  </a:cubicBezTo>
                  <a:cubicBezTo>
                    <a:pt x="351521" y="934888"/>
                    <a:pt x="341515" y="924882"/>
                    <a:pt x="341515" y="912581"/>
                  </a:cubicBezTo>
                  <a:lnTo>
                    <a:pt x="341515" y="890275"/>
                  </a:lnTo>
                  <a:lnTo>
                    <a:pt x="386128" y="890275"/>
                  </a:lnTo>
                  <a:lnTo>
                    <a:pt x="386128" y="912581"/>
                  </a:lnTo>
                  <a:close/>
                  <a:moveTo>
                    <a:pt x="417220" y="836874"/>
                  </a:moveTo>
                  <a:cubicBezTo>
                    <a:pt x="417222" y="824576"/>
                    <a:pt x="427228" y="814568"/>
                    <a:pt x="439529" y="814568"/>
                  </a:cubicBezTo>
                  <a:cubicBezTo>
                    <a:pt x="451829" y="814568"/>
                    <a:pt x="461835" y="824574"/>
                    <a:pt x="461835" y="836874"/>
                  </a:cubicBezTo>
                  <a:lnTo>
                    <a:pt x="461835" y="859180"/>
                  </a:lnTo>
                  <a:lnTo>
                    <a:pt x="417222" y="859180"/>
                  </a:lnTo>
                  <a:lnTo>
                    <a:pt x="417222" y="836874"/>
                  </a:lnTo>
                  <a:close/>
                  <a:moveTo>
                    <a:pt x="461835" y="912581"/>
                  </a:moveTo>
                  <a:cubicBezTo>
                    <a:pt x="461833" y="924880"/>
                    <a:pt x="451827" y="934888"/>
                    <a:pt x="439527" y="934888"/>
                  </a:cubicBezTo>
                  <a:cubicBezTo>
                    <a:pt x="427226" y="934888"/>
                    <a:pt x="417220" y="924882"/>
                    <a:pt x="417220" y="912581"/>
                  </a:cubicBezTo>
                  <a:lnTo>
                    <a:pt x="417220" y="890275"/>
                  </a:lnTo>
                  <a:lnTo>
                    <a:pt x="461833" y="890275"/>
                  </a:lnTo>
                  <a:lnTo>
                    <a:pt x="461833" y="912581"/>
                  </a:lnTo>
                  <a:close/>
                  <a:moveTo>
                    <a:pt x="492928" y="836874"/>
                  </a:moveTo>
                  <a:cubicBezTo>
                    <a:pt x="492928" y="824576"/>
                    <a:pt x="502936" y="814568"/>
                    <a:pt x="515236" y="814568"/>
                  </a:cubicBezTo>
                  <a:cubicBezTo>
                    <a:pt x="527534" y="814568"/>
                    <a:pt x="537542" y="824574"/>
                    <a:pt x="537542" y="836874"/>
                  </a:cubicBezTo>
                  <a:lnTo>
                    <a:pt x="537542" y="859180"/>
                  </a:lnTo>
                  <a:lnTo>
                    <a:pt x="492930" y="859180"/>
                  </a:lnTo>
                  <a:lnTo>
                    <a:pt x="492930" y="836874"/>
                  </a:lnTo>
                  <a:close/>
                  <a:moveTo>
                    <a:pt x="537542" y="912581"/>
                  </a:moveTo>
                  <a:cubicBezTo>
                    <a:pt x="537540" y="924880"/>
                    <a:pt x="527534" y="934888"/>
                    <a:pt x="515234" y="934888"/>
                  </a:cubicBezTo>
                  <a:cubicBezTo>
                    <a:pt x="502934" y="934888"/>
                    <a:pt x="492928" y="924882"/>
                    <a:pt x="492928" y="912581"/>
                  </a:cubicBezTo>
                  <a:lnTo>
                    <a:pt x="492928" y="890275"/>
                  </a:lnTo>
                  <a:lnTo>
                    <a:pt x="537540" y="890275"/>
                  </a:lnTo>
                  <a:lnTo>
                    <a:pt x="537540" y="912581"/>
                  </a:lnTo>
                  <a:close/>
                  <a:moveTo>
                    <a:pt x="568635" y="836874"/>
                  </a:moveTo>
                  <a:cubicBezTo>
                    <a:pt x="568637" y="824576"/>
                    <a:pt x="578643" y="814568"/>
                    <a:pt x="590943" y="814568"/>
                  </a:cubicBezTo>
                  <a:cubicBezTo>
                    <a:pt x="603244" y="814568"/>
                    <a:pt x="613250" y="824574"/>
                    <a:pt x="613250" y="836874"/>
                  </a:cubicBezTo>
                  <a:lnTo>
                    <a:pt x="613250" y="859180"/>
                  </a:lnTo>
                  <a:lnTo>
                    <a:pt x="568637" y="859180"/>
                  </a:lnTo>
                  <a:lnTo>
                    <a:pt x="568637" y="836874"/>
                  </a:lnTo>
                  <a:close/>
                  <a:moveTo>
                    <a:pt x="613250" y="912581"/>
                  </a:moveTo>
                  <a:cubicBezTo>
                    <a:pt x="613248" y="924880"/>
                    <a:pt x="603242" y="934888"/>
                    <a:pt x="590941" y="934888"/>
                  </a:cubicBezTo>
                  <a:cubicBezTo>
                    <a:pt x="578641" y="934888"/>
                    <a:pt x="568635" y="924882"/>
                    <a:pt x="568635" y="912581"/>
                  </a:cubicBezTo>
                  <a:lnTo>
                    <a:pt x="568635" y="890275"/>
                  </a:lnTo>
                  <a:lnTo>
                    <a:pt x="613248" y="890275"/>
                  </a:lnTo>
                  <a:lnTo>
                    <a:pt x="613248" y="91258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86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41"/>
            <p:cNvSpPr/>
            <p:nvPr/>
          </p:nvSpPr>
          <p:spPr>
            <a:xfrm flipH="1">
              <a:off x="10610761" y="4575139"/>
              <a:ext cx="163513" cy="204923"/>
            </a:xfrm>
            <a:custGeom>
              <a:rect b="b" l="l" r="r" t="t"/>
              <a:pathLst>
                <a:path extrusionOk="0" h="204923" w="163513">
                  <a:moveTo>
                    <a:pt x="161754" y="143424"/>
                  </a:moveTo>
                  <a:lnTo>
                    <a:pt x="133182" y="39222"/>
                  </a:lnTo>
                  <a:cubicBezTo>
                    <a:pt x="126749" y="15761"/>
                    <a:pt x="106083" y="0"/>
                    <a:pt x="81757" y="0"/>
                  </a:cubicBezTo>
                  <a:cubicBezTo>
                    <a:pt x="57430" y="0"/>
                    <a:pt x="36765" y="15764"/>
                    <a:pt x="30333" y="39222"/>
                  </a:cubicBezTo>
                  <a:lnTo>
                    <a:pt x="1761" y="143424"/>
                  </a:lnTo>
                  <a:cubicBezTo>
                    <a:pt x="-2285" y="158180"/>
                    <a:pt x="717" y="173617"/>
                    <a:pt x="9995" y="185781"/>
                  </a:cubicBezTo>
                  <a:cubicBezTo>
                    <a:pt x="19272" y="197945"/>
                    <a:pt x="33370" y="204924"/>
                    <a:pt x="48668" y="204924"/>
                  </a:cubicBezTo>
                  <a:cubicBezTo>
                    <a:pt x="61436" y="204924"/>
                    <a:pt x="73071" y="199978"/>
                    <a:pt x="81757" y="191901"/>
                  </a:cubicBezTo>
                  <a:cubicBezTo>
                    <a:pt x="90444" y="199978"/>
                    <a:pt x="102079" y="204924"/>
                    <a:pt x="114847" y="204924"/>
                  </a:cubicBezTo>
                  <a:cubicBezTo>
                    <a:pt x="130145" y="204924"/>
                    <a:pt x="144242" y="197947"/>
                    <a:pt x="153520" y="185781"/>
                  </a:cubicBezTo>
                  <a:cubicBezTo>
                    <a:pt x="162798" y="173617"/>
                    <a:pt x="165798" y="158176"/>
                    <a:pt x="161754" y="143424"/>
                  </a:cubicBezTo>
                  <a:close/>
                  <a:moveTo>
                    <a:pt x="128797" y="166923"/>
                  </a:moveTo>
                  <a:cubicBezTo>
                    <a:pt x="125450" y="171312"/>
                    <a:pt x="120366" y="173829"/>
                    <a:pt x="114849" y="173829"/>
                  </a:cubicBezTo>
                  <a:cubicBezTo>
                    <a:pt x="105175" y="173829"/>
                    <a:pt x="97307" y="165961"/>
                    <a:pt x="97307" y="156287"/>
                  </a:cubicBezTo>
                  <a:lnTo>
                    <a:pt x="97307" y="135396"/>
                  </a:lnTo>
                  <a:cubicBezTo>
                    <a:pt x="97307" y="126810"/>
                    <a:pt x="90346" y="119849"/>
                    <a:pt x="81759" y="119849"/>
                  </a:cubicBezTo>
                  <a:cubicBezTo>
                    <a:pt x="73173" y="119849"/>
                    <a:pt x="66212" y="126810"/>
                    <a:pt x="66212" y="135396"/>
                  </a:cubicBezTo>
                  <a:lnTo>
                    <a:pt x="66212" y="156287"/>
                  </a:lnTo>
                  <a:cubicBezTo>
                    <a:pt x="66212" y="165961"/>
                    <a:pt x="58344" y="173829"/>
                    <a:pt x="48670" y="173829"/>
                  </a:cubicBezTo>
                  <a:cubicBezTo>
                    <a:pt x="43151" y="173829"/>
                    <a:pt x="38067" y="171312"/>
                    <a:pt x="34722" y="166923"/>
                  </a:cubicBezTo>
                  <a:cubicBezTo>
                    <a:pt x="31375" y="162536"/>
                    <a:pt x="30292" y="156966"/>
                    <a:pt x="31752" y="151645"/>
                  </a:cubicBezTo>
                  <a:lnTo>
                    <a:pt x="60324" y="47444"/>
                  </a:lnTo>
                  <a:cubicBezTo>
                    <a:pt x="63630" y="35390"/>
                    <a:pt x="73565" y="31095"/>
                    <a:pt x="81761" y="31095"/>
                  </a:cubicBezTo>
                  <a:cubicBezTo>
                    <a:pt x="89958" y="31095"/>
                    <a:pt x="99893" y="35390"/>
                    <a:pt x="103199" y="47444"/>
                  </a:cubicBezTo>
                  <a:lnTo>
                    <a:pt x="131771" y="151645"/>
                  </a:lnTo>
                  <a:cubicBezTo>
                    <a:pt x="133227" y="156966"/>
                    <a:pt x="132146" y="162534"/>
                    <a:pt x="128797" y="16692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86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41"/>
            <p:cNvSpPr/>
            <p:nvPr/>
          </p:nvSpPr>
          <p:spPr>
            <a:xfrm flipH="1">
              <a:off x="10385280" y="4485665"/>
              <a:ext cx="223565" cy="223565"/>
            </a:xfrm>
            <a:custGeom>
              <a:rect b="b" l="l" r="r" t="t"/>
              <a:pathLst>
                <a:path extrusionOk="0" h="223565" w="223565">
                  <a:moveTo>
                    <a:pt x="61420" y="0"/>
                  </a:moveTo>
                  <a:cubicBezTo>
                    <a:pt x="27552" y="0"/>
                    <a:pt x="0" y="27554"/>
                    <a:pt x="0" y="61420"/>
                  </a:cubicBezTo>
                  <a:lnTo>
                    <a:pt x="0" y="135274"/>
                  </a:lnTo>
                  <a:cubicBezTo>
                    <a:pt x="0" y="183959"/>
                    <a:pt x="39608" y="223565"/>
                    <a:pt x="88293" y="223565"/>
                  </a:cubicBezTo>
                  <a:lnTo>
                    <a:pt x="162145" y="223565"/>
                  </a:lnTo>
                  <a:cubicBezTo>
                    <a:pt x="196011" y="223565"/>
                    <a:pt x="223565" y="196011"/>
                    <a:pt x="223565" y="162145"/>
                  </a:cubicBezTo>
                  <a:cubicBezTo>
                    <a:pt x="223565" y="72738"/>
                    <a:pt x="150827" y="0"/>
                    <a:pt x="61420" y="0"/>
                  </a:cubicBezTo>
                  <a:close/>
                  <a:moveTo>
                    <a:pt x="162145" y="192470"/>
                  </a:moveTo>
                  <a:lnTo>
                    <a:pt x="88291" y="192470"/>
                  </a:lnTo>
                  <a:cubicBezTo>
                    <a:pt x="56752" y="192470"/>
                    <a:pt x="31095" y="166811"/>
                    <a:pt x="31095" y="135272"/>
                  </a:cubicBezTo>
                  <a:lnTo>
                    <a:pt x="31095" y="61418"/>
                  </a:lnTo>
                  <a:cubicBezTo>
                    <a:pt x="31095" y="44698"/>
                    <a:pt x="44700" y="31093"/>
                    <a:pt x="61420" y="31093"/>
                  </a:cubicBezTo>
                  <a:cubicBezTo>
                    <a:pt x="133681" y="31093"/>
                    <a:pt x="192470" y="89882"/>
                    <a:pt x="192470" y="162145"/>
                  </a:cubicBezTo>
                  <a:cubicBezTo>
                    <a:pt x="192470" y="178867"/>
                    <a:pt x="178865" y="192470"/>
                    <a:pt x="162145" y="192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86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1"/>
            <p:cNvSpPr/>
            <p:nvPr/>
          </p:nvSpPr>
          <p:spPr>
            <a:xfrm flipH="1">
              <a:off x="10776187" y="4485663"/>
              <a:ext cx="223565" cy="223567"/>
            </a:xfrm>
            <a:custGeom>
              <a:rect b="b" l="l" r="r" t="t"/>
              <a:pathLst>
                <a:path extrusionOk="0" h="223567" w="223565">
                  <a:moveTo>
                    <a:pt x="162145" y="0"/>
                  </a:moveTo>
                  <a:cubicBezTo>
                    <a:pt x="72738" y="0"/>
                    <a:pt x="0" y="72738"/>
                    <a:pt x="0" y="162147"/>
                  </a:cubicBezTo>
                  <a:cubicBezTo>
                    <a:pt x="-2" y="196013"/>
                    <a:pt x="27550" y="223567"/>
                    <a:pt x="61418" y="223567"/>
                  </a:cubicBezTo>
                  <a:lnTo>
                    <a:pt x="135272" y="223567"/>
                  </a:lnTo>
                  <a:cubicBezTo>
                    <a:pt x="183957" y="223567"/>
                    <a:pt x="223565" y="183959"/>
                    <a:pt x="223565" y="135276"/>
                  </a:cubicBezTo>
                  <a:lnTo>
                    <a:pt x="223565" y="61420"/>
                  </a:lnTo>
                  <a:cubicBezTo>
                    <a:pt x="223565" y="27556"/>
                    <a:pt x="196011" y="0"/>
                    <a:pt x="162145" y="0"/>
                  </a:cubicBezTo>
                  <a:close/>
                  <a:moveTo>
                    <a:pt x="192468" y="135274"/>
                  </a:moveTo>
                  <a:cubicBezTo>
                    <a:pt x="192468" y="166813"/>
                    <a:pt x="166811" y="192470"/>
                    <a:pt x="135270" y="192470"/>
                  </a:cubicBezTo>
                  <a:lnTo>
                    <a:pt x="61416" y="192470"/>
                  </a:lnTo>
                  <a:cubicBezTo>
                    <a:pt x="44696" y="192470"/>
                    <a:pt x="31091" y="178865"/>
                    <a:pt x="31091" y="162145"/>
                  </a:cubicBezTo>
                  <a:cubicBezTo>
                    <a:pt x="31093" y="89884"/>
                    <a:pt x="89882" y="31095"/>
                    <a:pt x="162143" y="31095"/>
                  </a:cubicBezTo>
                  <a:cubicBezTo>
                    <a:pt x="178865" y="31095"/>
                    <a:pt x="192468" y="44700"/>
                    <a:pt x="192468" y="61420"/>
                  </a:cubicBezTo>
                  <a:lnTo>
                    <a:pt x="192468" y="13527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86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3" name="Google Shape;263;p41"/>
          <p:cNvPicPr preferRelativeResize="0"/>
          <p:nvPr/>
        </p:nvPicPr>
        <p:blipFill rotWithShape="1">
          <a:blip r:embed="rId5">
            <a:alphaModFix/>
          </a:blip>
          <a:srcRect b="27767" l="0" r="13352" t="0"/>
          <a:stretch/>
        </p:blipFill>
        <p:spPr>
          <a:xfrm>
            <a:off x="6147900" y="627775"/>
            <a:ext cx="987200" cy="17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1"/>
          <p:cNvPicPr preferRelativeResize="0"/>
          <p:nvPr/>
        </p:nvPicPr>
        <p:blipFill rotWithShape="1">
          <a:blip r:embed="rId6">
            <a:alphaModFix/>
          </a:blip>
          <a:srcRect b="0" l="42353" r="0" t="29493"/>
          <a:stretch/>
        </p:blipFill>
        <p:spPr>
          <a:xfrm>
            <a:off x="829497" y="1712506"/>
            <a:ext cx="436271" cy="74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1"/>
          <p:cNvPicPr preferRelativeResize="0"/>
          <p:nvPr/>
        </p:nvPicPr>
        <p:blipFill rotWithShape="1">
          <a:blip r:embed="rId7">
            <a:alphaModFix/>
          </a:blip>
          <a:srcRect b="20457" l="30519" r="19311" t="20451"/>
          <a:stretch/>
        </p:blipFill>
        <p:spPr>
          <a:xfrm>
            <a:off x="2155493" y="1712506"/>
            <a:ext cx="472580" cy="74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1"/>
          <p:cNvPicPr preferRelativeResize="0"/>
          <p:nvPr/>
        </p:nvPicPr>
        <p:blipFill rotWithShape="1">
          <a:blip r:embed="rId8">
            <a:alphaModFix/>
          </a:blip>
          <a:srcRect b="0" l="0" r="34189" t="0"/>
          <a:stretch/>
        </p:blipFill>
        <p:spPr>
          <a:xfrm>
            <a:off x="3512806" y="961648"/>
            <a:ext cx="472580" cy="15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/>
        </p:nvSpPr>
        <p:spPr>
          <a:xfrm flipH="1">
            <a:off x="0" y="4846375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</a:rPr>
              <a:t> Bar-On, Yinon M., et al. “The Biomass Distribution on Earth.” Proceedings of the National Academy of Sciences, vol. 115, no. 25, 2018, pp. 6506–6511. </a:t>
            </a:r>
            <a:r>
              <a:rPr lang="en" sz="600" u="sng">
                <a:solidFill>
                  <a:srgbClr val="999999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https://doi.org/10.1073/pnas.1711842115</a:t>
            </a:r>
            <a:r>
              <a:rPr lang="en" sz="600">
                <a:solidFill>
                  <a:srgbClr val="999999"/>
                </a:solidFill>
              </a:rPr>
              <a:t>.</a:t>
            </a:r>
            <a:endParaRPr sz="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</a:rPr>
              <a:t>Bar-On, Yinon M., et al. “The Biomass Distribution on Earth.” Proceedings of the National Academy of Sciences, vol. 115, no. 25, 2018, pp. 6506–6511. </a:t>
            </a:r>
            <a:r>
              <a:rPr lang="en" sz="600" u="sng">
                <a:solidFill>
                  <a:srgbClr val="999999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https://doi.org/10.1073/pnas.1711842115</a:t>
            </a:r>
            <a:r>
              <a:rPr lang="en" sz="600">
                <a:solidFill>
                  <a:srgbClr val="999999"/>
                </a:solidFill>
              </a:rPr>
              <a:t>.</a:t>
            </a:r>
            <a:endParaRPr sz="4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/>
        </p:nvSpPr>
        <p:spPr>
          <a:xfrm>
            <a:off x="1886725" y="2040600"/>
            <a:ext cx="4878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Conclusion! </a:t>
            </a:r>
            <a:endParaRPr b="1" sz="4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4E1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775" y="0"/>
            <a:ext cx="289323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 txBox="1"/>
          <p:nvPr/>
        </p:nvSpPr>
        <p:spPr>
          <a:xfrm>
            <a:off x="599675" y="115150"/>
            <a:ext cx="4630200" cy="4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What the hell were you talking about all this time?</a:t>
            </a:r>
            <a:endParaRPr b="1" sz="58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9" name="Google Shape;279;p43"/>
          <p:cNvSpPr txBox="1"/>
          <p:nvPr/>
        </p:nvSpPr>
        <p:spPr>
          <a:xfrm>
            <a:off x="4704400" y="4840800"/>
            <a:ext cx="2779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highlight>
                  <a:schemeClr val="dk1"/>
                </a:highlight>
                <a:latin typeface="Merriweather Light"/>
                <a:ea typeface="Merriweather Light"/>
                <a:cs typeface="Merriweather Light"/>
                <a:sym typeface="Merriweather Light"/>
              </a:rPr>
              <a:t>Source: Youtube.com/@TheDodo </a:t>
            </a:r>
            <a:endParaRPr sz="700">
              <a:solidFill>
                <a:schemeClr val="lt1"/>
              </a:solidFill>
              <a:highlight>
                <a:schemeClr val="dk1"/>
              </a:highlight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44"/>
          <p:cNvPicPr preferRelativeResize="0"/>
          <p:nvPr/>
        </p:nvPicPr>
        <p:blipFill rotWithShape="1">
          <a:blip r:embed="rId3">
            <a:alphaModFix/>
          </a:blip>
          <a:srcRect b="1888" l="25351" r="0" t="17434"/>
          <a:stretch/>
        </p:blipFill>
        <p:spPr>
          <a:xfrm>
            <a:off x="110875" y="804300"/>
            <a:ext cx="2700399" cy="389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4"/>
          <p:cNvPicPr preferRelativeResize="0"/>
          <p:nvPr/>
        </p:nvPicPr>
        <p:blipFill rotWithShape="1">
          <a:blip r:embed="rId4">
            <a:alphaModFix/>
          </a:blip>
          <a:srcRect b="0" l="0" r="784" t="19022"/>
          <a:stretch/>
        </p:blipFill>
        <p:spPr>
          <a:xfrm>
            <a:off x="3366600" y="791040"/>
            <a:ext cx="2700400" cy="39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4"/>
          <p:cNvSpPr txBox="1"/>
          <p:nvPr/>
        </p:nvSpPr>
        <p:spPr>
          <a:xfrm>
            <a:off x="2811275" y="2103800"/>
            <a:ext cx="1115700" cy="1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1" sz="8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6114300" y="2103800"/>
            <a:ext cx="1115700" cy="1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8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44"/>
          <p:cNvSpPr txBox="1"/>
          <p:nvPr/>
        </p:nvSpPr>
        <p:spPr>
          <a:xfrm>
            <a:off x="1026300" y="123625"/>
            <a:ext cx="70914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What Does "Biodiversity Crisis" Actually Mean?</a:t>
            </a:r>
            <a:endParaRPr sz="3300">
              <a:solidFill>
                <a:schemeClr val="lt1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pic>
        <p:nvPicPr>
          <p:cNvPr id="289" name="Google Shape;289;p44"/>
          <p:cNvPicPr preferRelativeResize="0"/>
          <p:nvPr/>
        </p:nvPicPr>
        <p:blipFill rotWithShape="1">
          <a:blip r:embed="rId5">
            <a:alphaModFix/>
          </a:blip>
          <a:srcRect b="0" l="0" r="6664" t="0"/>
          <a:stretch/>
        </p:blipFill>
        <p:spPr>
          <a:xfrm>
            <a:off x="6672499" y="791050"/>
            <a:ext cx="2369577" cy="39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4"/>
          <p:cNvSpPr txBox="1"/>
          <p:nvPr/>
        </p:nvSpPr>
        <p:spPr>
          <a:xfrm>
            <a:off x="182800" y="4771600"/>
            <a:ext cx="3328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Source: Bar-On, Phillips, &amp; Milo (2018), PNAS</a:t>
            </a:r>
            <a:endParaRPr sz="700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76825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5"/>
          <p:cNvSpPr txBox="1"/>
          <p:nvPr/>
        </p:nvSpPr>
        <p:spPr>
          <a:xfrm>
            <a:off x="152400" y="4789500"/>
            <a:ext cx="54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Source: Jaureguiberry et al. (2022), Science Advances </a:t>
            </a:r>
            <a:endParaRPr sz="900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pic>
        <p:nvPicPr>
          <p:cNvPr id="297" name="Google Shape;29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20651"/>
            <a:ext cx="8839204" cy="142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78190"/>
            <a:ext cx="8839204" cy="1553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5"/>
          <p:cNvPicPr preferRelativeResize="0"/>
          <p:nvPr/>
        </p:nvPicPr>
        <p:blipFill rotWithShape="1">
          <a:blip r:embed="rId6">
            <a:alphaModFix/>
          </a:blip>
          <a:srcRect b="12000" l="0" r="0" t="8842"/>
          <a:stretch/>
        </p:blipFill>
        <p:spPr>
          <a:xfrm>
            <a:off x="152400" y="3428850"/>
            <a:ext cx="8839199" cy="11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/>
        </p:nvSpPr>
        <p:spPr>
          <a:xfrm>
            <a:off x="1108350" y="0"/>
            <a:ext cx="69273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Worst-Case Scenario (Technically Accurate) </a:t>
            </a:r>
            <a:endParaRPr b="1" sz="33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rPr>
              <a:t> </a:t>
            </a:r>
            <a:endParaRPr b="1"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05" name="Google Shape;30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625" y="507375"/>
            <a:ext cx="6712751" cy="429174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6"/>
          <p:cNvSpPr txBox="1"/>
          <p:nvPr/>
        </p:nvSpPr>
        <p:spPr>
          <a:xfrm>
            <a:off x="436250" y="4753975"/>
            <a:ext cx="5561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Source: Trust me, I graphed it!</a:t>
            </a:r>
            <a:endParaRPr sz="1000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4E13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7"/>
          <p:cNvPicPr preferRelativeResize="0"/>
          <p:nvPr/>
        </p:nvPicPr>
        <p:blipFill rotWithShape="1">
          <a:blip r:embed="rId3">
            <a:alphaModFix/>
          </a:blip>
          <a:srcRect b="0" l="0" r="8809" t="1865"/>
          <a:stretch/>
        </p:blipFill>
        <p:spPr>
          <a:xfrm>
            <a:off x="0" y="0"/>
            <a:ext cx="637248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7"/>
          <p:cNvSpPr txBox="1"/>
          <p:nvPr/>
        </p:nvSpPr>
        <p:spPr>
          <a:xfrm>
            <a:off x="708873" y="3643714"/>
            <a:ext cx="7782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25" lIns="99025" spcFirstLastPara="1" rIns="99025" wrap="square" tIns="9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47"/>
          <p:cNvSpPr txBox="1"/>
          <p:nvPr/>
        </p:nvSpPr>
        <p:spPr>
          <a:xfrm>
            <a:off x="1651012" y="1482700"/>
            <a:ext cx="589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25" lIns="99025" spcFirstLastPara="1" rIns="99025" wrap="square" tIns="9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14" name="Google Shape;314;p47"/>
          <p:cNvSpPr txBox="1"/>
          <p:nvPr/>
        </p:nvSpPr>
        <p:spPr>
          <a:xfrm>
            <a:off x="2193912" y="4555201"/>
            <a:ext cx="8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25" lIns="99025" spcFirstLastPara="1" rIns="99025" wrap="square" tIns="9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15" name="Google Shape;315;p47"/>
          <p:cNvSpPr txBox="1"/>
          <p:nvPr/>
        </p:nvSpPr>
        <p:spPr>
          <a:xfrm>
            <a:off x="3689187" y="1318838"/>
            <a:ext cx="7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25" lIns="99025" spcFirstLastPara="1" rIns="99025" wrap="square" tIns="9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16" name="Google Shape;316;p47"/>
          <p:cNvSpPr txBox="1"/>
          <p:nvPr/>
        </p:nvSpPr>
        <p:spPr>
          <a:xfrm>
            <a:off x="4692852" y="4319632"/>
            <a:ext cx="12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25" lIns="99025" spcFirstLastPara="1" rIns="99025" wrap="square" tIns="9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17" name="Google Shape;317;p47"/>
          <p:cNvSpPr txBox="1"/>
          <p:nvPr/>
        </p:nvSpPr>
        <p:spPr>
          <a:xfrm>
            <a:off x="4887476" y="2732200"/>
            <a:ext cx="634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25" lIns="99025" spcFirstLastPara="1" rIns="99025" wrap="square" tIns="9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18" name="Google Shape;318;p47"/>
          <p:cNvSpPr txBox="1"/>
          <p:nvPr>
            <p:ph idx="4294967295" type="title"/>
          </p:nvPr>
        </p:nvSpPr>
        <p:spPr>
          <a:xfrm>
            <a:off x="6372475" y="0"/>
            <a:ext cx="277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We took this picture when we still had hope!</a:t>
            </a:r>
            <a:endParaRPr sz="4700"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SOURCES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324" name="Google Shape;324;p48"/>
          <p:cNvCxnSpPr/>
          <p:nvPr/>
        </p:nvCxnSpPr>
        <p:spPr>
          <a:xfrm>
            <a:off x="-118425" y="825850"/>
            <a:ext cx="91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48"/>
          <p:cNvSpPr txBox="1"/>
          <p:nvPr/>
        </p:nvSpPr>
        <p:spPr>
          <a:xfrm>
            <a:off x="273150" y="825855"/>
            <a:ext cx="8597700" cy="4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World Health Organization. “Biodiversity.” World Health Organization, 18 Feb. 2025, https://www.who.int/news-room/fact-sheets/detail/biodiversity. Accessed 17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United Nations. “Biodiversity - Our Strongest Natural Defense Against Climate Change.” United Nations, United Nations, 2022, https://www.un.org/en/climatechange/science/climate-issues/biodiversity. Accessed 17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UN Environment Programme. “Five Drivers of the Nature Crisis.” UNEP, 8 Dec. 2022, https://www.unep.org/news-and-stories/story/five-drivers-nature-crisis. Accessed 17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“Frankfurt Zoological Society.” Frankfurt Zoological Society, 2026, https://fzs.org/en/whats-causing-biodiversity-loss/. Accessed 17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“Five Drivers of the Nature Crisis.” United Nations Environment Programme, 5 Sept. 2023, https://www.unep.org/news-and-stories/story/five-drivers-nature-crisis⁠. Accessed 18 Oct. 2026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“Models of Drivers of Biodiversity and Ecosystem Change.” IPBES, https://www.ipbes.net/models-drivers-biodiversity-ecosystem-change⁠. Accessed 18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Rosa, Lindsay. “Pollution, One of the Five Drivers of Biodiversity Loss.” Defenders of Wildlife, 7 Dec. 2022, https://defenders.org/blog/2022/12/pollution-one-of-five-drivers-of-biodiversity-loss⁠. Accessed 20 Oct. 2026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“How Do Invasive Species Affect Biodiversity and How Can They Be Controlled?” Defenders of Wildlife, 25 Aug. 2023, https://defenders.org/blog/2023/08/how-do-invasive-species-affect-biodiversity-and-how-can-they-be-controlled⁠. Accessed 20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Intergovernmental Science-Policy Platform on Biodiversity and Ecosystem Services. Summary for Policymakers of the IPBES Global Assessment Report on Biodiversity and Ecosystem Services. IPBES Secretariat, 2019, https://www.vliz.be/imisdocs/publications/ocrd/377866.pdf⁠. Accessed 20 Oct. 2026.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9" title="Katelyn Keenen Headsho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425" y="1641025"/>
            <a:ext cx="1320175" cy="20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9"/>
          <p:cNvSpPr txBox="1"/>
          <p:nvPr/>
        </p:nvSpPr>
        <p:spPr>
          <a:xfrm>
            <a:off x="2175275" y="294700"/>
            <a:ext cx="4603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Contributions</a:t>
            </a:r>
            <a:endParaRPr sz="5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2" name="Google Shape;332;p49"/>
          <p:cNvSpPr txBox="1"/>
          <p:nvPr/>
        </p:nvSpPr>
        <p:spPr>
          <a:xfrm>
            <a:off x="1968000" y="3662925"/>
            <a:ext cx="17985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Katelyn Keenen</a:t>
            </a:r>
            <a:endParaRPr sz="1200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- Dimensions of    </a:t>
            </a: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Biodiversity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Indirect &amp; Direct Drivers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5375" y="1641025"/>
            <a:ext cx="1320177" cy="2021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500" y="1641025"/>
            <a:ext cx="1210749" cy="20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6199" y="1641025"/>
            <a:ext cx="1474551" cy="202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3450" y="1641025"/>
            <a:ext cx="1474550" cy="202190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/>
        </p:nvSpPr>
        <p:spPr>
          <a:xfrm>
            <a:off x="3565950" y="3662925"/>
            <a:ext cx="2019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Diana Alvarez Peralta</a:t>
            </a: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-Differences in ecosystems 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9"/>
          <p:cNvSpPr txBox="1"/>
          <p:nvPr/>
        </p:nvSpPr>
        <p:spPr>
          <a:xfrm>
            <a:off x="5549324" y="3662925"/>
            <a:ext cx="16860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Hesam Owlanj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-Key takeaways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-Conclusion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9"/>
          <p:cNvSpPr txBox="1"/>
          <p:nvPr/>
        </p:nvSpPr>
        <p:spPr>
          <a:xfrm>
            <a:off x="7027676" y="3662925"/>
            <a:ext cx="1851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Zofia Muchowska</a:t>
            </a:r>
            <a:endParaRPr sz="1200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the topic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49"/>
          <p:cNvSpPr txBox="1"/>
          <p:nvPr/>
        </p:nvSpPr>
        <p:spPr>
          <a:xfrm>
            <a:off x="376773" y="3662925"/>
            <a:ext cx="1798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Matej Dimitrievski</a:t>
            </a:r>
            <a:endParaRPr sz="1200" u="sng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-Biomass article 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porate Sustainability by Slidesgo">
  <a:themeElements>
    <a:clrScheme name="Simple Light">
      <a:dk1>
        <a:srgbClr val="2B3D2D"/>
      </a:dk1>
      <a:lt1>
        <a:srgbClr val="EBE8DE"/>
      </a:lt1>
      <a:dk2>
        <a:srgbClr val="365F3C"/>
      </a:dk2>
      <a:lt2>
        <a:srgbClr val="EEEE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3D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